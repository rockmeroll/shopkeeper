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9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6" r:id="rId2"/>
    <p:sldMasterId id="2147483708" r:id="rId3"/>
    <p:sldMasterId id="2147483720" r:id="rId4"/>
    <p:sldMasterId id="2147483732" r:id="rId5"/>
    <p:sldMasterId id="2147483744" r:id="rId6"/>
    <p:sldMasterId id="2147483792" r:id="rId7"/>
    <p:sldMasterId id="2147483816" r:id="rId8"/>
    <p:sldMasterId id="2147483828" r:id="rId9"/>
    <p:sldMasterId id="2147483888" r:id="rId10"/>
  </p:sldMasterIdLst>
  <p:notesMasterIdLst>
    <p:notesMasterId r:id="rId30"/>
  </p:notesMasterIdLst>
  <p:sldIdLst>
    <p:sldId id="296" r:id="rId11"/>
    <p:sldId id="293" r:id="rId12"/>
    <p:sldId id="265" r:id="rId13"/>
    <p:sldId id="266" r:id="rId14"/>
    <p:sldId id="267" r:id="rId15"/>
    <p:sldId id="268" r:id="rId16"/>
    <p:sldId id="269" r:id="rId17"/>
    <p:sldId id="271" r:id="rId18"/>
    <p:sldId id="288" r:id="rId19"/>
    <p:sldId id="297" r:id="rId20"/>
    <p:sldId id="299" r:id="rId21"/>
    <p:sldId id="300" r:id="rId22"/>
    <p:sldId id="294" r:id="rId23"/>
    <p:sldId id="301" r:id="rId24"/>
    <p:sldId id="304" r:id="rId25"/>
    <p:sldId id="303" r:id="rId26"/>
    <p:sldId id="302" r:id="rId27"/>
    <p:sldId id="286" r:id="rId28"/>
    <p:sldId id="287" r:id="rId2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82" y="41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CE926-A234-4411-AFB3-6AB3E72E02AC}" type="datetimeFigureOut">
              <a:rPr lang="zh-CN" altLang="en-US" smtClean="0"/>
              <a:t>2017/6/29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FD04-460A-4966-B1BE-37AC7D022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588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20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720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CC536C1E-7EBA-4F98-A498-E49BFFDBC2D9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172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553CCF-A1F8-4458-8632-7F9FB7AD2360}" type="slidenum">
              <a:rPr lang="zh-CN" altLang="en-US" smtClean="0">
                <a:solidFill>
                  <a:prstClr val="black"/>
                </a:solidFill>
              </a:rPr>
              <a:pPr/>
              <a:t>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524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484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DFC6A285-21AC-4AED-97C3-61C136091DC6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/>
              <a:t>14</a:t>
            </a:fld>
            <a:endParaRPr lang="zh-CN" altLang="en-US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76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484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DFC6A285-21AC-4AED-97C3-61C136091DC6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/>
              <a:t>15</a:t>
            </a:fld>
            <a:endParaRPr lang="zh-CN" altLang="en-US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5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484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DFC6A285-21AC-4AED-97C3-61C136091DC6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/>
              <a:t>16</a:t>
            </a:fld>
            <a:endParaRPr lang="zh-CN" altLang="en-US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441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484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DFC6A285-21AC-4AED-97C3-61C136091DC6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/>
              <a:t>17</a:t>
            </a:fld>
            <a:endParaRPr lang="zh-CN" altLang="en-US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750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20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720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CC536C1E-7EBA-4F98-A498-E49BFFDBC2D9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/>
              <a:t>19</a:t>
            </a:fld>
            <a:endParaRPr lang="zh-CN" altLang="en-US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317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903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2017/6/29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2017/6/29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872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87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004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080" indent="0" algn="ctr">
              <a:buNone/>
              <a:defRPr/>
            </a:lvl2pPr>
            <a:lvl3pPr marL="914159" indent="0" algn="ctr">
              <a:buNone/>
              <a:defRPr/>
            </a:lvl3pPr>
            <a:lvl4pPr marL="1371237" indent="0" algn="ctr">
              <a:buNone/>
              <a:defRPr/>
            </a:lvl4pPr>
            <a:lvl5pPr marL="1828316" indent="0" algn="ctr">
              <a:buNone/>
              <a:defRPr/>
            </a:lvl5pPr>
            <a:lvl6pPr marL="2285394" indent="0" algn="ctr">
              <a:buNone/>
              <a:defRPr/>
            </a:lvl6pPr>
            <a:lvl7pPr marL="2742474" indent="0" algn="ctr">
              <a:buNone/>
              <a:defRPr/>
            </a:lvl7pPr>
            <a:lvl8pPr marL="3199554" indent="0" algn="ctr">
              <a:buNone/>
              <a:defRPr/>
            </a:lvl8pPr>
            <a:lvl9pPr marL="3656632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8335D7AA-4F40-4F49-A290-6007251689AB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45381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3396A15F-32E8-405D-B9D4-64299A651BB9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7469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281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42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80" indent="0">
              <a:buNone/>
              <a:defRPr sz="1800"/>
            </a:lvl2pPr>
            <a:lvl3pPr marL="914159" indent="0">
              <a:buNone/>
              <a:defRPr sz="1600"/>
            </a:lvl3pPr>
            <a:lvl4pPr marL="1371237" indent="0">
              <a:buNone/>
              <a:defRPr sz="1400"/>
            </a:lvl4pPr>
            <a:lvl5pPr marL="1828316" indent="0">
              <a:buNone/>
              <a:defRPr sz="1400"/>
            </a:lvl5pPr>
            <a:lvl6pPr marL="2285394" indent="0">
              <a:buNone/>
              <a:defRPr sz="1400"/>
            </a:lvl6pPr>
            <a:lvl7pPr marL="2742474" indent="0">
              <a:buNone/>
              <a:defRPr sz="1400"/>
            </a:lvl7pPr>
            <a:lvl8pPr marL="3199554" indent="0">
              <a:buNone/>
              <a:defRPr sz="1400"/>
            </a:lvl8pPr>
            <a:lvl9pPr marL="3656632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1A7DED20-E110-44F9-A0F7-925B672FDB81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56582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5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1247BB60-F9A9-4331-9780-16DF97DE7BB0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6580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80" indent="0">
              <a:buNone/>
              <a:defRPr sz="2000" b="1"/>
            </a:lvl2pPr>
            <a:lvl3pPr marL="914159" indent="0">
              <a:buNone/>
              <a:defRPr sz="1800" b="1"/>
            </a:lvl3pPr>
            <a:lvl4pPr marL="1371237" indent="0">
              <a:buNone/>
              <a:defRPr sz="1600" b="1"/>
            </a:lvl4pPr>
            <a:lvl5pPr marL="1828316" indent="0">
              <a:buNone/>
              <a:defRPr sz="1600" b="1"/>
            </a:lvl5pPr>
            <a:lvl6pPr marL="2285394" indent="0">
              <a:buNone/>
              <a:defRPr sz="1600" b="1"/>
            </a:lvl6pPr>
            <a:lvl7pPr marL="2742474" indent="0">
              <a:buNone/>
              <a:defRPr sz="1600" b="1"/>
            </a:lvl7pPr>
            <a:lvl8pPr marL="3199554" indent="0">
              <a:buNone/>
              <a:defRPr sz="1600" b="1"/>
            </a:lvl8pPr>
            <a:lvl9pPr marL="3656632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125" y="115133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80" indent="0">
              <a:buNone/>
              <a:defRPr sz="2000" b="1"/>
            </a:lvl2pPr>
            <a:lvl3pPr marL="914159" indent="0">
              <a:buNone/>
              <a:defRPr sz="1800" b="1"/>
            </a:lvl3pPr>
            <a:lvl4pPr marL="1371237" indent="0">
              <a:buNone/>
              <a:defRPr sz="1600" b="1"/>
            </a:lvl4pPr>
            <a:lvl5pPr marL="1828316" indent="0">
              <a:buNone/>
              <a:defRPr sz="1600" b="1"/>
            </a:lvl5pPr>
            <a:lvl6pPr marL="2285394" indent="0">
              <a:buNone/>
              <a:defRPr sz="1600" b="1"/>
            </a:lvl6pPr>
            <a:lvl7pPr marL="2742474" indent="0">
              <a:buNone/>
              <a:defRPr sz="1600" b="1"/>
            </a:lvl7pPr>
            <a:lvl8pPr marL="3199554" indent="0">
              <a:buNone/>
              <a:defRPr sz="1600" b="1"/>
            </a:lvl8pPr>
            <a:lvl9pPr marL="3656632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1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91E46493-1EAD-49DE-B8A4-ED253602B46D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9682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7D5CBF77-2BB5-49FF-B7D0-F1D6556D4C4F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610243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07AB179F-8D61-403C-82D0-72FA899C474C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992198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19" y="20488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96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80" indent="0">
              <a:buNone/>
              <a:defRPr sz="1200"/>
            </a:lvl2pPr>
            <a:lvl3pPr marL="914159" indent="0">
              <a:buNone/>
              <a:defRPr sz="1000"/>
            </a:lvl3pPr>
            <a:lvl4pPr marL="1371237" indent="0">
              <a:buNone/>
              <a:defRPr sz="900"/>
            </a:lvl4pPr>
            <a:lvl5pPr marL="1828316" indent="0">
              <a:buNone/>
              <a:defRPr sz="900"/>
            </a:lvl5pPr>
            <a:lvl6pPr marL="2285394" indent="0">
              <a:buNone/>
              <a:defRPr sz="900"/>
            </a:lvl6pPr>
            <a:lvl7pPr marL="2742474" indent="0">
              <a:buNone/>
              <a:defRPr sz="900"/>
            </a:lvl7pPr>
            <a:lvl8pPr marL="3199554" indent="0">
              <a:buNone/>
              <a:defRPr sz="900"/>
            </a:lvl8pPr>
            <a:lvl9pPr marL="3656632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97B4B79E-0D26-4E1B-998E-947B24A9D4ED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816509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553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80" indent="0">
              <a:buNone/>
              <a:defRPr sz="2800"/>
            </a:lvl2pPr>
            <a:lvl3pPr marL="914159" indent="0">
              <a:buNone/>
              <a:defRPr sz="2400"/>
            </a:lvl3pPr>
            <a:lvl4pPr marL="1371237" indent="0">
              <a:buNone/>
              <a:defRPr sz="2000"/>
            </a:lvl4pPr>
            <a:lvl5pPr marL="1828316" indent="0">
              <a:buNone/>
              <a:defRPr sz="2000"/>
            </a:lvl5pPr>
            <a:lvl6pPr marL="2285394" indent="0">
              <a:buNone/>
              <a:defRPr sz="2000"/>
            </a:lvl6pPr>
            <a:lvl7pPr marL="2742474" indent="0">
              <a:buNone/>
              <a:defRPr sz="2000"/>
            </a:lvl7pPr>
            <a:lvl8pPr marL="3199554" indent="0">
              <a:buNone/>
              <a:defRPr sz="2000"/>
            </a:lvl8pPr>
            <a:lvl9pPr marL="3656632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687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80" indent="0">
              <a:buNone/>
              <a:defRPr sz="1200"/>
            </a:lvl2pPr>
            <a:lvl3pPr marL="914159" indent="0">
              <a:buNone/>
              <a:defRPr sz="1000"/>
            </a:lvl3pPr>
            <a:lvl4pPr marL="1371237" indent="0">
              <a:buNone/>
              <a:defRPr sz="900"/>
            </a:lvl4pPr>
            <a:lvl5pPr marL="1828316" indent="0">
              <a:buNone/>
              <a:defRPr sz="900"/>
            </a:lvl5pPr>
            <a:lvl6pPr marL="2285394" indent="0">
              <a:buNone/>
              <a:defRPr sz="900"/>
            </a:lvl6pPr>
            <a:lvl7pPr marL="2742474" indent="0">
              <a:buNone/>
              <a:defRPr sz="900"/>
            </a:lvl7pPr>
            <a:lvl8pPr marL="3199554" indent="0">
              <a:buNone/>
              <a:defRPr sz="900"/>
            </a:lvl8pPr>
            <a:lvl9pPr marL="3656632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E6919A56-15B1-43B3-99A1-8F46D87F00B9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915705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A858362B-C0DE-4B9F-BD83-57DD4B7C21DC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667191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076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076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DDC73AAD-2DDF-4C97-8D54-773789214DC9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408860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465535"/>
            <a:ext cx="8229600" cy="54054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14AD6F-0A78-41C8-AF07-A80EFBFF6F5C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509224444"/>
      </p:ext>
    </p:extLst>
  </p:cSld>
  <p:clrMapOvr>
    <a:masterClrMapping/>
  </p:clrMapOvr>
  <p:transition spd="slow" advClick="0" advTm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5800" y="2398104"/>
            <a:ext cx="7772400" cy="1309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7478"/>
            <a:ext cx="7772400" cy="1153715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411015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3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1C8EDC-2368-4801-960C-BA8190383B6B}" type="slidenum"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4769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7200" y="1058652"/>
            <a:ext cx="8229600" cy="1309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3025" y="4800703"/>
            <a:ext cx="3200400" cy="21312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825" y="4800703"/>
            <a:ext cx="3733800" cy="21312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5344A-4B59-40A2-8DD8-CF49FFA6C338}" type="slidenum"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6744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5800" y="2357624"/>
            <a:ext cx="7772400" cy="1309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2357443"/>
            <a:ext cx="7772400" cy="1021556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232395"/>
            <a:ext cx="7772400" cy="1125140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8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59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237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316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4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5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6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C6FC1-55AF-43F4-B01F-127A26B31A3F}" type="slidenum"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1895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57200" y="1058652"/>
            <a:ext cx="8229600" cy="1309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5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8EEDA-AC19-4893-A4C0-B1D6CA445223}" type="slidenum"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0455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058652"/>
            <a:ext cx="8229600" cy="1309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8"/>
            <a:ext cx="4040188" cy="47982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08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159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237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316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5394" indent="0">
              <a:buNone/>
              <a:defRPr sz="1600" b="1"/>
            </a:lvl6pPr>
            <a:lvl7pPr marL="2742474" indent="0">
              <a:buNone/>
              <a:defRPr sz="1600" b="1"/>
            </a:lvl7pPr>
            <a:lvl8pPr marL="3199554" indent="0">
              <a:buNone/>
              <a:defRPr sz="1600" b="1"/>
            </a:lvl8pPr>
            <a:lvl9pPr marL="3656632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125" y="1151338"/>
            <a:ext cx="4041775" cy="47982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08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159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237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316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5394" indent="0">
              <a:buNone/>
              <a:defRPr sz="1600" b="1"/>
            </a:lvl6pPr>
            <a:lvl7pPr marL="2742474" indent="0">
              <a:buNone/>
              <a:defRPr sz="1600" b="1"/>
            </a:lvl7pPr>
            <a:lvl8pPr marL="3199554" indent="0">
              <a:buNone/>
              <a:defRPr sz="1600" b="1"/>
            </a:lvl8pPr>
            <a:lvl9pPr marL="3656632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1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67E26-854E-436C-9887-DC85415688A4}" type="slidenum"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6591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57200" y="1058652"/>
            <a:ext cx="8229600" cy="1309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FB6640-3DA0-43EF-B977-38CF153B3459}" type="slidenum"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8556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9B224A-DDB8-4661-B442-97C32EA15C45}" type="slidenum"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668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786065" y="790761"/>
            <a:ext cx="5903912" cy="1309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2" y="171546"/>
            <a:ext cx="5900752" cy="632210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857240"/>
            <a:ext cx="5900750" cy="38576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6" y="857240"/>
            <a:ext cx="2257408" cy="385765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080" indent="0">
              <a:buNone/>
              <a:defRPr sz="1200"/>
            </a:lvl2pPr>
            <a:lvl3pPr marL="914159" indent="0">
              <a:buNone/>
              <a:defRPr sz="1000"/>
            </a:lvl3pPr>
            <a:lvl4pPr marL="1371237" indent="0">
              <a:buNone/>
              <a:defRPr sz="900"/>
            </a:lvl4pPr>
            <a:lvl5pPr marL="1828316" indent="0">
              <a:buNone/>
              <a:defRPr sz="900"/>
            </a:lvl5pPr>
            <a:lvl6pPr marL="2285394" indent="0">
              <a:buNone/>
              <a:defRPr sz="900"/>
            </a:lvl6pPr>
            <a:lvl7pPr marL="2742474" indent="0">
              <a:buNone/>
              <a:defRPr sz="900"/>
            </a:lvl7pPr>
            <a:lvl8pPr marL="3199554" indent="0">
              <a:buNone/>
              <a:defRPr sz="900"/>
            </a:lvl8pPr>
            <a:lvl9pPr marL="3656632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331F5-2879-468E-9980-B3F6634319A7}" type="slidenum"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1820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28601"/>
            <a:ext cx="6400800" cy="51435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3" y="857252"/>
            <a:ext cx="7223248" cy="2985129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80" indent="0">
              <a:buNone/>
              <a:defRPr sz="2800"/>
            </a:lvl2pPr>
            <a:lvl3pPr marL="914159" indent="0">
              <a:buNone/>
              <a:defRPr sz="2400"/>
            </a:lvl3pPr>
            <a:lvl4pPr marL="1371237" indent="0">
              <a:buNone/>
              <a:defRPr sz="2000"/>
            </a:lvl4pPr>
            <a:lvl5pPr marL="1828316" indent="0">
              <a:buNone/>
              <a:defRPr sz="2000"/>
            </a:lvl5pPr>
            <a:lvl6pPr marL="2285394" indent="0">
              <a:buNone/>
              <a:defRPr sz="2000"/>
            </a:lvl6pPr>
            <a:lvl7pPr marL="2742474" indent="0">
              <a:buNone/>
              <a:defRPr sz="2000"/>
            </a:lvl7pPr>
            <a:lvl8pPr marL="3199554" indent="0">
              <a:buNone/>
              <a:defRPr sz="2000"/>
            </a:lvl8pPr>
            <a:lvl9pPr marL="3656632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1" y="4057836"/>
            <a:ext cx="5657888" cy="603647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080" indent="0" algn="r">
              <a:buNone/>
              <a:defRPr sz="1200" b="0"/>
            </a:lvl2pPr>
            <a:lvl3pPr marL="914159" indent="0" algn="r">
              <a:buNone/>
              <a:defRPr sz="1200" b="0"/>
            </a:lvl3pPr>
            <a:lvl4pPr marL="1371237" indent="0" algn="r">
              <a:buNone/>
              <a:defRPr sz="1200" b="0"/>
            </a:lvl4pPr>
            <a:lvl5pPr marL="1828316" indent="0" algn="r">
              <a:buNone/>
              <a:defRPr sz="1200" b="0"/>
            </a:lvl5pPr>
            <a:lvl6pPr marL="2285394" indent="0">
              <a:buNone/>
              <a:defRPr sz="900"/>
            </a:lvl6pPr>
            <a:lvl7pPr marL="2742474" indent="0">
              <a:buNone/>
              <a:defRPr sz="900"/>
            </a:lvl7pPr>
            <a:lvl8pPr marL="3199554" indent="0">
              <a:buNone/>
              <a:defRPr sz="900"/>
            </a:lvl8pPr>
            <a:lvl9pPr marL="3656632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946BD3-3C97-4506-BD63-CAC4B6A954E3}" type="slidenum"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34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7200" y="1058652"/>
            <a:ext cx="8229600" cy="13097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3F9407-4AFF-4048-9C6D-42BC42D8BBA5}" type="slidenum"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5294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7" y="206071"/>
            <a:ext cx="1471594" cy="45089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071"/>
            <a:ext cx="6686568" cy="45089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5CDD5-8E87-4823-A60A-627BB3975204}" type="slidenum"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0825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653" y="1597584"/>
            <a:ext cx="7772694" cy="110308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344" y="2914651"/>
            <a:ext cx="6401389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07295" indent="0" algn="ctr">
              <a:buNone/>
              <a:defRPr/>
            </a:lvl2pPr>
            <a:lvl3pPr marL="614589" indent="0" algn="ctr">
              <a:buNone/>
              <a:defRPr/>
            </a:lvl3pPr>
            <a:lvl4pPr marL="921883" indent="0" algn="ctr">
              <a:buNone/>
              <a:defRPr/>
            </a:lvl4pPr>
            <a:lvl5pPr marL="1229176" indent="0" algn="ctr">
              <a:buNone/>
              <a:defRPr/>
            </a:lvl5pPr>
            <a:lvl6pPr marL="1536472" indent="0" algn="ctr">
              <a:buNone/>
              <a:defRPr/>
            </a:lvl6pPr>
            <a:lvl7pPr marL="1843765" indent="0" algn="ctr">
              <a:buNone/>
              <a:defRPr/>
            </a:lvl7pPr>
            <a:lvl8pPr marL="2151059" indent="0" algn="ctr">
              <a:buNone/>
              <a:defRPr/>
            </a:lvl8pPr>
            <a:lvl9pPr marL="2458353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EA5B2D-CC20-455F-BFD3-CBA4E316E41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969218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2B5E4-FFC8-45A7-BAE8-FC25C853DAA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942254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1946" y="3305630"/>
            <a:ext cx="7772694" cy="1021443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1946" y="2179870"/>
            <a:ext cx="7772694" cy="1125764"/>
          </a:xfrm>
        </p:spPr>
        <p:txBody>
          <a:bodyPr anchor="b"/>
          <a:lstStyle>
            <a:lvl1pPr marL="0" indent="0">
              <a:buNone/>
              <a:defRPr sz="1300"/>
            </a:lvl1pPr>
            <a:lvl2pPr marL="307295" indent="0">
              <a:buNone/>
              <a:defRPr sz="1200"/>
            </a:lvl2pPr>
            <a:lvl3pPr marL="614589" indent="0">
              <a:buNone/>
              <a:defRPr sz="1100"/>
            </a:lvl3pPr>
            <a:lvl4pPr marL="921883" indent="0">
              <a:buNone/>
              <a:defRPr sz="900"/>
            </a:lvl4pPr>
            <a:lvl5pPr marL="1229176" indent="0">
              <a:buNone/>
              <a:defRPr sz="900"/>
            </a:lvl5pPr>
            <a:lvl6pPr marL="1536472" indent="0">
              <a:buNone/>
              <a:defRPr sz="900"/>
            </a:lvl6pPr>
            <a:lvl7pPr marL="1843765" indent="0">
              <a:buNone/>
              <a:defRPr sz="900"/>
            </a:lvl7pPr>
            <a:lvl8pPr marL="2151059" indent="0">
              <a:buNone/>
              <a:defRPr sz="900"/>
            </a:lvl8pPr>
            <a:lvl9pPr marL="2458353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58403C-496B-4B9C-9398-4F1AE5F61A7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036294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175" y="1200156"/>
            <a:ext cx="4067815" cy="339452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9085" y="1200156"/>
            <a:ext cx="4067814" cy="339452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A59055-562C-4631-A6F0-A5329E26CD1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81331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04" y="205922"/>
            <a:ext cx="8229796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104" y="1151184"/>
            <a:ext cx="4040350" cy="479879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7295" indent="0">
              <a:buNone/>
              <a:defRPr sz="1300" b="1"/>
            </a:lvl2pPr>
            <a:lvl3pPr marL="614589" indent="0">
              <a:buNone/>
              <a:defRPr sz="1200" b="1"/>
            </a:lvl3pPr>
            <a:lvl4pPr marL="921883" indent="0">
              <a:buNone/>
              <a:defRPr sz="1100" b="1"/>
            </a:lvl4pPr>
            <a:lvl5pPr marL="1229176" indent="0">
              <a:buNone/>
              <a:defRPr sz="1100" b="1"/>
            </a:lvl5pPr>
            <a:lvl6pPr marL="1536472" indent="0">
              <a:buNone/>
              <a:defRPr sz="1100" b="1"/>
            </a:lvl6pPr>
            <a:lvl7pPr marL="1843765" indent="0">
              <a:buNone/>
              <a:defRPr sz="1100" b="1"/>
            </a:lvl7pPr>
            <a:lvl8pPr marL="2151059" indent="0">
              <a:buNone/>
              <a:defRPr sz="1100" b="1"/>
            </a:lvl8pPr>
            <a:lvl9pPr marL="2458353" indent="0">
              <a:buNone/>
              <a:defRPr sz="11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104" y="1631049"/>
            <a:ext cx="4040350" cy="2963636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14" y="1151184"/>
            <a:ext cx="4042311" cy="479879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7295" indent="0">
              <a:buNone/>
              <a:defRPr sz="1300" b="1"/>
            </a:lvl2pPr>
            <a:lvl3pPr marL="614589" indent="0">
              <a:buNone/>
              <a:defRPr sz="1200" b="1"/>
            </a:lvl3pPr>
            <a:lvl4pPr marL="921883" indent="0">
              <a:buNone/>
              <a:defRPr sz="1100" b="1"/>
            </a:lvl4pPr>
            <a:lvl5pPr marL="1229176" indent="0">
              <a:buNone/>
              <a:defRPr sz="1100" b="1"/>
            </a:lvl5pPr>
            <a:lvl6pPr marL="1536472" indent="0">
              <a:buNone/>
              <a:defRPr sz="1100" b="1"/>
            </a:lvl6pPr>
            <a:lvl7pPr marL="1843765" indent="0">
              <a:buNone/>
              <a:defRPr sz="1100" b="1"/>
            </a:lvl7pPr>
            <a:lvl8pPr marL="2151059" indent="0">
              <a:buNone/>
              <a:defRPr sz="1100" b="1"/>
            </a:lvl8pPr>
            <a:lvl9pPr marL="2458353" indent="0">
              <a:buNone/>
              <a:defRPr sz="11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14" y="1631049"/>
            <a:ext cx="4042311" cy="2963636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4F6EC9-D9C0-4673-9843-54E84D02561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42495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71EE6-39F6-4D6D-A085-1A7E9A0F8F0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765147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F1B1E6-3986-4EBB-B32D-9B8F3E98B03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293104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80" y="205194"/>
            <a:ext cx="3008437" cy="87176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01" y="205192"/>
            <a:ext cx="5111498" cy="4389665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180" y="1076784"/>
            <a:ext cx="3008437" cy="3517900"/>
          </a:xfrm>
        </p:spPr>
        <p:txBody>
          <a:bodyPr/>
          <a:lstStyle>
            <a:lvl1pPr marL="0" indent="0">
              <a:buNone/>
              <a:defRPr sz="900"/>
            </a:lvl1pPr>
            <a:lvl2pPr marL="307295" indent="0">
              <a:buNone/>
              <a:defRPr sz="800"/>
            </a:lvl2pPr>
            <a:lvl3pPr marL="614589" indent="0">
              <a:buNone/>
              <a:defRPr sz="700"/>
            </a:lvl3pPr>
            <a:lvl4pPr marL="921883" indent="0">
              <a:buNone/>
              <a:defRPr sz="600"/>
            </a:lvl4pPr>
            <a:lvl5pPr marL="1229176" indent="0">
              <a:buNone/>
              <a:defRPr sz="600"/>
            </a:lvl5pPr>
            <a:lvl6pPr marL="1536472" indent="0">
              <a:buNone/>
              <a:defRPr sz="600"/>
            </a:lvl6pPr>
            <a:lvl7pPr marL="1843765" indent="0">
              <a:buNone/>
              <a:defRPr sz="600"/>
            </a:lvl7pPr>
            <a:lvl8pPr marL="2151059" indent="0">
              <a:buNone/>
              <a:defRPr sz="600"/>
            </a:lvl8pPr>
            <a:lvl9pPr marL="2458353" indent="0">
              <a:buNone/>
              <a:defRPr sz="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E8E4D-D065-42BA-A804-FE0305C1BBC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411794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17" y="3600553"/>
            <a:ext cx="5486204" cy="42545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17" y="459922"/>
            <a:ext cx="5486204" cy="3086100"/>
          </a:xfrm>
        </p:spPr>
        <p:txBody>
          <a:bodyPr/>
          <a:lstStyle>
            <a:lvl1pPr marL="0" indent="0">
              <a:buNone/>
              <a:defRPr sz="2200"/>
            </a:lvl1pPr>
            <a:lvl2pPr marL="307295" indent="0">
              <a:buNone/>
              <a:defRPr sz="1900"/>
            </a:lvl2pPr>
            <a:lvl3pPr marL="614589" indent="0">
              <a:buNone/>
              <a:defRPr sz="1600"/>
            </a:lvl3pPr>
            <a:lvl4pPr marL="921883" indent="0">
              <a:buNone/>
              <a:defRPr sz="1300"/>
            </a:lvl4pPr>
            <a:lvl5pPr marL="1229176" indent="0">
              <a:buNone/>
              <a:defRPr sz="1300"/>
            </a:lvl5pPr>
            <a:lvl6pPr marL="1536472" indent="0">
              <a:buNone/>
              <a:defRPr sz="1300"/>
            </a:lvl6pPr>
            <a:lvl7pPr marL="1843765" indent="0">
              <a:buNone/>
              <a:defRPr sz="1300"/>
            </a:lvl7pPr>
            <a:lvl8pPr marL="2151059" indent="0">
              <a:buNone/>
              <a:defRPr sz="1300"/>
            </a:lvl8pPr>
            <a:lvl9pPr marL="2458353" indent="0">
              <a:buNone/>
              <a:defRPr sz="13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17" y="4026087"/>
            <a:ext cx="5486204" cy="603251"/>
          </a:xfrm>
        </p:spPr>
        <p:txBody>
          <a:bodyPr/>
          <a:lstStyle>
            <a:lvl1pPr marL="0" indent="0">
              <a:buNone/>
              <a:defRPr sz="900"/>
            </a:lvl1pPr>
            <a:lvl2pPr marL="307295" indent="0">
              <a:buNone/>
              <a:defRPr sz="800"/>
            </a:lvl2pPr>
            <a:lvl3pPr marL="614589" indent="0">
              <a:buNone/>
              <a:defRPr sz="700"/>
            </a:lvl3pPr>
            <a:lvl4pPr marL="921883" indent="0">
              <a:buNone/>
              <a:defRPr sz="600"/>
            </a:lvl4pPr>
            <a:lvl5pPr marL="1229176" indent="0">
              <a:buNone/>
              <a:defRPr sz="600"/>
            </a:lvl5pPr>
            <a:lvl6pPr marL="1536472" indent="0">
              <a:buNone/>
              <a:defRPr sz="600"/>
            </a:lvl6pPr>
            <a:lvl7pPr marL="1843765" indent="0">
              <a:buNone/>
              <a:defRPr sz="600"/>
            </a:lvl7pPr>
            <a:lvl8pPr marL="2151059" indent="0">
              <a:buNone/>
              <a:defRPr sz="600"/>
            </a:lvl8pPr>
            <a:lvl9pPr marL="2458353" indent="0">
              <a:buNone/>
              <a:defRPr sz="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4F25C4-10B2-45AC-8AED-20B97A556B6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1914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BD11C-5186-43B0-85BA-4E2B866BD5C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5514250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941" y="206923"/>
            <a:ext cx="2056958" cy="43878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5" y="206923"/>
            <a:ext cx="6078671" cy="43878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05BE9-4053-4E4D-AEE4-C6EDD85903F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392531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653" y="1597581"/>
            <a:ext cx="7772694" cy="110308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344" y="2914651"/>
            <a:ext cx="6401389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07376" indent="0" algn="ctr">
              <a:buNone/>
              <a:defRPr/>
            </a:lvl2pPr>
            <a:lvl3pPr marL="614751" indent="0" algn="ctr">
              <a:buNone/>
              <a:defRPr/>
            </a:lvl3pPr>
            <a:lvl4pPr marL="922127" indent="0" algn="ctr">
              <a:buNone/>
              <a:defRPr/>
            </a:lvl4pPr>
            <a:lvl5pPr marL="1229502" indent="0" algn="ctr">
              <a:buNone/>
              <a:defRPr/>
            </a:lvl5pPr>
            <a:lvl6pPr marL="1536878" indent="0" algn="ctr">
              <a:buNone/>
              <a:defRPr/>
            </a:lvl6pPr>
            <a:lvl7pPr marL="1844253" indent="0" algn="ctr">
              <a:buNone/>
              <a:defRPr/>
            </a:lvl7pPr>
            <a:lvl8pPr marL="2151629" indent="0" algn="ctr">
              <a:buNone/>
              <a:defRPr/>
            </a:lvl8pPr>
            <a:lvl9pPr marL="2459004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B46556-4439-415C-A8DE-A617A81E77D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12902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46670D-71AA-43DB-9348-1C9D60A18E2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273742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1946" y="3305630"/>
            <a:ext cx="7772694" cy="1021443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1946" y="2179870"/>
            <a:ext cx="7772694" cy="1125764"/>
          </a:xfrm>
        </p:spPr>
        <p:txBody>
          <a:bodyPr anchor="b"/>
          <a:lstStyle>
            <a:lvl1pPr marL="0" indent="0">
              <a:buNone/>
              <a:defRPr sz="1300"/>
            </a:lvl1pPr>
            <a:lvl2pPr marL="307376" indent="0">
              <a:buNone/>
              <a:defRPr sz="1200"/>
            </a:lvl2pPr>
            <a:lvl3pPr marL="614751" indent="0">
              <a:buNone/>
              <a:defRPr sz="1100"/>
            </a:lvl3pPr>
            <a:lvl4pPr marL="922127" indent="0">
              <a:buNone/>
              <a:defRPr sz="900"/>
            </a:lvl4pPr>
            <a:lvl5pPr marL="1229502" indent="0">
              <a:buNone/>
              <a:defRPr sz="900"/>
            </a:lvl5pPr>
            <a:lvl6pPr marL="1536878" indent="0">
              <a:buNone/>
              <a:defRPr sz="900"/>
            </a:lvl6pPr>
            <a:lvl7pPr marL="1844253" indent="0">
              <a:buNone/>
              <a:defRPr sz="900"/>
            </a:lvl7pPr>
            <a:lvl8pPr marL="2151629" indent="0">
              <a:buNone/>
              <a:defRPr sz="900"/>
            </a:lvl8pPr>
            <a:lvl9pPr marL="2459004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6573B-82D3-4E39-AD1F-D60D28FC589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254945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175" y="1200156"/>
            <a:ext cx="4067815" cy="339452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9084" y="1200156"/>
            <a:ext cx="4067814" cy="339452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1B6BAF-F961-4698-BD9F-B58F29F2CDC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935882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04" y="205922"/>
            <a:ext cx="8229796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104" y="1151184"/>
            <a:ext cx="4040350" cy="479879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7376" indent="0">
              <a:buNone/>
              <a:defRPr sz="1300" b="1"/>
            </a:lvl2pPr>
            <a:lvl3pPr marL="614751" indent="0">
              <a:buNone/>
              <a:defRPr sz="1200" b="1"/>
            </a:lvl3pPr>
            <a:lvl4pPr marL="922127" indent="0">
              <a:buNone/>
              <a:defRPr sz="1100" b="1"/>
            </a:lvl4pPr>
            <a:lvl5pPr marL="1229502" indent="0">
              <a:buNone/>
              <a:defRPr sz="1100" b="1"/>
            </a:lvl5pPr>
            <a:lvl6pPr marL="1536878" indent="0">
              <a:buNone/>
              <a:defRPr sz="1100" b="1"/>
            </a:lvl6pPr>
            <a:lvl7pPr marL="1844253" indent="0">
              <a:buNone/>
              <a:defRPr sz="1100" b="1"/>
            </a:lvl7pPr>
            <a:lvl8pPr marL="2151629" indent="0">
              <a:buNone/>
              <a:defRPr sz="1100" b="1"/>
            </a:lvl8pPr>
            <a:lvl9pPr marL="2459004" indent="0">
              <a:buNone/>
              <a:defRPr sz="11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104" y="1631049"/>
            <a:ext cx="4040350" cy="2963636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14" y="1151184"/>
            <a:ext cx="4042311" cy="479879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7376" indent="0">
              <a:buNone/>
              <a:defRPr sz="1300" b="1"/>
            </a:lvl2pPr>
            <a:lvl3pPr marL="614751" indent="0">
              <a:buNone/>
              <a:defRPr sz="1200" b="1"/>
            </a:lvl3pPr>
            <a:lvl4pPr marL="922127" indent="0">
              <a:buNone/>
              <a:defRPr sz="1100" b="1"/>
            </a:lvl4pPr>
            <a:lvl5pPr marL="1229502" indent="0">
              <a:buNone/>
              <a:defRPr sz="1100" b="1"/>
            </a:lvl5pPr>
            <a:lvl6pPr marL="1536878" indent="0">
              <a:buNone/>
              <a:defRPr sz="1100" b="1"/>
            </a:lvl6pPr>
            <a:lvl7pPr marL="1844253" indent="0">
              <a:buNone/>
              <a:defRPr sz="1100" b="1"/>
            </a:lvl7pPr>
            <a:lvl8pPr marL="2151629" indent="0">
              <a:buNone/>
              <a:defRPr sz="1100" b="1"/>
            </a:lvl8pPr>
            <a:lvl9pPr marL="2459004" indent="0">
              <a:buNone/>
              <a:defRPr sz="11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14" y="1631049"/>
            <a:ext cx="4042311" cy="2963636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A2B93-2B70-4C19-8EBA-E242D69DA7A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510267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A31EC4-9048-4A3F-9C41-D2770C3453E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03966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2ABF47-393F-43E4-B562-80EF0DB1498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8300875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80" y="205194"/>
            <a:ext cx="3008437" cy="87176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01" y="205192"/>
            <a:ext cx="5111498" cy="4389665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180" y="1076784"/>
            <a:ext cx="3008437" cy="3517900"/>
          </a:xfrm>
        </p:spPr>
        <p:txBody>
          <a:bodyPr/>
          <a:lstStyle>
            <a:lvl1pPr marL="0" indent="0">
              <a:buNone/>
              <a:defRPr sz="900"/>
            </a:lvl1pPr>
            <a:lvl2pPr marL="307376" indent="0">
              <a:buNone/>
              <a:defRPr sz="800"/>
            </a:lvl2pPr>
            <a:lvl3pPr marL="614751" indent="0">
              <a:buNone/>
              <a:defRPr sz="700"/>
            </a:lvl3pPr>
            <a:lvl4pPr marL="922127" indent="0">
              <a:buNone/>
              <a:defRPr sz="600"/>
            </a:lvl4pPr>
            <a:lvl5pPr marL="1229502" indent="0">
              <a:buNone/>
              <a:defRPr sz="600"/>
            </a:lvl5pPr>
            <a:lvl6pPr marL="1536878" indent="0">
              <a:buNone/>
              <a:defRPr sz="600"/>
            </a:lvl6pPr>
            <a:lvl7pPr marL="1844253" indent="0">
              <a:buNone/>
              <a:defRPr sz="600"/>
            </a:lvl7pPr>
            <a:lvl8pPr marL="2151629" indent="0">
              <a:buNone/>
              <a:defRPr sz="600"/>
            </a:lvl8pPr>
            <a:lvl9pPr marL="2459004" indent="0">
              <a:buNone/>
              <a:defRPr sz="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478B3-2A06-49AD-B847-6BE89B648B0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320246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17" y="3600553"/>
            <a:ext cx="5486204" cy="42545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17" y="459922"/>
            <a:ext cx="5486204" cy="3086100"/>
          </a:xfrm>
        </p:spPr>
        <p:txBody>
          <a:bodyPr/>
          <a:lstStyle>
            <a:lvl1pPr marL="0" indent="0">
              <a:buNone/>
              <a:defRPr sz="2200"/>
            </a:lvl1pPr>
            <a:lvl2pPr marL="307376" indent="0">
              <a:buNone/>
              <a:defRPr sz="1900"/>
            </a:lvl2pPr>
            <a:lvl3pPr marL="614751" indent="0">
              <a:buNone/>
              <a:defRPr sz="1600"/>
            </a:lvl3pPr>
            <a:lvl4pPr marL="922127" indent="0">
              <a:buNone/>
              <a:defRPr sz="1300"/>
            </a:lvl4pPr>
            <a:lvl5pPr marL="1229502" indent="0">
              <a:buNone/>
              <a:defRPr sz="1300"/>
            </a:lvl5pPr>
            <a:lvl6pPr marL="1536878" indent="0">
              <a:buNone/>
              <a:defRPr sz="1300"/>
            </a:lvl6pPr>
            <a:lvl7pPr marL="1844253" indent="0">
              <a:buNone/>
              <a:defRPr sz="1300"/>
            </a:lvl7pPr>
            <a:lvl8pPr marL="2151629" indent="0">
              <a:buNone/>
              <a:defRPr sz="1300"/>
            </a:lvl8pPr>
            <a:lvl9pPr marL="2459004" indent="0">
              <a:buNone/>
              <a:defRPr sz="13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17" y="4026087"/>
            <a:ext cx="5486204" cy="603251"/>
          </a:xfrm>
        </p:spPr>
        <p:txBody>
          <a:bodyPr/>
          <a:lstStyle>
            <a:lvl1pPr marL="0" indent="0">
              <a:buNone/>
              <a:defRPr sz="900"/>
            </a:lvl1pPr>
            <a:lvl2pPr marL="307376" indent="0">
              <a:buNone/>
              <a:defRPr sz="800"/>
            </a:lvl2pPr>
            <a:lvl3pPr marL="614751" indent="0">
              <a:buNone/>
              <a:defRPr sz="700"/>
            </a:lvl3pPr>
            <a:lvl4pPr marL="922127" indent="0">
              <a:buNone/>
              <a:defRPr sz="600"/>
            </a:lvl4pPr>
            <a:lvl5pPr marL="1229502" indent="0">
              <a:buNone/>
              <a:defRPr sz="600"/>
            </a:lvl5pPr>
            <a:lvl6pPr marL="1536878" indent="0">
              <a:buNone/>
              <a:defRPr sz="600"/>
            </a:lvl6pPr>
            <a:lvl7pPr marL="1844253" indent="0">
              <a:buNone/>
              <a:defRPr sz="600"/>
            </a:lvl7pPr>
            <a:lvl8pPr marL="2151629" indent="0">
              <a:buNone/>
              <a:defRPr sz="600"/>
            </a:lvl8pPr>
            <a:lvl9pPr marL="2459004" indent="0">
              <a:buNone/>
              <a:defRPr sz="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C262AF-0335-44B7-9AF7-FFC41D3B642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514437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6C3215-A5E6-494B-8D26-CB80A4F74B4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906757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941" y="206923"/>
            <a:ext cx="2056958" cy="43878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5" y="206923"/>
            <a:ext cx="6078671" cy="43878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80107-4CF3-44CA-A651-D784B52B1A5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397050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653" y="1597584"/>
            <a:ext cx="7772694" cy="110308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344" y="2914651"/>
            <a:ext cx="6401389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07322" indent="0" algn="ctr">
              <a:buNone/>
              <a:defRPr/>
            </a:lvl2pPr>
            <a:lvl3pPr marL="614643" indent="0" algn="ctr">
              <a:buNone/>
              <a:defRPr/>
            </a:lvl3pPr>
            <a:lvl4pPr marL="921964" indent="0" algn="ctr">
              <a:buNone/>
              <a:defRPr/>
            </a:lvl4pPr>
            <a:lvl5pPr marL="1229284" indent="0" algn="ctr">
              <a:buNone/>
              <a:defRPr/>
            </a:lvl5pPr>
            <a:lvl6pPr marL="1536608" indent="0" algn="ctr">
              <a:buNone/>
              <a:defRPr/>
            </a:lvl6pPr>
            <a:lvl7pPr marL="1843927" indent="0" algn="ctr">
              <a:buNone/>
              <a:defRPr/>
            </a:lvl7pPr>
            <a:lvl8pPr marL="2151249" indent="0" algn="ctr">
              <a:buNone/>
              <a:defRPr/>
            </a:lvl8pPr>
            <a:lvl9pPr marL="245857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E52F21-5CC5-4212-BBEC-A56766F4FBE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2383272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74832-7563-48A2-A06D-408C2479931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4450296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1946" y="3305630"/>
            <a:ext cx="7772694" cy="1021443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1946" y="2179870"/>
            <a:ext cx="7772694" cy="1125764"/>
          </a:xfrm>
        </p:spPr>
        <p:txBody>
          <a:bodyPr anchor="b"/>
          <a:lstStyle>
            <a:lvl1pPr marL="0" indent="0">
              <a:buNone/>
              <a:defRPr sz="1300"/>
            </a:lvl1pPr>
            <a:lvl2pPr marL="307322" indent="0">
              <a:buNone/>
              <a:defRPr sz="1200"/>
            </a:lvl2pPr>
            <a:lvl3pPr marL="614643" indent="0">
              <a:buNone/>
              <a:defRPr sz="1100"/>
            </a:lvl3pPr>
            <a:lvl4pPr marL="921964" indent="0">
              <a:buNone/>
              <a:defRPr sz="900"/>
            </a:lvl4pPr>
            <a:lvl5pPr marL="1229284" indent="0">
              <a:buNone/>
              <a:defRPr sz="900"/>
            </a:lvl5pPr>
            <a:lvl6pPr marL="1536608" indent="0">
              <a:buNone/>
              <a:defRPr sz="900"/>
            </a:lvl6pPr>
            <a:lvl7pPr marL="1843927" indent="0">
              <a:buNone/>
              <a:defRPr sz="900"/>
            </a:lvl7pPr>
            <a:lvl8pPr marL="2151249" indent="0">
              <a:buNone/>
              <a:defRPr sz="900"/>
            </a:lvl8pPr>
            <a:lvl9pPr marL="245857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9A7032-9580-4384-BF2B-618103D3308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991732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175" y="1200156"/>
            <a:ext cx="4067815" cy="339452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9085" y="1200156"/>
            <a:ext cx="4067814" cy="339452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A4BA18-B861-47BD-96A2-E5904E8E078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32946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04" y="205922"/>
            <a:ext cx="8229796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104" y="1151184"/>
            <a:ext cx="4040350" cy="479879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7322" indent="0">
              <a:buNone/>
              <a:defRPr sz="1300" b="1"/>
            </a:lvl2pPr>
            <a:lvl3pPr marL="614643" indent="0">
              <a:buNone/>
              <a:defRPr sz="1200" b="1"/>
            </a:lvl3pPr>
            <a:lvl4pPr marL="921964" indent="0">
              <a:buNone/>
              <a:defRPr sz="1100" b="1"/>
            </a:lvl4pPr>
            <a:lvl5pPr marL="1229284" indent="0">
              <a:buNone/>
              <a:defRPr sz="1100" b="1"/>
            </a:lvl5pPr>
            <a:lvl6pPr marL="1536608" indent="0">
              <a:buNone/>
              <a:defRPr sz="1100" b="1"/>
            </a:lvl6pPr>
            <a:lvl7pPr marL="1843927" indent="0">
              <a:buNone/>
              <a:defRPr sz="1100" b="1"/>
            </a:lvl7pPr>
            <a:lvl8pPr marL="2151249" indent="0">
              <a:buNone/>
              <a:defRPr sz="1100" b="1"/>
            </a:lvl8pPr>
            <a:lvl9pPr marL="2458570" indent="0">
              <a:buNone/>
              <a:defRPr sz="11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104" y="1631049"/>
            <a:ext cx="4040350" cy="2963636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14" y="1151184"/>
            <a:ext cx="4042311" cy="479879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7322" indent="0">
              <a:buNone/>
              <a:defRPr sz="1300" b="1"/>
            </a:lvl2pPr>
            <a:lvl3pPr marL="614643" indent="0">
              <a:buNone/>
              <a:defRPr sz="1200" b="1"/>
            </a:lvl3pPr>
            <a:lvl4pPr marL="921964" indent="0">
              <a:buNone/>
              <a:defRPr sz="1100" b="1"/>
            </a:lvl4pPr>
            <a:lvl5pPr marL="1229284" indent="0">
              <a:buNone/>
              <a:defRPr sz="1100" b="1"/>
            </a:lvl5pPr>
            <a:lvl6pPr marL="1536608" indent="0">
              <a:buNone/>
              <a:defRPr sz="1100" b="1"/>
            </a:lvl6pPr>
            <a:lvl7pPr marL="1843927" indent="0">
              <a:buNone/>
              <a:defRPr sz="1100" b="1"/>
            </a:lvl7pPr>
            <a:lvl8pPr marL="2151249" indent="0">
              <a:buNone/>
              <a:defRPr sz="1100" b="1"/>
            </a:lvl8pPr>
            <a:lvl9pPr marL="2458570" indent="0">
              <a:buNone/>
              <a:defRPr sz="11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14" y="1631049"/>
            <a:ext cx="4042311" cy="2963636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6555D-C1A6-4876-983B-101BEB00206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995061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52324B-48E9-4F3C-A700-B1D45C09183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9826063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F5184C-7572-4034-84BF-72D2D628F50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0730485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80" y="205193"/>
            <a:ext cx="3008437" cy="87176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01" y="205191"/>
            <a:ext cx="5111498" cy="4389665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180" y="1076784"/>
            <a:ext cx="3008437" cy="3517900"/>
          </a:xfrm>
        </p:spPr>
        <p:txBody>
          <a:bodyPr/>
          <a:lstStyle>
            <a:lvl1pPr marL="0" indent="0">
              <a:buNone/>
              <a:defRPr sz="900"/>
            </a:lvl1pPr>
            <a:lvl2pPr marL="307322" indent="0">
              <a:buNone/>
              <a:defRPr sz="800"/>
            </a:lvl2pPr>
            <a:lvl3pPr marL="614643" indent="0">
              <a:buNone/>
              <a:defRPr sz="700"/>
            </a:lvl3pPr>
            <a:lvl4pPr marL="921964" indent="0">
              <a:buNone/>
              <a:defRPr sz="600"/>
            </a:lvl4pPr>
            <a:lvl5pPr marL="1229284" indent="0">
              <a:buNone/>
              <a:defRPr sz="600"/>
            </a:lvl5pPr>
            <a:lvl6pPr marL="1536608" indent="0">
              <a:buNone/>
              <a:defRPr sz="600"/>
            </a:lvl6pPr>
            <a:lvl7pPr marL="1843927" indent="0">
              <a:buNone/>
              <a:defRPr sz="600"/>
            </a:lvl7pPr>
            <a:lvl8pPr marL="2151249" indent="0">
              <a:buNone/>
              <a:defRPr sz="600"/>
            </a:lvl8pPr>
            <a:lvl9pPr marL="2458570" indent="0">
              <a:buNone/>
              <a:defRPr sz="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AE64EF-629D-47CE-AA1F-356995F3658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754114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17" y="3600553"/>
            <a:ext cx="5486204" cy="42545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17" y="459922"/>
            <a:ext cx="5486204" cy="3086100"/>
          </a:xfrm>
        </p:spPr>
        <p:txBody>
          <a:bodyPr/>
          <a:lstStyle>
            <a:lvl1pPr marL="0" indent="0">
              <a:buNone/>
              <a:defRPr sz="2200"/>
            </a:lvl1pPr>
            <a:lvl2pPr marL="307322" indent="0">
              <a:buNone/>
              <a:defRPr sz="1900"/>
            </a:lvl2pPr>
            <a:lvl3pPr marL="614643" indent="0">
              <a:buNone/>
              <a:defRPr sz="1600"/>
            </a:lvl3pPr>
            <a:lvl4pPr marL="921964" indent="0">
              <a:buNone/>
              <a:defRPr sz="1300"/>
            </a:lvl4pPr>
            <a:lvl5pPr marL="1229284" indent="0">
              <a:buNone/>
              <a:defRPr sz="1300"/>
            </a:lvl5pPr>
            <a:lvl6pPr marL="1536608" indent="0">
              <a:buNone/>
              <a:defRPr sz="1300"/>
            </a:lvl6pPr>
            <a:lvl7pPr marL="1843927" indent="0">
              <a:buNone/>
              <a:defRPr sz="1300"/>
            </a:lvl7pPr>
            <a:lvl8pPr marL="2151249" indent="0">
              <a:buNone/>
              <a:defRPr sz="1300"/>
            </a:lvl8pPr>
            <a:lvl9pPr marL="2458570" indent="0">
              <a:buNone/>
              <a:defRPr sz="13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17" y="4026086"/>
            <a:ext cx="5486204" cy="603251"/>
          </a:xfrm>
        </p:spPr>
        <p:txBody>
          <a:bodyPr/>
          <a:lstStyle>
            <a:lvl1pPr marL="0" indent="0">
              <a:buNone/>
              <a:defRPr sz="900"/>
            </a:lvl1pPr>
            <a:lvl2pPr marL="307322" indent="0">
              <a:buNone/>
              <a:defRPr sz="800"/>
            </a:lvl2pPr>
            <a:lvl3pPr marL="614643" indent="0">
              <a:buNone/>
              <a:defRPr sz="700"/>
            </a:lvl3pPr>
            <a:lvl4pPr marL="921964" indent="0">
              <a:buNone/>
              <a:defRPr sz="600"/>
            </a:lvl4pPr>
            <a:lvl5pPr marL="1229284" indent="0">
              <a:buNone/>
              <a:defRPr sz="600"/>
            </a:lvl5pPr>
            <a:lvl6pPr marL="1536608" indent="0">
              <a:buNone/>
              <a:defRPr sz="600"/>
            </a:lvl6pPr>
            <a:lvl7pPr marL="1843927" indent="0">
              <a:buNone/>
              <a:defRPr sz="600"/>
            </a:lvl7pPr>
            <a:lvl8pPr marL="2151249" indent="0">
              <a:buNone/>
              <a:defRPr sz="600"/>
            </a:lvl8pPr>
            <a:lvl9pPr marL="2458570" indent="0">
              <a:buNone/>
              <a:defRPr sz="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3AAE0-44CA-4CE8-8A30-9F1A2EB0C18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548074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C3BCF-8AD9-4632-91C8-8804D06D052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5284493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941" y="206923"/>
            <a:ext cx="2056958" cy="43878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5" y="206923"/>
            <a:ext cx="6078671" cy="43878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B23CAF-70E4-4532-A10F-61AD2487A53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95905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0986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2518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192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36017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6300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7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7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7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17918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04583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3786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731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83165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731"/>
            <a:ext cx="4629150" cy="36552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6100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48459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273920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94" y="273920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84040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00348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3567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4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180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51797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81641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7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7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7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94654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41438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77135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707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21002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707"/>
            <a:ext cx="4629150" cy="36552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69921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47379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273911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94" y="273911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37869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96668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2348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7" y="128243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7" y="3442171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31617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3371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7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7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7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28500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47013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36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701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12595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701"/>
            <a:ext cx="4629150" cy="36552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08173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97021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273905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94" y="273905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11278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12279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795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21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24661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78676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7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7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7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25686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61143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7171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86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57112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86"/>
            <a:ext cx="4629150" cy="36552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02760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45256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273860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83" y="273860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72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2017/6/29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6" tIns="45708" rIns="91416" bIns="4570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5"/>
            <a:ext cx="8229600" cy="339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021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021"/>
            <a:ext cx="2895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021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7D338A-3A26-4859-B687-4F09AFEDCECC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7865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90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08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15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237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316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3934" indent="-22854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014" indent="-22854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093" indent="-22854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5171" indent="-22854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0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59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37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16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94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474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54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32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009062"/>
            <a:ext cx="9144000" cy="13454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27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4800703"/>
            <a:ext cx="3200400" cy="213122"/>
          </a:xfrm>
          <a:prstGeom prst="rect">
            <a:avLst/>
          </a:prstGeom>
        </p:spPr>
        <p:txBody>
          <a:bodyPr vert="horz" lIns="91416" tIns="45708" rIns="91416" bIns="45708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4800703"/>
            <a:ext cx="3733800" cy="213122"/>
          </a:xfrm>
          <a:prstGeom prst="rect">
            <a:avLst/>
          </a:prstGeom>
        </p:spPr>
        <p:txBody>
          <a:bodyPr vert="horz" lIns="91416" tIns="45708" rIns="91416" bIns="45708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4800703"/>
            <a:ext cx="914400" cy="213122"/>
          </a:xfrm>
          <a:prstGeom prst="rect">
            <a:avLst/>
          </a:prstGeom>
          <a:noFill/>
        </p:spPr>
        <p:txBody>
          <a:bodyPr vert="horz" lIns="45708" tIns="45708" rIns="45708" bIns="45708" rtlCol="0" anchor="ctr"/>
          <a:lstStyle>
            <a:lvl1pPr algn="ctr" eaLnBrk="1" latinLnBrk="0" hangingPunct="1">
              <a:defRPr kumimoji="0" sz="1100" b="0" smtClean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8BC8EEB-8F37-4065-8F61-6491A7779200}" type="slidenum"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  <a:latin typeface="Arial" pitchFamily="34" charset="0"/>
                <a:ea typeface="宋体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dirty="0">
              <a:solidFill>
                <a:srgbClr val="2F2F2F">
                  <a:lumMod val="75000"/>
                  <a:lumOff val="25000"/>
                </a:srgbClr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78"/>
            <a:ext cx="9144000" cy="8096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27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微软雅黑" pitchFamily="34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微软雅黑" pitchFamily="34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微软雅黑" pitchFamily="34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微软雅黑" pitchFamily="34" charset="-122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1313" indent="-341313" algn="l" rtl="0" fontAlgn="base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itchFamily="18" charset="2"/>
        <a:buChar char="ß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fontAlgn="base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itchFamily="18" charset="2"/>
        <a:buChar char="Þ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fontAlgn="base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itchFamily="18" charset="2"/>
        <a:buChar char="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fontAlgn="base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itchFamily="18" charset="2"/>
        <a:buChar char="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fontAlgn="base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itchFamily="18" charset="2"/>
        <a:buChar char="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34" indent="-22854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14" indent="-22854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93" indent="-22854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71" indent="-22854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1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3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1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9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247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7169"/>
            <a:ext cx="82296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82" tIns="49142" rIns="98282" bIns="4914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5"/>
            <a:ext cx="8229600" cy="339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82" tIns="49142" rIns="98282" bIns="491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105"/>
            <a:ext cx="2133600" cy="355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82" tIns="49142" rIns="98282" bIns="49142" numCol="1" anchor="t" anchorCtr="0" compatLnSpc="1">
            <a:prstTxWarp prst="textNoShape">
              <a:avLst/>
            </a:prstTxWarp>
          </a:bodyPr>
          <a:lstStyle>
            <a:lvl1pPr defTabSz="982702">
              <a:defRPr sz="15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105"/>
            <a:ext cx="2895600" cy="355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82" tIns="49142" rIns="98282" bIns="49142" numCol="1" anchor="t" anchorCtr="0" compatLnSpc="1">
            <a:prstTxWarp prst="textNoShape">
              <a:avLst/>
            </a:prstTxWarp>
          </a:bodyPr>
          <a:lstStyle>
            <a:lvl1pPr algn="ctr" defTabSz="982702">
              <a:defRPr sz="15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105"/>
            <a:ext cx="2133600" cy="355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82" tIns="49142" rIns="98282" bIns="49142" numCol="1" anchor="t" anchorCtr="0" compatLnSpc="1">
            <a:prstTxWarp prst="textNoShape">
              <a:avLst/>
            </a:prstTxWarp>
          </a:bodyPr>
          <a:lstStyle>
            <a:lvl1pPr algn="r" defTabSz="982702">
              <a:defRPr sz="15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5B48E5-D635-4CFA-BD6E-A597E115536C}" type="slidenum">
              <a:rPr lang="en-US" altLang="zh-CN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dirty="0"/>
          </a:p>
        </p:txBody>
      </p:sp>
      <p:pic>
        <p:nvPicPr>
          <p:cNvPr id="8199" name="Picture 11" descr="谢谢观赏副本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3489" y="5205418"/>
            <a:ext cx="214312" cy="60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504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iming>
    <p:tnLst>
      <p:par>
        <p:cTn id="1" dur="indefinite" restart="never" nodeType="tmRoot"/>
      </p:par>
    </p:tnLst>
  </p:timing>
  <p:txStyles>
    <p:titleStyle>
      <a:lvl1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2pPr>
      <a:lvl3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3pPr>
      <a:lvl4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4pPr>
      <a:lvl5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5pPr>
      <a:lvl6pPr marL="307295" algn="ctr" defTabSz="982702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6pPr>
      <a:lvl7pPr marL="614589" algn="ctr" defTabSz="982702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7pPr>
      <a:lvl8pPr marL="921883" algn="ctr" defTabSz="982702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8pPr>
      <a:lvl9pPr marL="1229176" algn="ctr" defTabSz="982702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66713" indent="-366713" algn="l" defTabSz="982663" rtl="0" eaLnBrk="0" fontAlgn="base" hangingPunct="0">
        <a:spcBef>
          <a:spcPct val="20000"/>
        </a:spcBef>
        <a:spcAft>
          <a:spcPct val="0"/>
        </a:spcAft>
        <a:buChar char="•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07975" algn="l" defTabSz="98266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  <a:ea typeface="+mn-ea"/>
        </a:defRPr>
      </a:lvl2pPr>
      <a:lvl3pPr marL="1228725" indent="-246063" algn="l" defTabSz="982663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+mn-lt"/>
          <a:ea typeface="+mn-ea"/>
        </a:defRPr>
      </a:lvl3pPr>
      <a:lvl4pPr marL="1719263" indent="-242888" algn="l" defTabSz="982663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  <a:ea typeface="+mn-ea"/>
        </a:defRPr>
      </a:lvl4pPr>
      <a:lvl5pPr marL="2209800" indent="-244475" algn="l" defTabSz="982663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5pPr>
      <a:lvl6pPr marL="2518106" indent="-245410" algn="l" defTabSz="982702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6pPr>
      <a:lvl7pPr marL="2825401" indent="-245410" algn="l" defTabSz="982702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7pPr>
      <a:lvl8pPr marL="3132693" indent="-245410" algn="l" defTabSz="982702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8pPr>
      <a:lvl9pPr marL="3439988" indent="-245410" algn="l" defTabSz="982702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145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7295" algn="l" defTabSz="6145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14589" algn="l" defTabSz="6145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21883" algn="l" defTabSz="6145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29176" algn="l" defTabSz="6145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36472" algn="l" defTabSz="6145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43765" algn="l" defTabSz="6145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51059" algn="l" defTabSz="6145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58353" algn="l" defTabSz="6145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7169"/>
            <a:ext cx="82296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307" tIns="49154" rIns="98307" bIns="4915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5"/>
            <a:ext cx="8229600" cy="339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307" tIns="49154" rIns="98307" bIns="491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105"/>
            <a:ext cx="2133600" cy="355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307" tIns="49154" rIns="98307" bIns="49154" numCol="1" anchor="t" anchorCtr="0" compatLnSpc="1">
            <a:prstTxWarp prst="textNoShape">
              <a:avLst/>
            </a:prstTxWarp>
          </a:bodyPr>
          <a:lstStyle>
            <a:lvl1pPr defTabSz="982962">
              <a:defRPr sz="15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105"/>
            <a:ext cx="2895600" cy="355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307" tIns="49154" rIns="98307" bIns="49154" numCol="1" anchor="t" anchorCtr="0" compatLnSpc="1">
            <a:prstTxWarp prst="textNoShape">
              <a:avLst/>
            </a:prstTxWarp>
          </a:bodyPr>
          <a:lstStyle>
            <a:lvl1pPr algn="ctr" defTabSz="982962">
              <a:defRPr sz="15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105"/>
            <a:ext cx="2133600" cy="355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307" tIns="49154" rIns="98307" bIns="49154" numCol="1" anchor="t" anchorCtr="0" compatLnSpc="1">
            <a:prstTxWarp prst="textNoShape">
              <a:avLst/>
            </a:prstTxWarp>
          </a:bodyPr>
          <a:lstStyle>
            <a:lvl1pPr algn="r" defTabSz="982962">
              <a:defRPr sz="15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CBF419-0F9E-44F5-A2A9-B597B307BE72}" type="slidenum">
              <a:rPr lang="en-US" altLang="zh-CN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dirty="0"/>
          </a:p>
        </p:txBody>
      </p:sp>
      <p:pic>
        <p:nvPicPr>
          <p:cNvPr id="10247" name="Picture 11" descr="谢谢观赏副本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3489" y="5205418"/>
            <a:ext cx="214312" cy="60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007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iming>
    <p:tnLst>
      <p:par>
        <p:cTn id="1" dur="indefinite" restart="never" nodeType="tmRoot"/>
      </p:par>
    </p:tnLst>
  </p:timing>
  <p:txStyles>
    <p:titleStyle>
      <a:lvl1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2pPr>
      <a:lvl3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3pPr>
      <a:lvl4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4pPr>
      <a:lvl5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5pPr>
      <a:lvl6pPr marL="307376" algn="ctr" defTabSz="982962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6pPr>
      <a:lvl7pPr marL="614751" algn="ctr" defTabSz="982962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7pPr>
      <a:lvl8pPr marL="922127" algn="ctr" defTabSz="982962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8pPr>
      <a:lvl9pPr marL="1229502" algn="ctr" defTabSz="982962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66713" indent="-366713" algn="l" defTabSz="982663" rtl="0" eaLnBrk="0" fontAlgn="base" hangingPunct="0">
        <a:spcBef>
          <a:spcPct val="20000"/>
        </a:spcBef>
        <a:spcAft>
          <a:spcPct val="0"/>
        </a:spcAft>
        <a:buChar char="•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07975" algn="l" defTabSz="98266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  <a:ea typeface="+mn-ea"/>
        </a:defRPr>
      </a:lvl2pPr>
      <a:lvl3pPr marL="1230313" indent="-246063" algn="l" defTabSz="982663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+mn-lt"/>
          <a:ea typeface="+mn-ea"/>
        </a:defRPr>
      </a:lvl3pPr>
      <a:lvl4pPr marL="1719263" indent="-242888" algn="l" defTabSz="982663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  <a:ea typeface="+mn-ea"/>
        </a:defRPr>
      </a:lvl4pPr>
      <a:lvl5pPr marL="2211388" indent="-244475" algn="l" defTabSz="982663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5pPr>
      <a:lvl6pPr marL="2518772" indent="-245474" algn="l" defTabSz="982962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6pPr>
      <a:lvl7pPr marL="2826148" indent="-245474" algn="l" defTabSz="982962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7pPr>
      <a:lvl8pPr marL="3133523" indent="-245474" algn="l" defTabSz="982962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8pPr>
      <a:lvl9pPr marL="3440899" indent="-245474" algn="l" defTabSz="982962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1475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7376" algn="l" defTabSz="61475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14751" algn="l" defTabSz="61475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22127" algn="l" defTabSz="61475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29502" algn="l" defTabSz="61475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36878" algn="l" defTabSz="61475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44253" algn="l" defTabSz="61475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51629" algn="l" defTabSz="61475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59004" algn="l" defTabSz="61475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7169"/>
            <a:ext cx="82296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90" tIns="49146" rIns="98290" bIns="4914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5"/>
            <a:ext cx="8229600" cy="339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90" tIns="49146" rIns="98290" bIns="491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104"/>
            <a:ext cx="2133600" cy="355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90" tIns="49146" rIns="98290" bIns="49146" numCol="1" anchor="t" anchorCtr="0" compatLnSpc="1">
            <a:prstTxWarp prst="textNoShape">
              <a:avLst/>
            </a:prstTxWarp>
          </a:bodyPr>
          <a:lstStyle>
            <a:lvl1pPr defTabSz="982788">
              <a:defRPr sz="15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104"/>
            <a:ext cx="2895600" cy="355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90" tIns="49146" rIns="98290" bIns="49146" numCol="1" anchor="t" anchorCtr="0" compatLnSpc="1">
            <a:prstTxWarp prst="textNoShape">
              <a:avLst/>
            </a:prstTxWarp>
          </a:bodyPr>
          <a:lstStyle>
            <a:lvl1pPr algn="ctr" defTabSz="982788">
              <a:defRPr sz="15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104"/>
            <a:ext cx="2133600" cy="355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90" tIns="49146" rIns="98290" bIns="49146" numCol="1" anchor="t" anchorCtr="0" compatLnSpc="1">
            <a:prstTxWarp prst="textNoShape">
              <a:avLst/>
            </a:prstTxWarp>
          </a:bodyPr>
          <a:lstStyle>
            <a:lvl1pPr algn="r" defTabSz="982788">
              <a:defRPr sz="15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CA3E893-E171-4A30-964D-75C935BE3E86}" type="slidenum">
              <a:rPr lang="en-US" altLang="zh-CN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dirty="0"/>
          </a:p>
        </p:txBody>
      </p:sp>
      <p:pic>
        <p:nvPicPr>
          <p:cNvPr id="9223" name="Picture 11" descr="谢谢观赏副本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3489" y="5205418"/>
            <a:ext cx="214312" cy="60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401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iming>
    <p:tnLst>
      <p:par>
        <p:cTn id="1" dur="indefinite" restart="never" nodeType="tmRoot"/>
      </p:par>
    </p:tnLst>
  </p:timing>
  <p:txStyles>
    <p:titleStyle>
      <a:lvl1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2pPr>
      <a:lvl3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3pPr>
      <a:lvl4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4pPr>
      <a:lvl5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5pPr>
      <a:lvl6pPr marL="307322" algn="ctr" defTabSz="982788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6pPr>
      <a:lvl7pPr marL="614643" algn="ctr" defTabSz="982788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7pPr>
      <a:lvl8pPr marL="921964" algn="ctr" defTabSz="982788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8pPr>
      <a:lvl9pPr marL="1229284" algn="ctr" defTabSz="982788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66713" indent="-366713" algn="l" defTabSz="982663" rtl="0" eaLnBrk="0" fontAlgn="base" hangingPunct="0">
        <a:spcBef>
          <a:spcPct val="20000"/>
        </a:spcBef>
        <a:spcAft>
          <a:spcPct val="0"/>
        </a:spcAft>
        <a:buChar char="•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07975" algn="l" defTabSz="98266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  <a:ea typeface="+mn-ea"/>
        </a:defRPr>
      </a:lvl2pPr>
      <a:lvl3pPr marL="1230313" indent="-246063" algn="l" defTabSz="982663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+mn-lt"/>
          <a:ea typeface="+mn-ea"/>
        </a:defRPr>
      </a:lvl3pPr>
      <a:lvl4pPr marL="1719263" indent="-242888" algn="l" defTabSz="982663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  <a:ea typeface="+mn-ea"/>
        </a:defRPr>
      </a:lvl4pPr>
      <a:lvl5pPr marL="2209800" indent="-244475" algn="l" defTabSz="982663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5pPr>
      <a:lvl6pPr marL="2518328" indent="-245431" algn="l" defTabSz="982788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6pPr>
      <a:lvl7pPr marL="2825650" indent="-245431" algn="l" defTabSz="982788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7pPr>
      <a:lvl8pPr marL="3132970" indent="-245431" algn="l" defTabSz="982788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8pPr>
      <a:lvl9pPr marL="3440292" indent="-245431" algn="l" defTabSz="982788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1464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7322" algn="l" defTabSz="61464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14643" algn="l" defTabSz="61464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21964" algn="l" defTabSz="61464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29284" algn="l" defTabSz="61464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36608" algn="l" defTabSz="61464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43927" algn="l" defTabSz="61464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51249" algn="l" defTabSz="61464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58570" algn="l" defTabSz="61464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EBDBF"/>
            </a:gs>
            <a:gs pos="0">
              <a:srgbClr val="ECECE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3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357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3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856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EBDBF"/>
            </a:gs>
            <a:gs pos="0">
              <a:srgbClr val="ECECE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34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345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34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78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EBDBF"/>
            </a:gs>
            <a:gs pos="0">
              <a:srgbClr val="ECECE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33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33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33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532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EBDBF"/>
            </a:gs>
            <a:gs pos="0">
              <a:srgbClr val="ECECE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BDB8C-F0BC-450A-9555-A785EBD1DBD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2017/6/29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6C053-5635-4109-86E8-D248137C905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2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10" name="图片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1347788"/>
            <a:ext cx="801687" cy="801687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副标题 2"/>
          <p:cNvSpPr txBox="1">
            <a:spLocks/>
          </p:cNvSpPr>
          <p:nvPr/>
        </p:nvSpPr>
        <p:spPr bwMode="auto">
          <a:xfrm>
            <a:off x="2787221" y="3607613"/>
            <a:ext cx="3527425" cy="521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6" tIns="45708" rIns="91416" bIns="45708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000" dirty="0">
                <a:solidFill>
                  <a:schemeClr val="bg1"/>
                </a:solidFill>
                <a:latin typeface="新蒂小丸子小学版"/>
                <a:ea typeface="新蒂小丸子小学版"/>
                <a:cs typeface="新蒂小丸子小学版"/>
              </a:rPr>
              <a:t>Loading…</a:t>
            </a:r>
            <a:endParaRPr lang="zh-CN" altLang="en-US" sz="2000" dirty="0">
              <a:solidFill>
                <a:schemeClr val="bg1"/>
              </a:solidFill>
              <a:latin typeface="新蒂小丸子小学版"/>
              <a:ea typeface="新蒂小丸子小学版"/>
              <a:cs typeface="新蒂小丸子小学版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02763" y="4436612"/>
            <a:ext cx="3009397" cy="288132"/>
          </a:xfrm>
          <a:prstGeom prst="rect">
            <a:avLst/>
          </a:prstGeom>
          <a:noFill/>
          <a:ln w="349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anchor="ctr"/>
          <a:lstStyle/>
          <a:p>
            <a:pPr algn="ctr">
              <a:defRPr/>
            </a:pPr>
            <a:r>
              <a:rPr lang="en-US" altLang="zh-CN" dirty="0" smtClean="0">
                <a:solidFill>
                  <a:prstClr val="white"/>
                </a:solidFill>
              </a:rPr>
              <a:t> 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02764" y="4436612"/>
            <a:ext cx="2970360" cy="288132"/>
          </a:xfrm>
          <a:prstGeom prst="rect">
            <a:avLst/>
          </a:prstGeom>
          <a:solidFill>
            <a:srgbClr val="0070C0"/>
          </a:solidFill>
          <a:ln w="349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45708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434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图片 2049" descr="5副本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标题 23"/>
          <p:cNvSpPr>
            <a:spLocks noGrp="1" noChangeArrowheads="1"/>
          </p:cNvSpPr>
          <p:nvPr>
            <p:ph type="title"/>
          </p:nvPr>
        </p:nvSpPr>
        <p:spPr>
          <a:xfrm>
            <a:off x="684610" y="2518173"/>
            <a:ext cx="7772400" cy="940594"/>
          </a:xfrm>
        </p:spPr>
        <p:txBody>
          <a:bodyPr/>
          <a:lstStyle/>
          <a:p>
            <a:endParaRPr lang="zh-CN" altLang="zh-CN" smtClean="0"/>
          </a:p>
        </p:txBody>
      </p:sp>
      <p:pic>
        <p:nvPicPr>
          <p:cNvPr id="9220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" y="-27385"/>
            <a:ext cx="9144000" cy="51435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/>
        </p:spPr>
      </p:pic>
      <p:grpSp>
        <p:nvGrpSpPr>
          <p:cNvPr id="9221" name="组合 40"/>
          <p:cNvGrpSpPr>
            <a:grpSpLocks/>
          </p:cNvGrpSpPr>
          <p:nvPr/>
        </p:nvGrpSpPr>
        <p:grpSpPr bwMode="auto">
          <a:xfrm>
            <a:off x="2887650" y="2088356"/>
            <a:ext cx="3432572" cy="1085850"/>
            <a:chOff x="0" y="0"/>
            <a:chExt cx="4019550" cy="1447800"/>
          </a:xfrm>
        </p:grpSpPr>
        <p:sp>
          <p:nvSpPr>
            <p:cNvPr id="9312" name="矩形 5"/>
            <p:cNvSpPr>
              <a:spLocks noChangeArrowheads="1"/>
            </p:cNvSpPr>
            <p:nvPr/>
          </p:nvSpPr>
          <p:spPr bwMode="auto">
            <a:xfrm>
              <a:off x="0" y="0"/>
              <a:ext cx="4019550" cy="514350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313" name="矩形 6"/>
            <p:cNvSpPr>
              <a:spLocks noChangeArrowheads="1"/>
            </p:cNvSpPr>
            <p:nvPr/>
          </p:nvSpPr>
          <p:spPr bwMode="auto">
            <a:xfrm>
              <a:off x="0" y="933450"/>
              <a:ext cx="4019550" cy="514350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pic>
          <p:nvPicPr>
            <p:cNvPr id="9314" name="图片 8"/>
            <p:cNvPicPr>
              <a:picLocks noChangeAspect="1" noChangeArrowheads="1"/>
            </p:cNvPicPr>
            <p:nvPr/>
          </p:nvPicPr>
          <p:blipFill>
            <a:blip r:embed="rId4">
              <a:duotone>
                <a:prstClr val="black"/>
                <a:schemeClr val="accent1">
                  <a:lumMod val="50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64" y="79374"/>
              <a:ext cx="355561" cy="3555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315" name="任意多边形 9"/>
            <p:cNvSpPr>
              <a:spLocks noChangeArrowheads="1"/>
            </p:cNvSpPr>
            <p:nvPr/>
          </p:nvSpPr>
          <p:spPr bwMode="auto">
            <a:xfrm>
              <a:off x="140654" y="1031442"/>
              <a:ext cx="245779" cy="318365"/>
            </a:xfrm>
            <a:custGeom>
              <a:avLst/>
              <a:gdLst>
                <a:gd name="T0" fmla="*/ 122890 w 1381125"/>
                <a:gd name="T1" fmla="*/ 209330 h 1789003"/>
                <a:gd name="T2" fmla="*/ 110598 w 1381125"/>
                <a:gd name="T3" fmla="*/ 221622 h 1789003"/>
                <a:gd name="T4" fmla="*/ 114198 w 1381125"/>
                <a:gd name="T5" fmla="*/ 230313 h 1789003"/>
                <a:gd name="T6" fmla="*/ 114647 w 1381125"/>
                <a:gd name="T7" fmla="*/ 230616 h 1789003"/>
                <a:gd name="T8" fmla="*/ 114285 w 1381125"/>
                <a:gd name="T9" fmla="*/ 231781 h 1789003"/>
                <a:gd name="T10" fmla="*/ 114107 w 1381125"/>
                <a:gd name="T11" fmla="*/ 233551 h 1789003"/>
                <a:gd name="T12" fmla="*/ 114107 w 1381125"/>
                <a:gd name="T13" fmla="*/ 244269 h 1789003"/>
                <a:gd name="T14" fmla="*/ 122890 w 1381125"/>
                <a:gd name="T15" fmla="*/ 253052 h 1789003"/>
                <a:gd name="T16" fmla="*/ 131672 w 1381125"/>
                <a:gd name="T17" fmla="*/ 244269 h 1789003"/>
                <a:gd name="T18" fmla="*/ 131672 w 1381125"/>
                <a:gd name="T19" fmla="*/ 233551 h 1789003"/>
                <a:gd name="T20" fmla="*/ 131494 w 1381125"/>
                <a:gd name="T21" fmla="*/ 231781 h 1789003"/>
                <a:gd name="T22" fmla="*/ 131132 w 1381125"/>
                <a:gd name="T23" fmla="*/ 230616 h 1789003"/>
                <a:gd name="T24" fmla="*/ 131581 w 1381125"/>
                <a:gd name="T25" fmla="*/ 230313 h 1789003"/>
                <a:gd name="T26" fmla="*/ 135181 w 1381125"/>
                <a:gd name="T27" fmla="*/ 221622 h 1789003"/>
                <a:gd name="T28" fmla="*/ 122890 w 1381125"/>
                <a:gd name="T29" fmla="*/ 209330 h 1789003"/>
                <a:gd name="T30" fmla="*/ 15498 w 1381125"/>
                <a:gd name="T31" fmla="*/ 144017 h 1789003"/>
                <a:gd name="T32" fmla="*/ 230281 w 1381125"/>
                <a:gd name="T33" fmla="*/ 144017 h 1789003"/>
                <a:gd name="T34" fmla="*/ 245779 w 1381125"/>
                <a:gd name="T35" fmla="*/ 159515 h 1789003"/>
                <a:gd name="T36" fmla="*/ 245779 w 1381125"/>
                <a:gd name="T37" fmla="*/ 302867 h 1789003"/>
                <a:gd name="T38" fmla="*/ 230281 w 1381125"/>
                <a:gd name="T39" fmla="*/ 318365 h 1789003"/>
                <a:gd name="T40" fmla="*/ 15498 w 1381125"/>
                <a:gd name="T41" fmla="*/ 318365 h 1789003"/>
                <a:gd name="T42" fmla="*/ 0 w 1381125"/>
                <a:gd name="T43" fmla="*/ 302867 h 1789003"/>
                <a:gd name="T44" fmla="*/ 0 w 1381125"/>
                <a:gd name="T45" fmla="*/ 159515 h 1789003"/>
                <a:gd name="T46" fmla="*/ 15498 w 1381125"/>
                <a:gd name="T47" fmla="*/ 144017 h 1789003"/>
                <a:gd name="T48" fmla="*/ 122889 w 1381125"/>
                <a:gd name="T49" fmla="*/ 0 h 1789003"/>
                <a:gd name="T50" fmla="*/ 212514 w 1381125"/>
                <a:gd name="T51" fmla="*/ 89625 h 1789003"/>
                <a:gd name="T52" fmla="*/ 212514 w 1381125"/>
                <a:gd name="T53" fmla="*/ 143856 h 1789003"/>
                <a:gd name="T54" fmla="*/ 33265 w 1381125"/>
                <a:gd name="T55" fmla="*/ 143856 h 1789003"/>
                <a:gd name="T56" fmla="*/ 33265 w 1381125"/>
                <a:gd name="T57" fmla="*/ 89625 h 1789003"/>
                <a:gd name="T58" fmla="*/ 122889 w 1381125"/>
                <a:gd name="T59" fmla="*/ 0 h 1789003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381125"/>
                <a:gd name="T91" fmla="*/ 0 h 1789003"/>
                <a:gd name="T92" fmla="*/ 1381125 w 1381125"/>
                <a:gd name="T93" fmla="*/ 1789003 h 1789003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381125" h="1789003">
                  <a:moveTo>
                    <a:pt x="690563" y="1176299"/>
                  </a:moveTo>
                  <a:cubicBezTo>
                    <a:pt x="652416" y="1176299"/>
                    <a:pt x="621493" y="1207222"/>
                    <a:pt x="621493" y="1245368"/>
                  </a:cubicBezTo>
                  <a:cubicBezTo>
                    <a:pt x="621493" y="1264442"/>
                    <a:pt x="629224" y="1281709"/>
                    <a:pt x="641723" y="1294208"/>
                  </a:cubicBezTo>
                  <a:lnTo>
                    <a:pt x="644246" y="1295909"/>
                  </a:lnTo>
                  <a:lnTo>
                    <a:pt x="642213" y="1302460"/>
                  </a:lnTo>
                  <a:cubicBezTo>
                    <a:pt x="641555" y="1305673"/>
                    <a:pt x="641210" y="1308999"/>
                    <a:pt x="641210" y="1312406"/>
                  </a:cubicBezTo>
                  <a:lnTo>
                    <a:pt x="641210" y="1372633"/>
                  </a:lnTo>
                  <a:cubicBezTo>
                    <a:pt x="641210" y="1399889"/>
                    <a:pt x="663306" y="1421985"/>
                    <a:pt x="690563" y="1421985"/>
                  </a:cubicBezTo>
                  <a:cubicBezTo>
                    <a:pt x="717819" y="1421985"/>
                    <a:pt x="739915" y="1399889"/>
                    <a:pt x="739915" y="1372633"/>
                  </a:cubicBezTo>
                  <a:lnTo>
                    <a:pt x="739915" y="1312406"/>
                  </a:lnTo>
                  <a:cubicBezTo>
                    <a:pt x="739915" y="1308999"/>
                    <a:pt x="739570" y="1305673"/>
                    <a:pt x="738912" y="1302460"/>
                  </a:cubicBezTo>
                  <a:lnTo>
                    <a:pt x="736879" y="1295909"/>
                  </a:lnTo>
                  <a:lnTo>
                    <a:pt x="739402" y="1294208"/>
                  </a:lnTo>
                  <a:cubicBezTo>
                    <a:pt x="751901" y="1281709"/>
                    <a:pt x="759632" y="1264442"/>
                    <a:pt x="759632" y="1245368"/>
                  </a:cubicBezTo>
                  <a:cubicBezTo>
                    <a:pt x="759632" y="1207222"/>
                    <a:pt x="728709" y="1176299"/>
                    <a:pt x="690563" y="1176299"/>
                  </a:cubicBezTo>
                  <a:close/>
                  <a:moveTo>
                    <a:pt x="87087" y="809281"/>
                  </a:moveTo>
                  <a:lnTo>
                    <a:pt x="1294038" y="809281"/>
                  </a:lnTo>
                  <a:cubicBezTo>
                    <a:pt x="1342135" y="809281"/>
                    <a:pt x="1381125" y="848271"/>
                    <a:pt x="1381125" y="896368"/>
                  </a:cubicBezTo>
                  <a:lnTo>
                    <a:pt x="1381125" y="1701916"/>
                  </a:lnTo>
                  <a:cubicBezTo>
                    <a:pt x="1381125" y="1750013"/>
                    <a:pt x="1342135" y="1789003"/>
                    <a:pt x="1294038" y="1789003"/>
                  </a:cubicBezTo>
                  <a:lnTo>
                    <a:pt x="87087" y="1789003"/>
                  </a:lnTo>
                  <a:cubicBezTo>
                    <a:pt x="38990" y="1789003"/>
                    <a:pt x="0" y="1750013"/>
                    <a:pt x="0" y="1701916"/>
                  </a:cubicBezTo>
                  <a:lnTo>
                    <a:pt x="0" y="896368"/>
                  </a:lnTo>
                  <a:cubicBezTo>
                    <a:pt x="0" y="848271"/>
                    <a:pt x="38990" y="809281"/>
                    <a:pt x="87087" y="809281"/>
                  </a:cubicBezTo>
                  <a:close/>
                  <a:moveTo>
                    <a:pt x="690562" y="0"/>
                  </a:moveTo>
                  <a:cubicBezTo>
                    <a:pt x="968711" y="0"/>
                    <a:pt x="1194196" y="225485"/>
                    <a:pt x="1194196" y="503635"/>
                  </a:cubicBezTo>
                  <a:lnTo>
                    <a:pt x="1194196" y="808377"/>
                  </a:lnTo>
                  <a:lnTo>
                    <a:pt x="186927" y="808377"/>
                  </a:lnTo>
                  <a:lnTo>
                    <a:pt x="186927" y="503635"/>
                  </a:lnTo>
                  <a:cubicBezTo>
                    <a:pt x="186927" y="225485"/>
                    <a:pt x="412412" y="0"/>
                    <a:pt x="690562" y="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25400" cap="flat" cmpd="sng">
              <a:solidFill>
                <a:srgbClr val="F2F2F2"/>
              </a:solidFill>
              <a:bevel/>
              <a:headEnd/>
              <a:tailEnd/>
            </a:ln>
            <a:extLst/>
          </p:spPr>
          <p:txBody>
            <a:bodyPr anchor="ctr"/>
            <a:lstStyle/>
            <a:p>
              <a:endParaRPr lang="zh-CN" altLang="en-US"/>
            </a:p>
          </p:txBody>
        </p:sp>
        <p:pic>
          <p:nvPicPr>
            <p:cNvPr id="9316" name="图片 10"/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chemeClr val="accent1">
                  <a:lumMod val="75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0801" y="1066657"/>
              <a:ext cx="267910" cy="267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17" name="流程图: 汇总连接 11"/>
            <p:cNvSpPr>
              <a:spLocks noChangeArrowheads="1"/>
            </p:cNvSpPr>
            <p:nvPr/>
          </p:nvSpPr>
          <p:spPr bwMode="auto">
            <a:xfrm>
              <a:off x="3637602" y="125726"/>
              <a:ext cx="271109" cy="271109"/>
            </a:xfrm>
            <a:prstGeom prst="flowChartSummingJunction">
              <a:avLst/>
            </a:prstGeom>
            <a:solidFill>
              <a:schemeClr val="accent2"/>
            </a:solidFill>
            <a:ln w="25400">
              <a:solidFill>
                <a:srgbClr val="F2F2F2"/>
              </a:solidFill>
              <a:bevel/>
              <a:headEnd/>
              <a:tailEnd/>
            </a:ln>
            <a:extLst/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chemeClr val="bg2"/>
                </a:solidFill>
              </a:endParaRPr>
            </a:p>
          </p:txBody>
        </p:sp>
      </p:grpSp>
      <p:grpSp>
        <p:nvGrpSpPr>
          <p:cNvPr id="9222" name="组合 12"/>
          <p:cNvGrpSpPr>
            <a:grpSpLocks/>
          </p:cNvGrpSpPr>
          <p:nvPr/>
        </p:nvGrpSpPr>
        <p:grpSpPr bwMode="auto">
          <a:xfrm>
            <a:off x="4912519" y="556635"/>
            <a:ext cx="4442713" cy="877689"/>
            <a:chOff x="0" y="704164"/>
            <a:chExt cx="4608252" cy="1170390"/>
          </a:xfrm>
        </p:grpSpPr>
        <p:sp>
          <p:nvSpPr>
            <p:cNvPr id="9309" name="文本框 13"/>
            <p:cNvSpPr>
              <a:spLocks noChangeArrowheads="1"/>
            </p:cNvSpPr>
            <p:nvPr/>
          </p:nvSpPr>
          <p:spPr bwMode="auto">
            <a:xfrm>
              <a:off x="0" y="725386"/>
              <a:ext cx="2975428" cy="1149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5000" dirty="0" smtClean="0">
                  <a:solidFill>
                    <a:schemeClr val="bg2">
                      <a:lumMod val="7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6</a:t>
              </a:r>
              <a:r>
                <a:rPr lang="en-US" sz="5000" dirty="0" smtClean="0">
                  <a:solidFill>
                    <a:schemeClr val="bg2">
                      <a:lumMod val="7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月</a:t>
              </a:r>
              <a:r>
                <a:rPr lang="en-US" altLang="zh-CN" sz="5000" dirty="0" smtClean="0">
                  <a:solidFill>
                    <a:schemeClr val="bg2">
                      <a:lumMod val="7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28</a:t>
              </a:r>
              <a:r>
                <a:rPr lang="en-US" sz="5000" dirty="0" smtClean="0">
                  <a:solidFill>
                    <a:schemeClr val="bg2">
                      <a:lumMod val="7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日</a:t>
              </a:r>
              <a:endParaRPr lang="zh-CN" altLang="en-US" sz="5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  <p:sp>
          <p:nvSpPr>
            <p:cNvPr id="9311" name="文本框 15"/>
            <p:cNvSpPr>
              <a:spLocks noChangeArrowheads="1"/>
            </p:cNvSpPr>
            <p:nvPr/>
          </p:nvSpPr>
          <p:spPr bwMode="auto">
            <a:xfrm>
              <a:off x="2816107" y="704164"/>
              <a:ext cx="1792145" cy="861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 dirty="0" smtClean="0">
                  <a:solidFill>
                    <a:schemeClr val="bg2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楷体" panose="02010609060101010101" pitchFamily="49" charset="-122"/>
                </a:rPr>
                <a:t>星期</a:t>
              </a:r>
              <a:r>
                <a:rPr lang="zh-CN" altLang="en-US" b="1" dirty="0">
                  <a:solidFill>
                    <a:schemeClr val="bg2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楷体" panose="02010609060101010101" pitchFamily="49" charset="-122"/>
                </a:rPr>
                <a:t>三</a:t>
              </a:r>
              <a:endParaRPr lang="en-US" altLang="zh-CN" b="1" dirty="0" smtClean="0">
                <a:solidFill>
                  <a:schemeClr val="bg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楷体" panose="02010609060101010101" pitchFamily="49" charset="-122"/>
              </a:endParaRPr>
            </a:p>
            <a:p>
              <a:pPr algn="ctr" eaLnBrk="1" hangingPunct="1"/>
              <a:r>
                <a:rPr lang="zh-CN" altLang="en-US" b="1" dirty="0" smtClean="0">
                  <a:solidFill>
                    <a:schemeClr val="bg2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楷体" panose="02010609060101010101" pitchFamily="49" charset="-122"/>
                </a:rPr>
                <a:t>下午</a:t>
              </a:r>
              <a:endParaRPr lang="zh-CN" altLang="en-US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9223" name="组合 25"/>
          <p:cNvGrpSpPr>
            <a:grpSpLocks/>
          </p:cNvGrpSpPr>
          <p:nvPr/>
        </p:nvGrpSpPr>
        <p:grpSpPr bwMode="auto">
          <a:xfrm>
            <a:off x="866776" y="4639866"/>
            <a:ext cx="230981" cy="254794"/>
            <a:chOff x="0" y="0"/>
            <a:chExt cx="480184" cy="525422"/>
          </a:xfrm>
        </p:grpSpPr>
        <p:sp>
          <p:nvSpPr>
            <p:cNvPr id="9307" name="空心弧 16"/>
            <p:cNvSpPr>
              <a:spLocks noChangeArrowheads="1"/>
            </p:cNvSpPr>
            <p:nvPr/>
          </p:nvSpPr>
          <p:spPr bwMode="auto">
            <a:xfrm rot="-6837999">
              <a:off x="0" y="45238"/>
              <a:ext cx="480184" cy="480184"/>
            </a:xfrm>
            <a:custGeom>
              <a:avLst/>
              <a:gdLst>
                <a:gd name="T0" fmla="*/ 240092 w 21600"/>
                <a:gd name="T1" fmla="*/ 480184 h 21600"/>
                <a:gd name="T2" fmla="*/ 386481 w 21600"/>
                <a:gd name="T3" fmla="*/ 423940 h 21600"/>
                <a:gd name="T4" fmla="*/ 240092 w 21600"/>
                <a:gd name="T5" fmla="*/ 470047 h 21600"/>
                <a:gd name="T6" fmla="*/ 93703 w 21600"/>
                <a:gd name="T7" fmla="*/ 42394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977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7243" y="18891"/>
                  </a:moveTo>
                  <a:cubicBezTo>
                    <a:pt x="15412" y="20350"/>
                    <a:pt x="13140" y="21143"/>
                    <a:pt x="10800" y="21144"/>
                  </a:cubicBezTo>
                  <a:cubicBezTo>
                    <a:pt x="8459" y="21144"/>
                    <a:pt x="6187" y="20350"/>
                    <a:pt x="4356" y="18891"/>
                  </a:cubicBezTo>
                  <a:lnTo>
                    <a:pt x="4072" y="19248"/>
                  </a:lnTo>
                  <a:cubicBezTo>
                    <a:pt x="5984" y="20771"/>
                    <a:pt x="8356" y="21600"/>
                    <a:pt x="10800" y="21600"/>
                  </a:cubicBezTo>
                  <a:cubicBezTo>
                    <a:pt x="13243" y="21599"/>
                    <a:pt x="15615" y="20771"/>
                    <a:pt x="17527" y="19248"/>
                  </a:cubicBezTo>
                  <a:lnTo>
                    <a:pt x="17243" y="1889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88A3A6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9308" name="直接连接符 19"/>
            <p:cNvSpPr>
              <a:spLocks noChangeShapeType="1"/>
            </p:cNvSpPr>
            <p:nvPr/>
          </p:nvSpPr>
          <p:spPr bwMode="auto">
            <a:xfrm>
              <a:off x="240092" y="0"/>
              <a:ext cx="1" cy="36433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9224" name="图片 27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1">
                <a:lumMod val="5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4657726"/>
            <a:ext cx="232172" cy="232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41" name="组合 43"/>
          <p:cNvGrpSpPr>
            <a:grpSpLocks/>
          </p:cNvGrpSpPr>
          <p:nvPr/>
        </p:nvGrpSpPr>
        <p:grpSpPr bwMode="auto">
          <a:xfrm>
            <a:off x="4386263" y="3459957"/>
            <a:ext cx="392906" cy="392906"/>
            <a:chOff x="0" y="0"/>
            <a:chExt cx="522514" cy="522514"/>
          </a:xfrm>
        </p:grpSpPr>
        <p:sp>
          <p:nvSpPr>
            <p:cNvPr id="9305" name="椭圆 44"/>
            <p:cNvSpPr>
              <a:spLocks noChangeArrowheads="1"/>
            </p:cNvSpPr>
            <p:nvPr/>
          </p:nvSpPr>
          <p:spPr bwMode="auto">
            <a:xfrm>
              <a:off x="0" y="0"/>
              <a:ext cx="522514" cy="522514"/>
            </a:xfrm>
            <a:prstGeom prst="ellipse">
              <a:avLst/>
            </a:prstGeom>
            <a:solidFill>
              <a:srgbClr val="D8BE81"/>
            </a:solidFill>
            <a:ln w="25400">
              <a:solidFill>
                <a:schemeClr val="bg1"/>
              </a:solidFill>
              <a:bevel/>
              <a:headEnd/>
              <a:tailEnd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306" name="右箭头 45"/>
            <p:cNvSpPr>
              <a:spLocks noChangeArrowheads="1"/>
            </p:cNvSpPr>
            <p:nvPr/>
          </p:nvSpPr>
          <p:spPr bwMode="auto">
            <a:xfrm>
              <a:off x="91509" y="84364"/>
              <a:ext cx="359682" cy="348184"/>
            </a:xfrm>
            <a:prstGeom prst="rightArrow">
              <a:avLst>
                <a:gd name="adj1" fmla="val 19250"/>
                <a:gd name="adj2" fmla="val 41225"/>
              </a:avLst>
            </a:prstGeom>
            <a:solidFill>
              <a:srgbClr val="D8BE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88A3A6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grpSp>
        <p:nvGrpSpPr>
          <p:cNvPr id="5144" name="组合 32"/>
          <p:cNvGrpSpPr>
            <a:grpSpLocks/>
          </p:cNvGrpSpPr>
          <p:nvPr/>
        </p:nvGrpSpPr>
        <p:grpSpPr bwMode="auto">
          <a:xfrm>
            <a:off x="4386263" y="3459957"/>
            <a:ext cx="392906" cy="392906"/>
            <a:chOff x="0" y="0"/>
            <a:chExt cx="522514" cy="522514"/>
          </a:xfrm>
        </p:grpSpPr>
        <p:sp>
          <p:nvSpPr>
            <p:cNvPr id="9303" name="椭圆 29"/>
            <p:cNvSpPr>
              <a:spLocks noChangeArrowheads="1"/>
            </p:cNvSpPr>
            <p:nvPr/>
          </p:nvSpPr>
          <p:spPr bwMode="auto">
            <a:xfrm>
              <a:off x="0" y="0"/>
              <a:ext cx="522514" cy="52251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9304" name="右箭头 31"/>
            <p:cNvSpPr>
              <a:spLocks noChangeArrowheads="1"/>
            </p:cNvSpPr>
            <p:nvPr/>
          </p:nvSpPr>
          <p:spPr bwMode="auto">
            <a:xfrm>
              <a:off x="91509" y="84364"/>
              <a:ext cx="359682" cy="348184"/>
            </a:xfrm>
            <a:prstGeom prst="rightArrow">
              <a:avLst>
                <a:gd name="adj1" fmla="val 19250"/>
                <a:gd name="adj2" fmla="val 41225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88A3A6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</p:grpSp>
      <p:sp>
        <p:nvSpPr>
          <p:cNvPr id="5147" name="直接连接符 34"/>
          <p:cNvSpPr>
            <a:spLocks noChangeShapeType="1"/>
          </p:cNvSpPr>
          <p:nvPr/>
        </p:nvSpPr>
        <p:spPr bwMode="auto">
          <a:xfrm>
            <a:off x="4039792" y="2156271"/>
            <a:ext cx="1190" cy="271463"/>
          </a:xfrm>
          <a:prstGeom prst="line">
            <a:avLst/>
          </a:prstGeom>
          <a:noFill/>
          <a:ln w="317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148" name="文本框 42"/>
          <p:cNvSpPr>
            <a:spLocks noChangeArrowheads="1"/>
          </p:cNvSpPr>
          <p:nvPr/>
        </p:nvSpPr>
        <p:spPr bwMode="auto">
          <a:xfrm>
            <a:off x="3969544" y="2784872"/>
            <a:ext cx="1425711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楷体" panose="02010609060101010101" pitchFamily="49" charset="-122"/>
              </a:rPr>
              <a:t>***********</a:t>
            </a:r>
          </a:p>
        </p:txBody>
      </p:sp>
      <p:sp>
        <p:nvSpPr>
          <p:cNvPr id="5198" name="文本框 41"/>
          <p:cNvSpPr>
            <a:spLocks noChangeArrowheads="1"/>
          </p:cNvSpPr>
          <p:nvPr/>
        </p:nvSpPr>
        <p:spPr bwMode="auto">
          <a:xfrm>
            <a:off x="3355864" y="2154264"/>
            <a:ext cx="329904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 b="1" dirty="0">
                <a:solidFill>
                  <a:schemeClr val="bg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楷体" panose="02010609060101010101" pitchFamily="49" charset="-122"/>
              </a:rPr>
              <a:t>基于</a:t>
            </a:r>
            <a:r>
              <a:rPr lang="en-US" altLang="zh-CN" sz="1200" b="1" dirty="0">
                <a:solidFill>
                  <a:schemeClr val="bg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楷体" panose="02010609060101010101" pitchFamily="49" charset="-122"/>
              </a:rPr>
              <a:t>WIFI</a:t>
            </a:r>
            <a:r>
              <a:rPr lang="zh-CN" altLang="en-US" sz="1200" b="1" dirty="0">
                <a:solidFill>
                  <a:schemeClr val="bg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楷体" panose="02010609060101010101" pitchFamily="49" charset="-122"/>
              </a:rPr>
              <a:t>探针的商业大数据分析技术</a:t>
            </a:r>
          </a:p>
        </p:txBody>
      </p:sp>
      <p:sp>
        <p:nvSpPr>
          <p:cNvPr id="5201" name="直接连接符 104"/>
          <p:cNvSpPr>
            <a:spLocks noChangeShapeType="1"/>
          </p:cNvSpPr>
          <p:nvPr/>
        </p:nvSpPr>
        <p:spPr bwMode="auto">
          <a:xfrm>
            <a:off x="4035029" y="2781300"/>
            <a:ext cx="1190" cy="271463"/>
          </a:xfrm>
          <a:prstGeom prst="line">
            <a:avLst/>
          </a:prstGeom>
          <a:noFill/>
          <a:ln w="317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202" name="直接连接符 105"/>
          <p:cNvSpPr>
            <a:spLocks noChangeShapeType="1"/>
          </p:cNvSpPr>
          <p:nvPr/>
        </p:nvSpPr>
        <p:spPr bwMode="auto">
          <a:xfrm>
            <a:off x="4131469" y="2781300"/>
            <a:ext cx="1191" cy="271463"/>
          </a:xfrm>
          <a:prstGeom prst="line">
            <a:avLst/>
          </a:prstGeom>
          <a:noFill/>
          <a:ln w="317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203" name="直接连接符 106"/>
          <p:cNvSpPr>
            <a:spLocks noChangeShapeType="1"/>
          </p:cNvSpPr>
          <p:nvPr/>
        </p:nvSpPr>
        <p:spPr bwMode="auto">
          <a:xfrm>
            <a:off x="4229100" y="2781300"/>
            <a:ext cx="1191" cy="271463"/>
          </a:xfrm>
          <a:prstGeom prst="line">
            <a:avLst/>
          </a:prstGeom>
          <a:noFill/>
          <a:ln w="317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204" name="直接连接符 107"/>
          <p:cNvSpPr>
            <a:spLocks noChangeShapeType="1"/>
          </p:cNvSpPr>
          <p:nvPr/>
        </p:nvSpPr>
        <p:spPr bwMode="auto">
          <a:xfrm>
            <a:off x="4326731" y="2781300"/>
            <a:ext cx="1191" cy="271463"/>
          </a:xfrm>
          <a:prstGeom prst="line">
            <a:avLst/>
          </a:prstGeom>
          <a:noFill/>
          <a:ln w="317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205" name="直接连接符 108"/>
          <p:cNvSpPr>
            <a:spLocks noChangeShapeType="1"/>
          </p:cNvSpPr>
          <p:nvPr/>
        </p:nvSpPr>
        <p:spPr bwMode="auto">
          <a:xfrm>
            <a:off x="4424363" y="2781300"/>
            <a:ext cx="1191" cy="271463"/>
          </a:xfrm>
          <a:prstGeom prst="line">
            <a:avLst/>
          </a:prstGeom>
          <a:noFill/>
          <a:ln w="317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206" name="直接连接符 109"/>
          <p:cNvSpPr>
            <a:spLocks noChangeShapeType="1"/>
          </p:cNvSpPr>
          <p:nvPr/>
        </p:nvSpPr>
        <p:spPr bwMode="auto">
          <a:xfrm>
            <a:off x="4521994" y="2781300"/>
            <a:ext cx="1191" cy="271463"/>
          </a:xfrm>
          <a:prstGeom prst="line">
            <a:avLst/>
          </a:prstGeom>
          <a:noFill/>
          <a:ln w="317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207" name="直接连接符 126"/>
          <p:cNvSpPr>
            <a:spLocks noChangeShapeType="1"/>
          </p:cNvSpPr>
          <p:nvPr/>
        </p:nvSpPr>
        <p:spPr bwMode="auto">
          <a:xfrm>
            <a:off x="4619625" y="2781300"/>
            <a:ext cx="0" cy="271463"/>
          </a:xfrm>
          <a:prstGeom prst="line">
            <a:avLst/>
          </a:prstGeom>
          <a:noFill/>
          <a:ln w="317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208" name="直接连接符 127"/>
          <p:cNvSpPr>
            <a:spLocks noChangeShapeType="1"/>
          </p:cNvSpPr>
          <p:nvPr/>
        </p:nvSpPr>
        <p:spPr bwMode="auto">
          <a:xfrm>
            <a:off x="4717256" y="2781300"/>
            <a:ext cx="0" cy="271463"/>
          </a:xfrm>
          <a:prstGeom prst="line">
            <a:avLst/>
          </a:prstGeom>
          <a:noFill/>
          <a:ln w="317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209" name="直接连接符 128"/>
          <p:cNvSpPr>
            <a:spLocks noChangeShapeType="1"/>
          </p:cNvSpPr>
          <p:nvPr/>
        </p:nvSpPr>
        <p:spPr bwMode="auto">
          <a:xfrm>
            <a:off x="4813698" y="2781300"/>
            <a:ext cx="1190" cy="271463"/>
          </a:xfrm>
          <a:prstGeom prst="line">
            <a:avLst/>
          </a:prstGeom>
          <a:noFill/>
          <a:ln w="317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210" name="直接连接符 129"/>
          <p:cNvSpPr>
            <a:spLocks noChangeShapeType="1"/>
          </p:cNvSpPr>
          <p:nvPr/>
        </p:nvSpPr>
        <p:spPr bwMode="auto">
          <a:xfrm>
            <a:off x="4911329" y="2781300"/>
            <a:ext cx="1190" cy="271463"/>
          </a:xfrm>
          <a:prstGeom prst="line">
            <a:avLst/>
          </a:prstGeom>
          <a:noFill/>
          <a:ln w="317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212" name="直接连接符 131"/>
          <p:cNvSpPr>
            <a:spLocks noChangeShapeType="1"/>
          </p:cNvSpPr>
          <p:nvPr/>
        </p:nvSpPr>
        <p:spPr bwMode="auto">
          <a:xfrm>
            <a:off x="5005388" y="2781300"/>
            <a:ext cx="1191" cy="271463"/>
          </a:xfrm>
          <a:prstGeom prst="line">
            <a:avLst/>
          </a:prstGeom>
          <a:noFill/>
          <a:ln w="317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pic>
        <p:nvPicPr>
          <p:cNvPr id="5213" name="图片 14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13721" y="3567112"/>
            <a:ext cx="1337355" cy="1960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14" name="椭圆 46"/>
          <p:cNvSpPr>
            <a:spLocks noChangeArrowheads="1"/>
          </p:cNvSpPr>
          <p:nvPr/>
        </p:nvSpPr>
        <p:spPr bwMode="auto">
          <a:xfrm>
            <a:off x="4641056" y="5312569"/>
            <a:ext cx="85725" cy="857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88A3A6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5215" name="椭圆 154"/>
          <p:cNvSpPr>
            <a:spLocks noChangeArrowheads="1"/>
          </p:cNvSpPr>
          <p:nvPr/>
        </p:nvSpPr>
        <p:spPr bwMode="auto">
          <a:xfrm>
            <a:off x="4641056" y="5312569"/>
            <a:ext cx="85725" cy="857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88A3A6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5216" name="椭圆 155"/>
          <p:cNvSpPr>
            <a:spLocks noChangeArrowheads="1"/>
          </p:cNvSpPr>
          <p:nvPr/>
        </p:nvSpPr>
        <p:spPr bwMode="auto">
          <a:xfrm>
            <a:off x="4641056" y="5312569"/>
            <a:ext cx="85725" cy="857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88A3A6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5217" name="椭圆 156"/>
          <p:cNvSpPr>
            <a:spLocks noChangeArrowheads="1"/>
          </p:cNvSpPr>
          <p:nvPr/>
        </p:nvSpPr>
        <p:spPr bwMode="auto">
          <a:xfrm>
            <a:off x="4641056" y="5312569"/>
            <a:ext cx="85725" cy="857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88A3A6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5218" name="椭圆 157"/>
          <p:cNvSpPr>
            <a:spLocks noChangeArrowheads="1"/>
          </p:cNvSpPr>
          <p:nvPr/>
        </p:nvSpPr>
        <p:spPr bwMode="auto">
          <a:xfrm>
            <a:off x="4641056" y="5312569"/>
            <a:ext cx="85725" cy="857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88A3A6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5219" name="椭圆 158"/>
          <p:cNvSpPr>
            <a:spLocks noChangeArrowheads="1"/>
          </p:cNvSpPr>
          <p:nvPr/>
        </p:nvSpPr>
        <p:spPr bwMode="auto">
          <a:xfrm>
            <a:off x="4641056" y="5312569"/>
            <a:ext cx="85725" cy="857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88A3A6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47" name="直接连接符 131"/>
          <p:cNvSpPr>
            <a:spLocks noChangeShapeType="1"/>
          </p:cNvSpPr>
          <p:nvPr/>
        </p:nvSpPr>
        <p:spPr bwMode="auto">
          <a:xfrm>
            <a:off x="5315187" y="2781299"/>
            <a:ext cx="1191" cy="271463"/>
          </a:xfrm>
          <a:prstGeom prst="line">
            <a:avLst/>
          </a:prstGeom>
          <a:noFill/>
          <a:ln w="317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6291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fmla" valueType="str">
                                      <p:cBhvr>
                                        <p:cTn id="6" dur="800" fill="hold"/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63" presetClass="pat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1875 0.0037 L 0.1684 -0.00124 " pathEditMode="relative" rAng="0" ptsTypes="AA">
                                      <p:cBhvr>
                                        <p:cTn id="8" dur="100" fill="hold"/>
                                        <p:tgtEl>
                                          <p:spTgt spid="5147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7483" y="-24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4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41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fill="hold" nodeType="withEffect">
                                  <p:stCondLst>
                                    <p:cond delay="7400"/>
                                  </p:stCondLst>
                                  <p:childTnLst>
                                    <p:animScale>
                                      <p:cBhvr>
                                        <p:cTn id="64" dur="500" fill="hold"/>
                                        <p:tgtEl>
                                          <p:spTgt spid="5213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42" presetClass="path" presetSubtype="0" accel="100000" fill="hold" nodeType="withEffect">
                                  <p:stCondLst>
                                    <p:cond delay="7400"/>
                                  </p:stCondLst>
                                  <p:childTnLst>
                                    <p:animMotion origin="layout" path="M 0.020000 -0.015560 L 0.009320 0.040005 " pathEditMode="relative" rAng="0" ptsTypes="AA">
                                      <p:cBhvr>
                                        <p:cTn id="66" dur="600" fill="hold"/>
                                        <p:tgtEl>
                                          <p:spTgt spid="5213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500" y="280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8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8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400"/>
                                        <p:tgtEl>
                                          <p:spTgt spid="5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00"/>
                                        <p:tgtEl>
                                          <p:spTgt spid="5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4" dur="4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" presetClass="exit" presetSubtype="4" fill="hold" nodeType="withEffect">
                                  <p:stCondLst>
                                    <p:cond delay="8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5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5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path" presetSubtype="0" repeatCount="3000" accel="50000" decel="5000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animMotion origin="layout" path="M -0.010550 -0.377080 C 0.003790 -0.377080 0.015630 -0.356710 0.015630 -0.331250 C 0.015630 -0.305780 0.003790 -0.284720 -0.010550 -0.284720 C -0.024990 -0.284720 -0.036450 -0.305780 -0.036450 -0.331250 C -0.036450 -0.356710 -0.024990 -0.377080 -0.010550 -0.377080 Z " pathEditMode="fixed" rAng="0" ptsTypes="AAAAA">
                                      <p:cBhvr>
                                        <p:cTn id="81" dur="2000" fill="hold"/>
                                        <p:tgtEl>
                                          <p:spTgt spid="5214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" presetClass="path" presetSubtype="0" repeatCount="3000" accel="50000" decel="50000" fill="hold" grpId="0" nodeType="withEffect">
                                  <p:stCondLst>
                                    <p:cond delay="8600"/>
                                  </p:stCondLst>
                                  <p:childTnLst>
                                    <p:animMotion origin="layout" path="M -0.010550 -0.377080 C 0.003790 -0.377080 0.015630 -0.356710 0.015630 -0.331250 C 0.015630 -0.305780 0.003790 -0.284720 -0.010550 -0.284720 C -0.024990 -0.284720 -0.036450 -0.305780 -0.036450 -0.331250 C -0.036450 -0.356710 -0.024990 -0.377080 -0.010550 -0.377080 Z " pathEditMode="fixed" rAng="0" ptsTypes="AAAAA">
                                      <p:cBhvr>
                                        <p:cTn id="83" dur="2000" fill="hold"/>
                                        <p:tgtEl>
                                          <p:spTgt spid="5215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" presetClass="path" presetSubtype="0" repeatCount="3000" accel="50000" decel="50000" fill="hold" grpId="0" nodeType="withEffect">
                                  <p:stCondLst>
                                    <p:cond delay="8700"/>
                                  </p:stCondLst>
                                  <p:childTnLst>
                                    <p:animMotion origin="layout" path="M -0.010550 -0.377080 C 0.003790 -0.377080 0.015630 -0.356710 0.015630 -0.331250 C 0.015630 -0.305780 0.003790 -0.284720 -0.010550 -0.284720 C -0.024990 -0.284720 -0.036450 -0.305780 -0.036450 -0.331250 C -0.036450 -0.356710 -0.024990 -0.377080 -0.010550 -0.377080 Z " pathEditMode="fixed" rAng="0" ptsTypes="AAAAA">
                                      <p:cBhvr>
                                        <p:cTn id="85" dur="2000" fill="hold"/>
                                        <p:tgtEl>
                                          <p:spTgt spid="5216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path" presetSubtype="0" repeatCount="3000" accel="50000" decel="50000" fill="hold" grpId="0" nodeType="withEffect">
                                  <p:stCondLst>
                                    <p:cond delay="8800"/>
                                  </p:stCondLst>
                                  <p:childTnLst>
                                    <p:animMotion origin="layout" path="M -0.010550 -0.377080 C 0.003790 -0.377080 0.015630 -0.356710 0.015630 -0.331250 C 0.015630 -0.305780 0.003790 -0.284720 -0.010550 -0.284720 C -0.024990 -0.284720 -0.036450 -0.305780 -0.036450 -0.331250 C -0.036450 -0.356710 -0.024990 -0.377080 -0.010550 -0.377080 Z " pathEditMode="fixed" rAng="0" ptsTypes="AAAAA">
                                      <p:cBhvr>
                                        <p:cTn id="87" dur="2000" fill="hold"/>
                                        <p:tgtEl>
                                          <p:spTgt spid="5217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" presetClass="path" presetSubtype="0" repeatCount="3000" accel="50000" decel="50000" fill="hold" grpId="0" nodeType="withEffect">
                                  <p:stCondLst>
                                    <p:cond delay="8900"/>
                                  </p:stCondLst>
                                  <p:childTnLst>
                                    <p:animMotion origin="layout" path="M -0.010550 -0.377080 C 0.003790 -0.377080 0.015630 -0.356710 0.015630 -0.331250 C 0.015630 -0.305780 0.003790 -0.284720 -0.010550 -0.284720 C -0.024990 -0.284720 -0.036450 -0.305780 -0.036450 -0.331250 C -0.036450 -0.356710 -0.024990 -0.377080 -0.010550 -0.377080 Z " pathEditMode="fixed" rAng="0" ptsTypes="AAAAA">
                                      <p:cBhvr>
                                        <p:cTn id="89" dur="2000" fill="hold"/>
                                        <p:tgtEl>
                                          <p:spTgt spid="5218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" presetClass="path" presetSubtype="0" repeatCount="3000" accel="50000" decel="5000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animMotion origin="layout" path="M -0.010550 -0.377080 C 0.003790 -0.377080 0.015630 -0.356710 0.015630 -0.331250 C 0.015630 -0.305780 0.003790 -0.284720 -0.010550 -0.284720 C -0.024990 -0.284720 -0.036450 -0.305780 -0.036450 -0.331250 C -0.036450 -0.356710 -0.024990 -0.377080 -0.010550 -0.377080 Z " pathEditMode="fixed" rAng="0" ptsTypes="AAAAA">
                                      <p:cBhvr>
                                        <p:cTn id="91" dur="2000" fill="hold"/>
                                        <p:tgtEl>
                                          <p:spTgt spid="5219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14000"/>
                                  </p:stCondLst>
                                  <p:childTnLst>
                                    <p:animEffect>
                                      <p:cBhvr>
                                        <p:cTn id="93" dur="500"/>
                                        <p:tgtEl>
                                          <p:spTgt spid="5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14100"/>
                                  </p:stCondLst>
                                  <p:childTnLst>
                                    <p:animEffect>
                                      <p:cBhvr>
                                        <p:cTn id="96" dur="500"/>
                                        <p:tgtEl>
                                          <p:spTgt spid="5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14200"/>
                                  </p:stCondLst>
                                  <p:childTnLst>
                                    <p:animEffect>
                                      <p:cBhvr>
                                        <p:cTn id="99" dur="500"/>
                                        <p:tgtEl>
                                          <p:spTgt spid="5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14300"/>
                                  </p:stCondLst>
                                  <p:childTnLst>
                                    <p:animEffect>
                                      <p:cBhvr>
                                        <p:cTn id="102" dur="500"/>
                                        <p:tgtEl>
                                          <p:spTgt spid="5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14400"/>
                                  </p:stCondLst>
                                  <p:childTnLst>
                                    <p:animEffect>
                                      <p:cBhvr>
                                        <p:cTn id="105" dur="500"/>
                                        <p:tgtEl>
                                          <p:spTgt spid="5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14500"/>
                                  </p:stCondLst>
                                  <p:childTnLst>
                                    <p:animEffect>
                                      <p:cBhvr>
                                        <p:cTn id="108" dur="500"/>
                                        <p:tgtEl>
                                          <p:spTgt spid="5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7" grpId="0" animBg="1"/>
      <p:bldP spid="5147" grpId="1" animBg="1"/>
      <p:bldP spid="5147" grpId="4" animBg="1"/>
      <p:bldP spid="5148" grpId="0" bldLvl="0" autoUpdateAnimBg="0"/>
      <p:bldP spid="5198" grpId="0" build="allAtOnce" bldLvl="0" autoUpdateAnimBg="0"/>
      <p:bldP spid="5201" grpId="0" animBg="1"/>
      <p:bldP spid="5201" grpId="1" animBg="1"/>
      <p:bldP spid="5202" grpId="0" animBg="1"/>
      <p:bldP spid="5202" grpId="1" animBg="1"/>
      <p:bldP spid="5203" grpId="0" animBg="1"/>
      <p:bldP spid="5203" grpId="1" animBg="1"/>
      <p:bldP spid="5204" grpId="0" animBg="1"/>
      <p:bldP spid="5204" grpId="1" animBg="1"/>
      <p:bldP spid="5205" grpId="0" animBg="1"/>
      <p:bldP spid="5205" grpId="1" animBg="1"/>
      <p:bldP spid="5206" grpId="0" animBg="1"/>
      <p:bldP spid="5206" grpId="1" animBg="1"/>
      <p:bldP spid="5207" grpId="0" animBg="1"/>
      <p:bldP spid="5207" grpId="1" animBg="1"/>
      <p:bldP spid="5208" grpId="0" animBg="1"/>
      <p:bldP spid="5208" grpId="1" animBg="1"/>
      <p:bldP spid="5209" grpId="0" animBg="1"/>
      <p:bldP spid="5209" grpId="1" animBg="1"/>
      <p:bldP spid="5210" grpId="0" animBg="1"/>
      <p:bldP spid="5210" grpId="1" animBg="1"/>
      <p:bldP spid="5212" grpId="0" animBg="1"/>
      <p:bldP spid="5212" grpId="1" animBg="1"/>
      <p:bldP spid="5214" grpId="0" bldLvl="0" animBg="1" autoUpdateAnimBg="0"/>
      <p:bldP spid="5214" grpId="1" bldLvl="0" animBg="1" autoUpdateAnimBg="0"/>
      <p:bldP spid="5215" grpId="0" bldLvl="0" animBg="1" autoUpdateAnimBg="0"/>
      <p:bldP spid="5215" grpId="1" bldLvl="0" animBg="1" autoUpdateAnimBg="0"/>
      <p:bldP spid="5216" grpId="0" bldLvl="0" animBg="1" autoUpdateAnimBg="0"/>
      <p:bldP spid="5216" grpId="1" bldLvl="0" animBg="1" autoUpdateAnimBg="0"/>
      <p:bldP spid="5217" grpId="0" bldLvl="0" animBg="1" autoUpdateAnimBg="0"/>
      <p:bldP spid="5217" grpId="1" bldLvl="0" animBg="1" autoUpdateAnimBg="0"/>
      <p:bldP spid="5218" grpId="0" bldLvl="0" animBg="1" autoUpdateAnimBg="0"/>
      <p:bldP spid="5218" grpId="1" bldLvl="0" animBg="1" autoUpdateAnimBg="0"/>
      <p:bldP spid="5219" grpId="0" bldLvl="0" animBg="1" autoUpdateAnimBg="0"/>
      <p:bldP spid="5219" grpId="1" bldLvl="0" animBg="1" autoUpdateAnimBg="0"/>
      <p:bldP spid="47" grpId="0" animBg="1"/>
      <p:bldP spid="4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BEBDBF"/>
            </a:gs>
            <a:gs pos="0">
              <a:srgbClr val="ECECEC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Freeform 6"/>
          <p:cNvSpPr>
            <a:spLocks/>
          </p:cNvSpPr>
          <p:nvPr/>
        </p:nvSpPr>
        <p:spPr bwMode="auto">
          <a:xfrm>
            <a:off x="813183" y="1370202"/>
            <a:ext cx="71438" cy="88583"/>
          </a:xfrm>
          <a:custGeom>
            <a:avLst/>
            <a:gdLst>
              <a:gd name="T0" fmla="*/ 0 w 50"/>
              <a:gd name="T1" fmla="*/ 0 h 62"/>
              <a:gd name="T2" fmla="*/ 0 w 50"/>
              <a:gd name="T3" fmla="*/ 62 h 62"/>
              <a:gd name="T4" fmla="*/ 50 w 50"/>
              <a:gd name="T5" fmla="*/ 62 h 62"/>
              <a:gd name="T6" fmla="*/ 50 w 50"/>
              <a:gd name="T7" fmla="*/ 12 h 62"/>
              <a:gd name="T8" fmla="*/ 0 w 50"/>
              <a:gd name="T9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2">
                <a:moveTo>
                  <a:pt x="0" y="0"/>
                </a:moveTo>
                <a:lnTo>
                  <a:pt x="0" y="62"/>
                </a:lnTo>
                <a:lnTo>
                  <a:pt x="50" y="62"/>
                </a:lnTo>
                <a:lnTo>
                  <a:pt x="50" y="12"/>
                </a:lnTo>
                <a:lnTo>
                  <a:pt x="0" y="0"/>
                </a:lnTo>
                <a:close/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99" name="Freeform 8"/>
          <p:cNvSpPr>
            <a:spLocks/>
          </p:cNvSpPr>
          <p:nvPr/>
        </p:nvSpPr>
        <p:spPr bwMode="auto">
          <a:xfrm>
            <a:off x="983204" y="1327340"/>
            <a:ext cx="108585" cy="108585"/>
          </a:xfrm>
          <a:custGeom>
            <a:avLst/>
            <a:gdLst>
              <a:gd name="T0" fmla="*/ 58 w 76"/>
              <a:gd name="T1" fmla="*/ 0 h 76"/>
              <a:gd name="T2" fmla="*/ 0 w 76"/>
              <a:gd name="T3" fmla="*/ 0 h 76"/>
              <a:gd name="T4" fmla="*/ 0 w 76"/>
              <a:gd name="T5" fmla="*/ 62 h 76"/>
              <a:gd name="T6" fmla="*/ 38 w 76"/>
              <a:gd name="T7" fmla="*/ 62 h 76"/>
              <a:gd name="T8" fmla="*/ 38 w 76"/>
              <a:gd name="T9" fmla="*/ 76 h 76"/>
              <a:gd name="T10" fmla="*/ 76 w 76"/>
              <a:gd name="T11" fmla="*/ 76 h 76"/>
              <a:gd name="T12" fmla="*/ 76 w 76"/>
              <a:gd name="T13" fmla="*/ 30 h 76"/>
              <a:gd name="T14" fmla="*/ 58 w 76"/>
              <a:gd name="T15" fmla="*/ 30 h 76"/>
              <a:gd name="T16" fmla="*/ 58 w 76"/>
              <a:gd name="T17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" h="76">
                <a:moveTo>
                  <a:pt x="58" y="0"/>
                </a:moveTo>
                <a:lnTo>
                  <a:pt x="0" y="0"/>
                </a:lnTo>
                <a:lnTo>
                  <a:pt x="0" y="62"/>
                </a:lnTo>
                <a:lnTo>
                  <a:pt x="38" y="62"/>
                </a:lnTo>
                <a:lnTo>
                  <a:pt x="38" y="76"/>
                </a:lnTo>
                <a:lnTo>
                  <a:pt x="76" y="76"/>
                </a:lnTo>
                <a:lnTo>
                  <a:pt x="76" y="30"/>
                </a:lnTo>
                <a:lnTo>
                  <a:pt x="58" y="30"/>
                </a:lnTo>
                <a:lnTo>
                  <a:pt x="58" y="0"/>
                </a:lnTo>
                <a:close/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00" name="Freeform 9"/>
          <p:cNvSpPr>
            <a:spLocks/>
          </p:cNvSpPr>
          <p:nvPr/>
        </p:nvSpPr>
        <p:spPr bwMode="auto">
          <a:xfrm>
            <a:off x="983204" y="1327340"/>
            <a:ext cx="108585" cy="108585"/>
          </a:xfrm>
          <a:custGeom>
            <a:avLst/>
            <a:gdLst>
              <a:gd name="T0" fmla="*/ 58 w 76"/>
              <a:gd name="T1" fmla="*/ 0 h 76"/>
              <a:gd name="T2" fmla="*/ 0 w 76"/>
              <a:gd name="T3" fmla="*/ 0 h 76"/>
              <a:gd name="T4" fmla="*/ 0 w 76"/>
              <a:gd name="T5" fmla="*/ 62 h 76"/>
              <a:gd name="T6" fmla="*/ 38 w 76"/>
              <a:gd name="T7" fmla="*/ 62 h 76"/>
              <a:gd name="T8" fmla="*/ 38 w 76"/>
              <a:gd name="T9" fmla="*/ 76 h 76"/>
              <a:gd name="T10" fmla="*/ 76 w 76"/>
              <a:gd name="T11" fmla="*/ 76 h 76"/>
              <a:gd name="T12" fmla="*/ 76 w 76"/>
              <a:gd name="T13" fmla="*/ 30 h 76"/>
              <a:gd name="T14" fmla="*/ 58 w 76"/>
              <a:gd name="T15" fmla="*/ 30 h 76"/>
              <a:gd name="T16" fmla="*/ 58 w 76"/>
              <a:gd name="T17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" h="76">
                <a:moveTo>
                  <a:pt x="58" y="0"/>
                </a:moveTo>
                <a:lnTo>
                  <a:pt x="0" y="0"/>
                </a:lnTo>
                <a:lnTo>
                  <a:pt x="0" y="62"/>
                </a:lnTo>
                <a:lnTo>
                  <a:pt x="38" y="62"/>
                </a:lnTo>
                <a:lnTo>
                  <a:pt x="38" y="76"/>
                </a:lnTo>
                <a:lnTo>
                  <a:pt x="76" y="76"/>
                </a:lnTo>
                <a:lnTo>
                  <a:pt x="76" y="30"/>
                </a:lnTo>
                <a:lnTo>
                  <a:pt x="58" y="30"/>
                </a:lnTo>
                <a:lnTo>
                  <a:pt x="58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01" name="Freeform 10"/>
          <p:cNvSpPr>
            <a:spLocks/>
          </p:cNvSpPr>
          <p:nvPr/>
        </p:nvSpPr>
        <p:spPr bwMode="auto">
          <a:xfrm>
            <a:off x="1091789" y="1200180"/>
            <a:ext cx="58579" cy="127159"/>
          </a:xfrm>
          <a:custGeom>
            <a:avLst/>
            <a:gdLst>
              <a:gd name="T0" fmla="*/ 41 w 41"/>
              <a:gd name="T1" fmla="*/ 0 h 89"/>
              <a:gd name="T2" fmla="*/ 0 w 41"/>
              <a:gd name="T3" fmla="*/ 24 h 89"/>
              <a:gd name="T4" fmla="*/ 0 w 41"/>
              <a:gd name="T5" fmla="*/ 66 h 89"/>
              <a:gd name="T6" fmla="*/ 41 w 41"/>
              <a:gd name="T7" fmla="*/ 89 h 89"/>
              <a:gd name="T8" fmla="*/ 41 w 41"/>
              <a:gd name="T9" fmla="*/ 0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" h="89">
                <a:moveTo>
                  <a:pt x="41" y="0"/>
                </a:moveTo>
                <a:lnTo>
                  <a:pt x="0" y="24"/>
                </a:lnTo>
                <a:lnTo>
                  <a:pt x="0" y="66"/>
                </a:lnTo>
                <a:lnTo>
                  <a:pt x="41" y="89"/>
                </a:lnTo>
                <a:lnTo>
                  <a:pt x="41" y="0"/>
                </a:lnTo>
                <a:close/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02" name="Freeform 12"/>
          <p:cNvSpPr>
            <a:spLocks/>
          </p:cNvSpPr>
          <p:nvPr/>
        </p:nvSpPr>
        <p:spPr bwMode="auto">
          <a:xfrm>
            <a:off x="1258953" y="1234470"/>
            <a:ext cx="124302" cy="92869"/>
          </a:xfrm>
          <a:custGeom>
            <a:avLst/>
            <a:gdLst>
              <a:gd name="T0" fmla="*/ 12 w 87"/>
              <a:gd name="T1" fmla="*/ 0 h 65"/>
              <a:gd name="T2" fmla="*/ 0 w 87"/>
              <a:gd name="T3" fmla="*/ 34 h 65"/>
              <a:gd name="T4" fmla="*/ 67 w 87"/>
              <a:gd name="T5" fmla="*/ 65 h 65"/>
              <a:gd name="T6" fmla="*/ 87 w 87"/>
              <a:gd name="T7" fmla="*/ 20 h 65"/>
              <a:gd name="T8" fmla="*/ 12 w 87"/>
              <a:gd name="T9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7" h="65">
                <a:moveTo>
                  <a:pt x="12" y="0"/>
                </a:moveTo>
                <a:lnTo>
                  <a:pt x="0" y="34"/>
                </a:lnTo>
                <a:lnTo>
                  <a:pt x="67" y="65"/>
                </a:lnTo>
                <a:lnTo>
                  <a:pt x="87" y="20"/>
                </a:lnTo>
                <a:lnTo>
                  <a:pt x="12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03" name="Freeform 14"/>
          <p:cNvSpPr>
            <a:spLocks/>
          </p:cNvSpPr>
          <p:nvPr/>
        </p:nvSpPr>
        <p:spPr bwMode="auto">
          <a:xfrm>
            <a:off x="1354679" y="1263045"/>
            <a:ext cx="207169" cy="257175"/>
          </a:xfrm>
          <a:custGeom>
            <a:avLst/>
            <a:gdLst>
              <a:gd name="T0" fmla="*/ 72 w 145"/>
              <a:gd name="T1" fmla="*/ 0 h 180"/>
              <a:gd name="T2" fmla="*/ 0 w 145"/>
              <a:gd name="T3" fmla="*/ 83 h 180"/>
              <a:gd name="T4" fmla="*/ 90 w 145"/>
              <a:gd name="T5" fmla="*/ 180 h 180"/>
              <a:gd name="T6" fmla="*/ 145 w 145"/>
              <a:gd name="T7" fmla="*/ 121 h 180"/>
              <a:gd name="T8" fmla="*/ 120 w 145"/>
              <a:gd name="T9" fmla="*/ 91 h 180"/>
              <a:gd name="T10" fmla="*/ 140 w 145"/>
              <a:gd name="T11" fmla="*/ 61 h 180"/>
              <a:gd name="T12" fmla="*/ 72 w 145"/>
              <a:gd name="T1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5" h="180">
                <a:moveTo>
                  <a:pt x="72" y="0"/>
                </a:moveTo>
                <a:lnTo>
                  <a:pt x="0" y="83"/>
                </a:lnTo>
                <a:lnTo>
                  <a:pt x="90" y="180"/>
                </a:lnTo>
                <a:lnTo>
                  <a:pt x="145" y="121"/>
                </a:lnTo>
                <a:lnTo>
                  <a:pt x="120" y="91"/>
                </a:lnTo>
                <a:lnTo>
                  <a:pt x="140" y="61"/>
                </a:lnTo>
                <a:lnTo>
                  <a:pt x="72" y="0"/>
                </a:lnTo>
                <a:close/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04" name="Freeform 15"/>
          <p:cNvSpPr>
            <a:spLocks/>
          </p:cNvSpPr>
          <p:nvPr/>
        </p:nvSpPr>
        <p:spPr bwMode="auto">
          <a:xfrm>
            <a:off x="1354679" y="1263045"/>
            <a:ext cx="207169" cy="257175"/>
          </a:xfrm>
          <a:custGeom>
            <a:avLst/>
            <a:gdLst>
              <a:gd name="T0" fmla="*/ 72 w 145"/>
              <a:gd name="T1" fmla="*/ 0 h 180"/>
              <a:gd name="T2" fmla="*/ 0 w 145"/>
              <a:gd name="T3" fmla="*/ 83 h 180"/>
              <a:gd name="T4" fmla="*/ 90 w 145"/>
              <a:gd name="T5" fmla="*/ 180 h 180"/>
              <a:gd name="T6" fmla="*/ 145 w 145"/>
              <a:gd name="T7" fmla="*/ 121 h 180"/>
              <a:gd name="T8" fmla="*/ 120 w 145"/>
              <a:gd name="T9" fmla="*/ 91 h 180"/>
              <a:gd name="T10" fmla="*/ 140 w 145"/>
              <a:gd name="T11" fmla="*/ 61 h 180"/>
              <a:gd name="T12" fmla="*/ 72 w 145"/>
              <a:gd name="T1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5" h="180">
                <a:moveTo>
                  <a:pt x="72" y="0"/>
                </a:moveTo>
                <a:lnTo>
                  <a:pt x="0" y="83"/>
                </a:lnTo>
                <a:lnTo>
                  <a:pt x="90" y="180"/>
                </a:lnTo>
                <a:lnTo>
                  <a:pt x="145" y="121"/>
                </a:lnTo>
                <a:lnTo>
                  <a:pt x="120" y="91"/>
                </a:lnTo>
                <a:lnTo>
                  <a:pt x="140" y="61"/>
                </a:lnTo>
                <a:lnTo>
                  <a:pt x="72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05" name="Freeform 16"/>
          <p:cNvSpPr>
            <a:spLocks/>
          </p:cNvSpPr>
          <p:nvPr/>
        </p:nvSpPr>
        <p:spPr bwMode="auto">
          <a:xfrm>
            <a:off x="1526129" y="1234470"/>
            <a:ext cx="227172" cy="285750"/>
          </a:xfrm>
          <a:custGeom>
            <a:avLst/>
            <a:gdLst>
              <a:gd name="T0" fmla="*/ 79 w 159"/>
              <a:gd name="T1" fmla="*/ 0 h 200"/>
              <a:gd name="T2" fmla="*/ 20 w 159"/>
              <a:gd name="T3" fmla="*/ 81 h 200"/>
              <a:gd name="T4" fmla="*/ 0 w 159"/>
              <a:gd name="T5" fmla="*/ 111 h 200"/>
              <a:gd name="T6" fmla="*/ 25 w 159"/>
              <a:gd name="T7" fmla="*/ 141 h 200"/>
              <a:gd name="T8" fmla="*/ 79 w 159"/>
              <a:gd name="T9" fmla="*/ 200 h 200"/>
              <a:gd name="T10" fmla="*/ 159 w 159"/>
              <a:gd name="T11" fmla="*/ 111 h 200"/>
              <a:gd name="T12" fmla="*/ 79 w 159"/>
              <a:gd name="T13" fmla="*/ 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" h="200">
                <a:moveTo>
                  <a:pt x="79" y="0"/>
                </a:moveTo>
                <a:lnTo>
                  <a:pt x="20" y="81"/>
                </a:lnTo>
                <a:lnTo>
                  <a:pt x="0" y="111"/>
                </a:lnTo>
                <a:lnTo>
                  <a:pt x="25" y="141"/>
                </a:lnTo>
                <a:lnTo>
                  <a:pt x="79" y="200"/>
                </a:lnTo>
                <a:lnTo>
                  <a:pt x="159" y="111"/>
                </a:lnTo>
                <a:lnTo>
                  <a:pt x="79" y="0"/>
                </a:lnTo>
                <a:close/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06" name="Rectangle 18"/>
          <p:cNvSpPr>
            <a:spLocks noChangeArrowheads="1"/>
          </p:cNvSpPr>
          <p:nvPr/>
        </p:nvSpPr>
        <p:spPr bwMode="auto">
          <a:xfrm>
            <a:off x="1480409" y="1143030"/>
            <a:ext cx="121444" cy="57150"/>
          </a:xfrm>
          <a:prstGeom prst="rect">
            <a:avLst/>
          </a:pr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07" name="Freeform 20"/>
          <p:cNvSpPr>
            <a:spLocks/>
          </p:cNvSpPr>
          <p:nvPr/>
        </p:nvSpPr>
        <p:spPr bwMode="auto">
          <a:xfrm>
            <a:off x="1693293" y="1001585"/>
            <a:ext cx="270034" cy="281464"/>
          </a:xfrm>
          <a:custGeom>
            <a:avLst/>
            <a:gdLst>
              <a:gd name="T0" fmla="*/ 103 w 189"/>
              <a:gd name="T1" fmla="*/ 0 h 197"/>
              <a:gd name="T2" fmla="*/ 0 w 189"/>
              <a:gd name="T3" fmla="*/ 99 h 197"/>
              <a:gd name="T4" fmla="*/ 93 w 189"/>
              <a:gd name="T5" fmla="*/ 197 h 197"/>
              <a:gd name="T6" fmla="*/ 189 w 189"/>
              <a:gd name="T7" fmla="*/ 99 h 197"/>
              <a:gd name="T8" fmla="*/ 103 w 189"/>
              <a:gd name="T9" fmla="*/ 0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" h="197">
                <a:moveTo>
                  <a:pt x="103" y="0"/>
                </a:moveTo>
                <a:lnTo>
                  <a:pt x="0" y="99"/>
                </a:lnTo>
                <a:lnTo>
                  <a:pt x="93" y="197"/>
                </a:lnTo>
                <a:lnTo>
                  <a:pt x="189" y="99"/>
                </a:lnTo>
                <a:lnTo>
                  <a:pt x="103" y="0"/>
                </a:lnTo>
                <a:close/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08" name="Freeform 21"/>
          <p:cNvSpPr>
            <a:spLocks/>
          </p:cNvSpPr>
          <p:nvPr/>
        </p:nvSpPr>
        <p:spPr bwMode="auto">
          <a:xfrm>
            <a:off x="1693293" y="1001585"/>
            <a:ext cx="270034" cy="281464"/>
          </a:xfrm>
          <a:custGeom>
            <a:avLst/>
            <a:gdLst>
              <a:gd name="T0" fmla="*/ 103 w 189"/>
              <a:gd name="T1" fmla="*/ 0 h 197"/>
              <a:gd name="T2" fmla="*/ 0 w 189"/>
              <a:gd name="T3" fmla="*/ 99 h 197"/>
              <a:gd name="T4" fmla="*/ 93 w 189"/>
              <a:gd name="T5" fmla="*/ 197 h 197"/>
              <a:gd name="T6" fmla="*/ 189 w 189"/>
              <a:gd name="T7" fmla="*/ 99 h 197"/>
              <a:gd name="T8" fmla="*/ 103 w 189"/>
              <a:gd name="T9" fmla="*/ 0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" h="197">
                <a:moveTo>
                  <a:pt x="103" y="0"/>
                </a:moveTo>
                <a:lnTo>
                  <a:pt x="0" y="99"/>
                </a:lnTo>
                <a:lnTo>
                  <a:pt x="93" y="197"/>
                </a:lnTo>
                <a:lnTo>
                  <a:pt x="189" y="99"/>
                </a:lnTo>
                <a:lnTo>
                  <a:pt x="103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09" name="Freeform 22"/>
          <p:cNvSpPr>
            <a:spLocks/>
          </p:cNvSpPr>
          <p:nvPr/>
        </p:nvSpPr>
        <p:spPr bwMode="auto">
          <a:xfrm>
            <a:off x="1920464" y="765840"/>
            <a:ext cx="190024" cy="235744"/>
          </a:xfrm>
          <a:custGeom>
            <a:avLst/>
            <a:gdLst>
              <a:gd name="T0" fmla="*/ 61 w 133"/>
              <a:gd name="T1" fmla="*/ 0 h 165"/>
              <a:gd name="T2" fmla="*/ 0 w 133"/>
              <a:gd name="T3" fmla="*/ 109 h 165"/>
              <a:gd name="T4" fmla="*/ 83 w 133"/>
              <a:gd name="T5" fmla="*/ 165 h 165"/>
              <a:gd name="T6" fmla="*/ 133 w 133"/>
              <a:gd name="T7" fmla="*/ 82 h 165"/>
              <a:gd name="T8" fmla="*/ 61 w 133"/>
              <a:gd name="T9" fmla="*/ 0 h 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" h="165">
                <a:moveTo>
                  <a:pt x="61" y="0"/>
                </a:moveTo>
                <a:lnTo>
                  <a:pt x="0" y="109"/>
                </a:lnTo>
                <a:lnTo>
                  <a:pt x="83" y="165"/>
                </a:lnTo>
                <a:lnTo>
                  <a:pt x="133" y="82"/>
                </a:lnTo>
                <a:lnTo>
                  <a:pt x="61" y="0"/>
                </a:lnTo>
                <a:close/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10" name="Freeform 23"/>
          <p:cNvSpPr>
            <a:spLocks/>
          </p:cNvSpPr>
          <p:nvPr/>
        </p:nvSpPr>
        <p:spPr bwMode="auto">
          <a:xfrm>
            <a:off x="1920464" y="765840"/>
            <a:ext cx="190024" cy="235744"/>
          </a:xfrm>
          <a:custGeom>
            <a:avLst/>
            <a:gdLst>
              <a:gd name="T0" fmla="*/ 61 w 133"/>
              <a:gd name="T1" fmla="*/ 0 h 165"/>
              <a:gd name="T2" fmla="*/ 0 w 133"/>
              <a:gd name="T3" fmla="*/ 109 h 165"/>
              <a:gd name="T4" fmla="*/ 83 w 133"/>
              <a:gd name="T5" fmla="*/ 165 h 165"/>
              <a:gd name="T6" fmla="*/ 133 w 133"/>
              <a:gd name="T7" fmla="*/ 82 h 165"/>
              <a:gd name="T8" fmla="*/ 61 w 133"/>
              <a:gd name="T9" fmla="*/ 0 h 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" h="165">
                <a:moveTo>
                  <a:pt x="61" y="0"/>
                </a:moveTo>
                <a:lnTo>
                  <a:pt x="0" y="109"/>
                </a:lnTo>
                <a:lnTo>
                  <a:pt x="83" y="165"/>
                </a:lnTo>
                <a:lnTo>
                  <a:pt x="133" y="82"/>
                </a:lnTo>
                <a:lnTo>
                  <a:pt x="61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1" name="Freeform 24"/>
          <p:cNvSpPr>
            <a:spLocks/>
          </p:cNvSpPr>
          <p:nvPr/>
        </p:nvSpPr>
        <p:spPr bwMode="auto">
          <a:xfrm>
            <a:off x="2164780" y="958722"/>
            <a:ext cx="138589" cy="77153"/>
          </a:xfrm>
          <a:custGeom>
            <a:avLst/>
            <a:gdLst>
              <a:gd name="T0" fmla="*/ 97 w 97"/>
              <a:gd name="T1" fmla="*/ 0 h 54"/>
              <a:gd name="T2" fmla="*/ 0 w 97"/>
              <a:gd name="T3" fmla="*/ 30 h 54"/>
              <a:gd name="T4" fmla="*/ 97 w 97"/>
              <a:gd name="T5" fmla="*/ 54 h 54"/>
              <a:gd name="T6" fmla="*/ 97 w 97"/>
              <a:gd name="T7" fmla="*/ 0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7" h="54">
                <a:moveTo>
                  <a:pt x="97" y="0"/>
                </a:moveTo>
                <a:lnTo>
                  <a:pt x="0" y="30"/>
                </a:lnTo>
                <a:lnTo>
                  <a:pt x="97" y="54"/>
                </a:lnTo>
                <a:lnTo>
                  <a:pt x="97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12" name="Freeform 26"/>
          <p:cNvSpPr>
            <a:spLocks/>
          </p:cNvSpPr>
          <p:nvPr/>
        </p:nvSpPr>
        <p:spPr bwMode="auto">
          <a:xfrm>
            <a:off x="2434814" y="958722"/>
            <a:ext cx="118587" cy="181452"/>
          </a:xfrm>
          <a:custGeom>
            <a:avLst/>
            <a:gdLst>
              <a:gd name="T0" fmla="*/ 17 w 83"/>
              <a:gd name="T1" fmla="*/ 0 h 127"/>
              <a:gd name="T2" fmla="*/ 0 w 83"/>
              <a:gd name="T3" fmla="*/ 80 h 127"/>
              <a:gd name="T4" fmla="*/ 83 w 83"/>
              <a:gd name="T5" fmla="*/ 127 h 127"/>
              <a:gd name="T6" fmla="*/ 83 w 83"/>
              <a:gd name="T7" fmla="*/ 30 h 127"/>
              <a:gd name="T8" fmla="*/ 17 w 83"/>
              <a:gd name="T9" fmla="*/ 0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3" h="127">
                <a:moveTo>
                  <a:pt x="17" y="0"/>
                </a:moveTo>
                <a:lnTo>
                  <a:pt x="0" y="80"/>
                </a:lnTo>
                <a:lnTo>
                  <a:pt x="83" y="127"/>
                </a:lnTo>
                <a:lnTo>
                  <a:pt x="83" y="30"/>
                </a:lnTo>
                <a:lnTo>
                  <a:pt x="17" y="0"/>
                </a:lnTo>
                <a:close/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13" name="Freeform 27"/>
          <p:cNvSpPr>
            <a:spLocks/>
          </p:cNvSpPr>
          <p:nvPr/>
        </p:nvSpPr>
        <p:spPr bwMode="auto">
          <a:xfrm>
            <a:off x="2434814" y="958722"/>
            <a:ext cx="118587" cy="181452"/>
          </a:xfrm>
          <a:custGeom>
            <a:avLst/>
            <a:gdLst>
              <a:gd name="T0" fmla="*/ 17 w 83"/>
              <a:gd name="T1" fmla="*/ 0 h 127"/>
              <a:gd name="T2" fmla="*/ 0 w 83"/>
              <a:gd name="T3" fmla="*/ 80 h 127"/>
              <a:gd name="T4" fmla="*/ 83 w 83"/>
              <a:gd name="T5" fmla="*/ 127 h 127"/>
              <a:gd name="T6" fmla="*/ 83 w 83"/>
              <a:gd name="T7" fmla="*/ 30 h 127"/>
              <a:gd name="T8" fmla="*/ 17 w 83"/>
              <a:gd name="T9" fmla="*/ 0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3" h="127">
                <a:moveTo>
                  <a:pt x="17" y="0"/>
                </a:moveTo>
                <a:lnTo>
                  <a:pt x="0" y="80"/>
                </a:lnTo>
                <a:lnTo>
                  <a:pt x="83" y="127"/>
                </a:lnTo>
                <a:lnTo>
                  <a:pt x="83" y="30"/>
                </a:lnTo>
                <a:lnTo>
                  <a:pt x="17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4" name="Freeform 28"/>
          <p:cNvSpPr>
            <a:spLocks/>
          </p:cNvSpPr>
          <p:nvPr/>
        </p:nvSpPr>
        <p:spPr bwMode="auto">
          <a:xfrm>
            <a:off x="2110488" y="1143031"/>
            <a:ext cx="324327" cy="227172"/>
          </a:xfrm>
          <a:custGeom>
            <a:avLst/>
            <a:gdLst>
              <a:gd name="T0" fmla="*/ 181 w 227"/>
              <a:gd name="T1" fmla="*/ 0 h 159"/>
              <a:gd name="T2" fmla="*/ 0 w 227"/>
              <a:gd name="T3" fmla="*/ 64 h 159"/>
              <a:gd name="T4" fmla="*/ 113 w 227"/>
              <a:gd name="T5" fmla="*/ 159 h 159"/>
              <a:gd name="T6" fmla="*/ 227 w 227"/>
              <a:gd name="T7" fmla="*/ 84 h 159"/>
              <a:gd name="T8" fmla="*/ 181 w 227"/>
              <a:gd name="T9" fmla="*/ 0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159">
                <a:moveTo>
                  <a:pt x="181" y="0"/>
                </a:moveTo>
                <a:lnTo>
                  <a:pt x="0" y="64"/>
                </a:lnTo>
                <a:lnTo>
                  <a:pt x="113" y="159"/>
                </a:lnTo>
                <a:lnTo>
                  <a:pt x="227" y="84"/>
                </a:lnTo>
                <a:lnTo>
                  <a:pt x="181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15" name="Freeform 30"/>
          <p:cNvSpPr>
            <a:spLocks/>
          </p:cNvSpPr>
          <p:nvPr/>
        </p:nvSpPr>
        <p:spPr bwMode="auto">
          <a:xfrm>
            <a:off x="2271937" y="1393062"/>
            <a:ext cx="162878" cy="100013"/>
          </a:xfrm>
          <a:custGeom>
            <a:avLst/>
            <a:gdLst>
              <a:gd name="T0" fmla="*/ 0 w 114"/>
              <a:gd name="T1" fmla="*/ 0 h 70"/>
              <a:gd name="T2" fmla="*/ 0 w 114"/>
              <a:gd name="T3" fmla="*/ 30 h 70"/>
              <a:gd name="T4" fmla="*/ 114 w 114"/>
              <a:gd name="T5" fmla="*/ 70 h 70"/>
              <a:gd name="T6" fmla="*/ 114 w 114"/>
              <a:gd name="T7" fmla="*/ 16 h 70"/>
              <a:gd name="T8" fmla="*/ 0 w 114"/>
              <a:gd name="T9" fmla="*/ 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4" h="70">
                <a:moveTo>
                  <a:pt x="0" y="0"/>
                </a:moveTo>
                <a:lnTo>
                  <a:pt x="0" y="30"/>
                </a:lnTo>
                <a:lnTo>
                  <a:pt x="114" y="70"/>
                </a:lnTo>
                <a:lnTo>
                  <a:pt x="114" y="16"/>
                </a:lnTo>
                <a:lnTo>
                  <a:pt x="0" y="0"/>
                </a:lnTo>
                <a:close/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16" name="Freeform 32"/>
          <p:cNvSpPr>
            <a:spLocks/>
          </p:cNvSpPr>
          <p:nvPr/>
        </p:nvSpPr>
        <p:spPr bwMode="auto">
          <a:xfrm>
            <a:off x="2234789" y="1568798"/>
            <a:ext cx="120015" cy="155734"/>
          </a:xfrm>
          <a:custGeom>
            <a:avLst/>
            <a:gdLst>
              <a:gd name="T0" fmla="*/ 48 w 84"/>
              <a:gd name="T1" fmla="*/ 0 h 109"/>
              <a:gd name="T2" fmla="*/ 0 w 84"/>
              <a:gd name="T3" fmla="*/ 0 h 109"/>
              <a:gd name="T4" fmla="*/ 26 w 84"/>
              <a:gd name="T5" fmla="*/ 109 h 109"/>
              <a:gd name="T6" fmla="*/ 84 w 84"/>
              <a:gd name="T7" fmla="*/ 76 h 109"/>
              <a:gd name="T8" fmla="*/ 48 w 84"/>
              <a:gd name="T9" fmla="*/ 0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" h="109">
                <a:moveTo>
                  <a:pt x="48" y="0"/>
                </a:moveTo>
                <a:lnTo>
                  <a:pt x="0" y="0"/>
                </a:lnTo>
                <a:lnTo>
                  <a:pt x="26" y="109"/>
                </a:lnTo>
                <a:lnTo>
                  <a:pt x="84" y="76"/>
                </a:lnTo>
                <a:lnTo>
                  <a:pt x="48" y="0"/>
                </a:lnTo>
                <a:close/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17" name="Freeform 34"/>
          <p:cNvSpPr>
            <a:spLocks/>
          </p:cNvSpPr>
          <p:nvPr/>
        </p:nvSpPr>
        <p:spPr bwMode="auto">
          <a:xfrm>
            <a:off x="2076198" y="1458785"/>
            <a:ext cx="88583" cy="110014"/>
          </a:xfrm>
          <a:custGeom>
            <a:avLst/>
            <a:gdLst>
              <a:gd name="T0" fmla="*/ 0 w 62"/>
              <a:gd name="T1" fmla="*/ 0 h 77"/>
              <a:gd name="T2" fmla="*/ 0 w 62"/>
              <a:gd name="T3" fmla="*/ 37 h 77"/>
              <a:gd name="T4" fmla="*/ 24 w 62"/>
              <a:gd name="T5" fmla="*/ 77 h 77"/>
              <a:gd name="T6" fmla="*/ 62 w 62"/>
              <a:gd name="T7" fmla="*/ 24 h 77"/>
              <a:gd name="T8" fmla="*/ 0 w 62"/>
              <a:gd name="T9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77">
                <a:moveTo>
                  <a:pt x="0" y="0"/>
                </a:moveTo>
                <a:lnTo>
                  <a:pt x="0" y="37"/>
                </a:lnTo>
                <a:lnTo>
                  <a:pt x="24" y="77"/>
                </a:lnTo>
                <a:lnTo>
                  <a:pt x="62" y="24"/>
                </a:lnTo>
                <a:lnTo>
                  <a:pt x="0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18" name="Rectangle 36"/>
          <p:cNvSpPr>
            <a:spLocks noChangeArrowheads="1"/>
          </p:cNvSpPr>
          <p:nvPr/>
        </p:nvSpPr>
        <p:spPr bwMode="auto">
          <a:xfrm>
            <a:off x="2016190" y="1327340"/>
            <a:ext cx="60008" cy="65723"/>
          </a:xfrm>
          <a:prstGeom prst="rect">
            <a:avLst/>
          </a:pr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19" name="Rectangle 37"/>
          <p:cNvSpPr>
            <a:spLocks noChangeArrowheads="1"/>
          </p:cNvSpPr>
          <p:nvPr/>
        </p:nvSpPr>
        <p:spPr bwMode="auto">
          <a:xfrm>
            <a:off x="2016190" y="1327340"/>
            <a:ext cx="60008" cy="65723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0" name="Freeform 38"/>
          <p:cNvSpPr>
            <a:spLocks/>
          </p:cNvSpPr>
          <p:nvPr/>
        </p:nvSpPr>
        <p:spPr bwMode="auto">
          <a:xfrm>
            <a:off x="2849152" y="1108740"/>
            <a:ext cx="75724" cy="91440"/>
          </a:xfrm>
          <a:custGeom>
            <a:avLst/>
            <a:gdLst>
              <a:gd name="T0" fmla="*/ 53 w 53"/>
              <a:gd name="T1" fmla="*/ 0 h 64"/>
              <a:gd name="T2" fmla="*/ 0 w 53"/>
              <a:gd name="T3" fmla="*/ 0 h 64"/>
              <a:gd name="T4" fmla="*/ 0 w 53"/>
              <a:gd name="T5" fmla="*/ 44 h 64"/>
              <a:gd name="T6" fmla="*/ 53 w 53"/>
              <a:gd name="T7" fmla="*/ 64 h 64"/>
              <a:gd name="T8" fmla="*/ 53 w 53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" h="64">
                <a:moveTo>
                  <a:pt x="53" y="0"/>
                </a:moveTo>
                <a:lnTo>
                  <a:pt x="0" y="0"/>
                </a:lnTo>
                <a:lnTo>
                  <a:pt x="0" y="44"/>
                </a:lnTo>
                <a:lnTo>
                  <a:pt x="53" y="64"/>
                </a:lnTo>
                <a:lnTo>
                  <a:pt x="53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21" name="Freeform 39"/>
          <p:cNvSpPr>
            <a:spLocks/>
          </p:cNvSpPr>
          <p:nvPr/>
        </p:nvSpPr>
        <p:spPr bwMode="auto">
          <a:xfrm>
            <a:off x="2849152" y="1108740"/>
            <a:ext cx="75724" cy="91440"/>
          </a:xfrm>
          <a:custGeom>
            <a:avLst/>
            <a:gdLst>
              <a:gd name="T0" fmla="*/ 53 w 53"/>
              <a:gd name="T1" fmla="*/ 0 h 64"/>
              <a:gd name="T2" fmla="*/ 0 w 53"/>
              <a:gd name="T3" fmla="*/ 0 h 64"/>
              <a:gd name="T4" fmla="*/ 0 w 53"/>
              <a:gd name="T5" fmla="*/ 44 h 64"/>
              <a:gd name="T6" fmla="*/ 53 w 53"/>
              <a:gd name="T7" fmla="*/ 64 h 64"/>
              <a:gd name="T8" fmla="*/ 53 w 53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" h="64">
                <a:moveTo>
                  <a:pt x="53" y="0"/>
                </a:moveTo>
                <a:lnTo>
                  <a:pt x="0" y="0"/>
                </a:lnTo>
                <a:lnTo>
                  <a:pt x="0" y="44"/>
                </a:lnTo>
                <a:lnTo>
                  <a:pt x="53" y="64"/>
                </a:lnTo>
                <a:lnTo>
                  <a:pt x="53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2" name="Freeform 40"/>
          <p:cNvSpPr>
            <a:spLocks/>
          </p:cNvSpPr>
          <p:nvPr/>
        </p:nvSpPr>
        <p:spPr bwMode="auto">
          <a:xfrm>
            <a:off x="2729137" y="1263045"/>
            <a:ext cx="120015" cy="98584"/>
          </a:xfrm>
          <a:custGeom>
            <a:avLst/>
            <a:gdLst>
              <a:gd name="T0" fmla="*/ 66 w 84"/>
              <a:gd name="T1" fmla="*/ 0 h 69"/>
              <a:gd name="T2" fmla="*/ 0 w 84"/>
              <a:gd name="T3" fmla="*/ 14 h 69"/>
              <a:gd name="T4" fmla="*/ 42 w 84"/>
              <a:gd name="T5" fmla="*/ 69 h 69"/>
              <a:gd name="T6" fmla="*/ 84 w 84"/>
              <a:gd name="T7" fmla="*/ 69 h 69"/>
              <a:gd name="T8" fmla="*/ 66 w 84"/>
              <a:gd name="T9" fmla="*/ 0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" h="69">
                <a:moveTo>
                  <a:pt x="66" y="0"/>
                </a:moveTo>
                <a:lnTo>
                  <a:pt x="0" y="14"/>
                </a:lnTo>
                <a:lnTo>
                  <a:pt x="42" y="69"/>
                </a:lnTo>
                <a:lnTo>
                  <a:pt x="84" y="69"/>
                </a:lnTo>
                <a:lnTo>
                  <a:pt x="66" y="0"/>
                </a:lnTo>
                <a:close/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23" name="Freeform 42"/>
          <p:cNvSpPr>
            <a:spLocks/>
          </p:cNvSpPr>
          <p:nvPr/>
        </p:nvSpPr>
        <p:spPr bwMode="auto">
          <a:xfrm>
            <a:off x="2697704" y="1361630"/>
            <a:ext cx="65723" cy="74295"/>
          </a:xfrm>
          <a:custGeom>
            <a:avLst/>
            <a:gdLst>
              <a:gd name="T0" fmla="*/ 0 w 46"/>
              <a:gd name="T1" fmla="*/ 0 h 52"/>
              <a:gd name="T2" fmla="*/ 0 w 46"/>
              <a:gd name="T3" fmla="*/ 38 h 52"/>
              <a:gd name="T4" fmla="*/ 24 w 46"/>
              <a:gd name="T5" fmla="*/ 52 h 52"/>
              <a:gd name="T6" fmla="*/ 46 w 46"/>
              <a:gd name="T7" fmla="*/ 6 h 52"/>
              <a:gd name="T8" fmla="*/ 0 w 46"/>
              <a:gd name="T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" h="52">
                <a:moveTo>
                  <a:pt x="0" y="0"/>
                </a:moveTo>
                <a:lnTo>
                  <a:pt x="0" y="38"/>
                </a:lnTo>
                <a:lnTo>
                  <a:pt x="24" y="52"/>
                </a:lnTo>
                <a:lnTo>
                  <a:pt x="46" y="6"/>
                </a:lnTo>
                <a:lnTo>
                  <a:pt x="0" y="0"/>
                </a:lnTo>
                <a:close/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24" name="Freeform 43"/>
          <p:cNvSpPr>
            <a:spLocks/>
          </p:cNvSpPr>
          <p:nvPr/>
        </p:nvSpPr>
        <p:spPr bwMode="auto">
          <a:xfrm>
            <a:off x="2697704" y="1361630"/>
            <a:ext cx="65723" cy="74295"/>
          </a:xfrm>
          <a:custGeom>
            <a:avLst/>
            <a:gdLst>
              <a:gd name="T0" fmla="*/ 0 w 46"/>
              <a:gd name="T1" fmla="*/ 0 h 52"/>
              <a:gd name="T2" fmla="*/ 0 w 46"/>
              <a:gd name="T3" fmla="*/ 38 h 52"/>
              <a:gd name="T4" fmla="*/ 24 w 46"/>
              <a:gd name="T5" fmla="*/ 52 h 52"/>
              <a:gd name="T6" fmla="*/ 46 w 46"/>
              <a:gd name="T7" fmla="*/ 6 h 52"/>
              <a:gd name="T8" fmla="*/ 0 w 46"/>
              <a:gd name="T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" h="52">
                <a:moveTo>
                  <a:pt x="0" y="0"/>
                </a:moveTo>
                <a:lnTo>
                  <a:pt x="0" y="38"/>
                </a:lnTo>
                <a:lnTo>
                  <a:pt x="24" y="52"/>
                </a:lnTo>
                <a:lnTo>
                  <a:pt x="46" y="6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5" name="Freeform 44"/>
          <p:cNvSpPr>
            <a:spLocks/>
          </p:cNvSpPr>
          <p:nvPr/>
        </p:nvSpPr>
        <p:spPr bwMode="auto">
          <a:xfrm>
            <a:off x="2924875" y="1140173"/>
            <a:ext cx="114300" cy="142875"/>
          </a:xfrm>
          <a:custGeom>
            <a:avLst/>
            <a:gdLst>
              <a:gd name="T0" fmla="*/ 22 w 80"/>
              <a:gd name="T1" fmla="*/ 0 h 100"/>
              <a:gd name="T2" fmla="*/ 0 w 80"/>
              <a:gd name="T3" fmla="*/ 100 h 100"/>
              <a:gd name="T4" fmla="*/ 80 w 80"/>
              <a:gd name="T5" fmla="*/ 22 h 100"/>
              <a:gd name="T6" fmla="*/ 22 w 80"/>
              <a:gd name="T7" fmla="*/ 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0" h="100">
                <a:moveTo>
                  <a:pt x="22" y="0"/>
                </a:moveTo>
                <a:lnTo>
                  <a:pt x="0" y="100"/>
                </a:lnTo>
                <a:lnTo>
                  <a:pt x="80" y="22"/>
                </a:lnTo>
                <a:lnTo>
                  <a:pt x="22" y="0"/>
                </a:lnTo>
                <a:close/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26" name="Rectangle 46"/>
          <p:cNvSpPr>
            <a:spLocks noChangeArrowheads="1"/>
          </p:cNvSpPr>
          <p:nvPr/>
        </p:nvSpPr>
        <p:spPr bwMode="auto">
          <a:xfrm>
            <a:off x="3140617" y="1200181"/>
            <a:ext cx="71438" cy="82868"/>
          </a:xfrm>
          <a:prstGeom prst="rect">
            <a:avLst/>
          </a:pr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27" name="Rectangle 47"/>
          <p:cNvSpPr>
            <a:spLocks noChangeArrowheads="1"/>
          </p:cNvSpPr>
          <p:nvPr/>
        </p:nvSpPr>
        <p:spPr bwMode="auto">
          <a:xfrm>
            <a:off x="3140617" y="1200181"/>
            <a:ext cx="71438" cy="82868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8" name="Freeform 49"/>
          <p:cNvSpPr>
            <a:spLocks/>
          </p:cNvSpPr>
          <p:nvPr/>
        </p:nvSpPr>
        <p:spPr bwMode="auto">
          <a:xfrm>
            <a:off x="3212054" y="1200180"/>
            <a:ext cx="181452" cy="161449"/>
          </a:xfrm>
          <a:custGeom>
            <a:avLst/>
            <a:gdLst>
              <a:gd name="T0" fmla="*/ 81 w 127"/>
              <a:gd name="T1" fmla="*/ 0 h 113"/>
              <a:gd name="T2" fmla="*/ 0 w 127"/>
              <a:gd name="T3" fmla="*/ 58 h 113"/>
              <a:gd name="T4" fmla="*/ 42 w 127"/>
              <a:gd name="T5" fmla="*/ 113 h 113"/>
              <a:gd name="T6" fmla="*/ 127 w 127"/>
              <a:gd name="T7" fmla="*/ 58 h 113"/>
              <a:gd name="T8" fmla="*/ 81 w 127"/>
              <a:gd name="T9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7" h="113">
                <a:moveTo>
                  <a:pt x="81" y="0"/>
                </a:moveTo>
                <a:lnTo>
                  <a:pt x="0" y="58"/>
                </a:lnTo>
                <a:lnTo>
                  <a:pt x="42" y="113"/>
                </a:lnTo>
                <a:lnTo>
                  <a:pt x="127" y="58"/>
                </a:lnTo>
                <a:lnTo>
                  <a:pt x="81" y="0"/>
                </a:lnTo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29" name="Freeform 50"/>
          <p:cNvSpPr>
            <a:spLocks/>
          </p:cNvSpPr>
          <p:nvPr/>
        </p:nvSpPr>
        <p:spPr bwMode="auto">
          <a:xfrm>
            <a:off x="3344928" y="1280190"/>
            <a:ext cx="275749" cy="178594"/>
          </a:xfrm>
          <a:custGeom>
            <a:avLst/>
            <a:gdLst>
              <a:gd name="T0" fmla="*/ 80 w 193"/>
              <a:gd name="T1" fmla="*/ 0 h 125"/>
              <a:gd name="T2" fmla="*/ 0 w 193"/>
              <a:gd name="T3" fmla="*/ 79 h 125"/>
              <a:gd name="T4" fmla="*/ 80 w 193"/>
              <a:gd name="T5" fmla="*/ 125 h 125"/>
              <a:gd name="T6" fmla="*/ 193 w 193"/>
              <a:gd name="T7" fmla="*/ 63 h 125"/>
              <a:gd name="T8" fmla="*/ 80 w 193"/>
              <a:gd name="T9" fmla="*/ 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3" h="125">
                <a:moveTo>
                  <a:pt x="80" y="0"/>
                </a:moveTo>
                <a:lnTo>
                  <a:pt x="0" y="79"/>
                </a:lnTo>
                <a:lnTo>
                  <a:pt x="80" y="125"/>
                </a:lnTo>
                <a:lnTo>
                  <a:pt x="193" y="63"/>
                </a:lnTo>
                <a:lnTo>
                  <a:pt x="80" y="0"/>
                </a:lnTo>
                <a:close/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30" name="Freeform 52"/>
          <p:cNvSpPr>
            <a:spLocks/>
          </p:cNvSpPr>
          <p:nvPr/>
        </p:nvSpPr>
        <p:spPr bwMode="auto">
          <a:xfrm>
            <a:off x="2982025" y="1568798"/>
            <a:ext cx="158592" cy="120015"/>
          </a:xfrm>
          <a:custGeom>
            <a:avLst/>
            <a:gdLst>
              <a:gd name="T0" fmla="*/ 0 w 111"/>
              <a:gd name="T1" fmla="*/ 0 h 84"/>
              <a:gd name="T2" fmla="*/ 0 w 111"/>
              <a:gd name="T3" fmla="*/ 42 h 84"/>
              <a:gd name="T4" fmla="*/ 56 w 111"/>
              <a:gd name="T5" fmla="*/ 84 h 84"/>
              <a:gd name="T6" fmla="*/ 111 w 111"/>
              <a:gd name="T7" fmla="*/ 54 h 84"/>
              <a:gd name="T8" fmla="*/ 0 w 111"/>
              <a:gd name="T9" fmla="*/ 0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1" h="84">
                <a:moveTo>
                  <a:pt x="0" y="0"/>
                </a:moveTo>
                <a:lnTo>
                  <a:pt x="0" y="42"/>
                </a:lnTo>
                <a:lnTo>
                  <a:pt x="56" y="84"/>
                </a:lnTo>
                <a:lnTo>
                  <a:pt x="111" y="54"/>
                </a:lnTo>
                <a:lnTo>
                  <a:pt x="0" y="0"/>
                </a:lnTo>
                <a:close/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31" name="Freeform 53"/>
          <p:cNvSpPr>
            <a:spLocks/>
          </p:cNvSpPr>
          <p:nvPr/>
        </p:nvSpPr>
        <p:spPr bwMode="auto">
          <a:xfrm>
            <a:off x="2982025" y="1568798"/>
            <a:ext cx="158592" cy="120015"/>
          </a:xfrm>
          <a:custGeom>
            <a:avLst/>
            <a:gdLst>
              <a:gd name="T0" fmla="*/ 0 w 111"/>
              <a:gd name="T1" fmla="*/ 0 h 84"/>
              <a:gd name="T2" fmla="*/ 0 w 111"/>
              <a:gd name="T3" fmla="*/ 42 h 84"/>
              <a:gd name="T4" fmla="*/ 56 w 111"/>
              <a:gd name="T5" fmla="*/ 84 h 84"/>
              <a:gd name="T6" fmla="*/ 111 w 111"/>
              <a:gd name="T7" fmla="*/ 54 h 84"/>
              <a:gd name="T8" fmla="*/ 0 w 111"/>
              <a:gd name="T9" fmla="*/ 0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1" h="84">
                <a:moveTo>
                  <a:pt x="0" y="0"/>
                </a:moveTo>
                <a:lnTo>
                  <a:pt x="0" y="42"/>
                </a:lnTo>
                <a:lnTo>
                  <a:pt x="56" y="84"/>
                </a:lnTo>
                <a:lnTo>
                  <a:pt x="111" y="5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32" name="Freeform 54"/>
          <p:cNvSpPr>
            <a:spLocks/>
          </p:cNvSpPr>
          <p:nvPr/>
        </p:nvSpPr>
        <p:spPr bwMode="auto">
          <a:xfrm>
            <a:off x="3344928" y="1568798"/>
            <a:ext cx="168593" cy="198597"/>
          </a:xfrm>
          <a:custGeom>
            <a:avLst/>
            <a:gdLst>
              <a:gd name="T0" fmla="*/ 34 w 118"/>
              <a:gd name="T1" fmla="*/ 0 h 139"/>
              <a:gd name="T2" fmla="*/ 0 w 118"/>
              <a:gd name="T3" fmla="*/ 109 h 139"/>
              <a:gd name="T4" fmla="*/ 96 w 118"/>
              <a:gd name="T5" fmla="*/ 139 h 139"/>
              <a:gd name="T6" fmla="*/ 118 w 118"/>
              <a:gd name="T7" fmla="*/ 70 h 139"/>
              <a:gd name="T8" fmla="*/ 34 w 118"/>
              <a:gd name="T9" fmla="*/ 0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" h="139">
                <a:moveTo>
                  <a:pt x="34" y="0"/>
                </a:moveTo>
                <a:lnTo>
                  <a:pt x="0" y="109"/>
                </a:lnTo>
                <a:lnTo>
                  <a:pt x="96" y="139"/>
                </a:lnTo>
                <a:lnTo>
                  <a:pt x="118" y="70"/>
                </a:lnTo>
                <a:lnTo>
                  <a:pt x="34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33" name="Freeform 55"/>
          <p:cNvSpPr>
            <a:spLocks/>
          </p:cNvSpPr>
          <p:nvPr/>
        </p:nvSpPr>
        <p:spPr bwMode="auto">
          <a:xfrm>
            <a:off x="3344928" y="1568798"/>
            <a:ext cx="168593" cy="198597"/>
          </a:xfrm>
          <a:custGeom>
            <a:avLst/>
            <a:gdLst>
              <a:gd name="T0" fmla="*/ 34 w 118"/>
              <a:gd name="T1" fmla="*/ 0 h 139"/>
              <a:gd name="T2" fmla="*/ 0 w 118"/>
              <a:gd name="T3" fmla="*/ 109 h 139"/>
              <a:gd name="T4" fmla="*/ 96 w 118"/>
              <a:gd name="T5" fmla="*/ 139 h 139"/>
              <a:gd name="T6" fmla="*/ 118 w 118"/>
              <a:gd name="T7" fmla="*/ 70 h 139"/>
              <a:gd name="T8" fmla="*/ 34 w 118"/>
              <a:gd name="T9" fmla="*/ 0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" h="139">
                <a:moveTo>
                  <a:pt x="34" y="0"/>
                </a:moveTo>
                <a:lnTo>
                  <a:pt x="0" y="109"/>
                </a:lnTo>
                <a:lnTo>
                  <a:pt x="96" y="139"/>
                </a:lnTo>
                <a:lnTo>
                  <a:pt x="118" y="70"/>
                </a:lnTo>
                <a:lnTo>
                  <a:pt x="34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34" name="Freeform 56"/>
          <p:cNvSpPr>
            <a:spLocks/>
          </p:cNvSpPr>
          <p:nvPr/>
        </p:nvSpPr>
        <p:spPr bwMode="auto">
          <a:xfrm>
            <a:off x="3427795" y="840135"/>
            <a:ext cx="192882" cy="161449"/>
          </a:xfrm>
          <a:custGeom>
            <a:avLst/>
            <a:gdLst>
              <a:gd name="T0" fmla="*/ 38 w 135"/>
              <a:gd name="T1" fmla="*/ 0 h 113"/>
              <a:gd name="T2" fmla="*/ 0 w 135"/>
              <a:gd name="T3" fmla="*/ 111 h 113"/>
              <a:gd name="T4" fmla="*/ 135 w 135"/>
              <a:gd name="T5" fmla="*/ 113 h 113"/>
              <a:gd name="T6" fmla="*/ 135 w 135"/>
              <a:gd name="T7" fmla="*/ 30 h 113"/>
              <a:gd name="T8" fmla="*/ 38 w 135"/>
              <a:gd name="T9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" h="113">
                <a:moveTo>
                  <a:pt x="38" y="0"/>
                </a:moveTo>
                <a:lnTo>
                  <a:pt x="0" y="111"/>
                </a:lnTo>
                <a:lnTo>
                  <a:pt x="135" y="113"/>
                </a:lnTo>
                <a:lnTo>
                  <a:pt x="135" y="30"/>
                </a:lnTo>
                <a:lnTo>
                  <a:pt x="38" y="0"/>
                </a:lnTo>
                <a:close/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35" name="Freeform 57"/>
          <p:cNvSpPr>
            <a:spLocks/>
          </p:cNvSpPr>
          <p:nvPr/>
        </p:nvSpPr>
        <p:spPr bwMode="auto">
          <a:xfrm>
            <a:off x="3427795" y="840135"/>
            <a:ext cx="192882" cy="161449"/>
          </a:xfrm>
          <a:custGeom>
            <a:avLst/>
            <a:gdLst>
              <a:gd name="T0" fmla="*/ 38 w 135"/>
              <a:gd name="T1" fmla="*/ 0 h 113"/>
              <a:gd name="T2" fmla="*/ 0 w 135"/>
              <a:gd name="T3" fmla="*/ 111 h 113"/>
              <a:gd name="T4" fmla="*/ 135 w 135"/>
              <a:gd name="T5" fmla="*/ 113 h 113"/>
              <a:gd name="T6" fmla="*/ 135 w 135"/>
              <a:gd name="T7" fmla="*/ 30 h 113"/>
              <a:gd name="T8" fmla="*/ 38 w 135"/>
              <a:gd name="T9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" h="113">
                <a:moveTo>
                  <a:pt x="38" y="0"/>
                </a:moveTo>
                <a:lnTo>
                  <a:pt x="0" y="111"/>
                </a:lnTo>
                <a:lnTo>
                  <a:pt x="135" y="113"/>
                </a:lnTo>
                <a:lnTo>
                  <a:pt x="135" y="30"/>
                </a:lnTo>
                <a:lnTo>
                  <a:pt x="38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36" name="Freeform 58"/>
          <p:cNvSpPr>
            <a:spLocks/>
          </p:cNvSpPr>
          <p:nvPr/>
        </p:nvSpPr>
        <p:spPr bwMode="auto">
          <a:xfrm>
            <a:off x="3782125" y="1327340"/>
            <a:ext cx="114300" cy="88583"/>
          </a:xfrm>
          <a:custGeom>
            <a:avLst/>
            <a:gdLst>
              <a:gd name="T0" fmla="*/ 80 w 80"/>
              <a:gd name="T1" fmla="*/ 0 h 62"/>
              <a:gd name="T2" fmla="*/ 0 w 80"/>
              <a:gd name="T3" fmla="*/ 0 h 62"/>
              <a:gd name="T4" fmla="*/ 0 w 80"/>
              <a:gd name="T5" fmla="*/ 46 h 62"/>
              <a:gd name="T6" fmla="*/ 80 w 80"/>
              <a:gd name="T7" fmla="*/ 62 h 62"/>
              <a:gd name="T8" fmla="*/ 80 w 80"/>
              <a:gd name="T9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" h="62">
                <a:moveTo>
                  <a:pt x="80" y="0"/>
                </a:moveTo>
                <a:lnTo>
                  <a:pt x="0" y="0"/>
                </a:lnTo>
                <a:lnTo>
                  <a:pt x="0" y="46"/>
                </a:lnTo>
                <a:lnTo>
                  <a:pt x="80" y="62"/>
                </a:lnTo>
                <a:lnTo>
                  <a:pt x="80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37" name="Freeform 60"/>
          <p:cNvSpPr>
            <a:spLocks/>
          </p:cNvSpPr>
          <p:nvPr/>
        </p:nvSpPr>
        <p:spPr bwMode="auto">
          <a:xfrm>
            <a:off x="3677827" y="1645951"/>
            <a:ext cx="218599" cy="238602"/>
          </a:xfrm>
          <a:custGeom>
            <a:avLst/>
            <a:gdLst>
              <a:gd name="T0" fmla="*/ 73 w 153"/>
              <a:gd name="T1" fmla="*/ 0 h 167"/>
              <a:gd name="T2" fmla="*/ 0 w 153"/>
              <a:gd name="T3" fmla="*/ 123 h 167"/>
              <a:gd name="T4" fmla="*/ 153 w 153"/>
              <a:gd name="T5" fmla="*/ 167 h 167"/>
              <a:gd name="T6" fmla="*/ 153 w 153"/>
              <a:gd name="T7" fmla="*/ 55 h 167"/>
              <a:gd name="T8" fmla="*/ 73 w 153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3" h="167">
                <a:moveTo>
                  <a:pt x="73" y="0"/>
                </a:moveTo>
                <a:lnTo>
                  <a:pt x="0" y="123"/>
                </a:lnTo>
                <a:lnTo>
                  <a:pt x="153" y="167"/>
                </a:lnTo>
                <a:lnTo>
                  <a:pt x="153" y="55"/>
                </a:lnTo>
                <a:lnTo>
                  <a:pt x="73" y="0"/>
                </a:lnTo>
                <a:close/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38" name="Freeform 61"/>
          <p:cNvSpPr>
            <a:spLocks/>
          </p:cNvSpPr>
          <p:nvPr/>
        </p:nvSpPr>
        <p:spPr bwMode="auto">
          <a:xfrm>
            <a:off x="3677827" y="1645951"/>
            <a:ext cx="218599" cy="238602"/>
          </a:xfrm>
          <a:custGeom>
            <a:avLst/>
            <a:gdLst>
              <a:gd name="T0" fmla="*/ 73 w 153"/>
              <a:gd name="T1" fmla="*/ 0 h 167"/>
              <a:gd name="T2" fmla="*/ 0 w 153"/>
              <a:gd name="T3" fmla="*/ 123 h 167"/>
              <a:gd name="T4" fmla="*/ 153 w 153"/>
              <a:gd name="T5" fmla="*/ 167 h 167"/>
              <a:gd name="T6" fmla="*/ 153 w 153"/>
              <a:gd name="T7" fmla="*/ 55 h 167"/>
              <a:gd name="T8" fmla="*/ 73 w 153"/>
              <a:gd name="T9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3" h="167">
                <a:moveTo>
                  <a:pt x="73" y="0"/>
                </a:moveTo>
                <a:lnTo>
                  <a:pt x="0" y="123"/>
                </a:lnTo>
                <a:lnTo>
                  <a:pt x="153" y="167"/>
                </a:lnTo>
                <a:lnTo>
                  <a:pt x="153" y="55"/>
                </a:lnTo>
                <a:lnTo>
                  <a:pt x="73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39" name="Freeform 62"/>
          <p:cNvSpPr>
            <a:spLocks/>
          </p:cNvSpPr>
          <p:nvPr/>
        </p:nvSpPr>
        <p:spPr bwMode="auto">
          <a:xfrm>
            <a:off x="3953575" y="1263045"/>
            <a:ext cx="265748" cy="230029"/>
          </a:xfrm>
          <a:custGeom>
            <a:avLst/>
            <a:gdLst>
              <a:gd name="T0" fmla="*/ 79 w 186"/>
              <a:gd name="T1" fmla="*/ 0 h 161"/>
              <a:gd name="T2" fmla="*/ 0 w 186"/>
              <a:gd name="T3" fmla="*/ 125 h 161"/>
              <a:gd name="T4" fmla="*/ 79 w 186"/>
              <a:gd name="T5" fmla="*/ 161 h 161"/>
              <a:gd name="T6" fmla="*/ 186 w 186"/>
              <a:gd name="T7" fmla="*/ 73 h 161"/>
              <a:gd name="T8" fmla="*/ 79 w 186"/>
              <a:gd name="T9" fmla="*/ 0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6" h="161">
                <a:moveTo>
                  <a:pt x="79" y="0"/>
                </a:moveTo>
                <a:lnTo>
                  <a:pt x="0" y="125"/>
                </a:lnTo>
                <a:lnTo>
                  <a:pt x="79" y="161"/>
                </a:lnTo>
                <a:lnTo>
                  <a:pt x="186" y="73"/>
                </a:lnTo>
                <a:lnTo>
                  <a:pt x="79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40" name="Freeform 64"/>
          <p:cNvSpPr>
            <a:spLocks/>
          </p:cNvSpPr>
          <p:nvPr/>
        </p:nvSpPr>
        <p:spPr bwMode="auto">
          <a:xfrm>
            <a:off x="4057874" y="765841"/>
            <a:ext cx="304324" cy="284322"/>
          </a:xfrm>
          <a:custGeom>
            <a:avLst/>
            <a:gdLst>
              <a:gd name="T0" fmla="*/ 58 w 213"/>
              <a:gd name="T1" fmla="*/ 0 h 199"/>
              <a:gd name="T2" fmla="*/ 0 w 213"/>
              <a:gd name="T3" fmla="*/ 82 h 199"/>
              <a:gd name="T4" fmla="*/ 151 w 213"/>
              <a:gd name="T5" fmla="*/ 199 h 199"/>
              <a:gd name="T6" fmla="*/ 213 w 213"/>
              <a:gd name="T7" fmla="*/ 135 h 199"/>
              <a:gd name="T8" fmla="*/ 58 w 213"/>
              <a:gd name="T9" fmla="*/ 0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3" h="199">
                <a:moveTo>
                  <a:pt x="58" y="0"/>
                </a:moveTo>
                <a:lnTo>
                  <a:pt x="0" y="82"/>
                </a:lnTo>
                <a:lnTo>
                  <a:pt x="151" y="199"/>
                </a:lnTo>
                <a:lnTo>
                  <a:pt x="213" y="135"/>
                </a:lnTo>
                <a:lnTo>
                  <a:pt x="58" y="0"/>
                </a:lnTo>
                <a:close/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41" name="Freeform 65"/>
          <p:cNvSpPr>
            <a:spLocks/>
          </p:cNvSpPr>
          <p:nvPr/>
        </p:nvSpPr>
        <p:spPr bwMode="auto">
          <a:xfrm>
            <a:off x="4057874" y="765841"/>
            <a:ext cx="304324" cy="284322"/>
          </a:xfrm>
          <a:custGeom>
            <a:avLst/>
            <a:gdLst>
              <a:gd name="T0" fmla="*/ 58 w 213"/>
              <a:gd name="T1" fmla="*/ 0 h 199"/>
              <a:gd name="T2" fmla="*/ 0 w 213"/>
              <a:gd name="T3" fmla="*/ 82 h 199"/>
              <a:gd name="T4" fmla="*/ 151 w 213"/>
              <a:gd name="T5" fmla="*/ 199 h 199"/>
              <a:gd name="T6" fmla="*/ 213 w 213"/>
              <a:gd name="T7" fmla="*/ 135 h 199"/>
              <a:gd name="T8" fmla="*/ 58 w 213"/>
              <a:gd name="T9" fmla="*/ 0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3" h="199">
                <a:moveTo>
                  <a:pt x="58" y="0"/>
                </a:moveTo>
                <a:lnTo>
                  <a:pt x="0" y="82"/>
                </a:lnTo>
                <a:lnTo>
                  <a:pt x="151" y="199"/>
                </a:lnTo>
                <a:lnTo>
                  <a:pt x="213" y="135"/>
                </a:lnTo>
                <a:lnTo>
                  <a:pt x="58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2" name="Freeform 67"/>
          <p:cNvSpPr>
            <a:spLocks/>
          </p:cNvSpPr>
          <p:nvPr/>
        </p:nvSpPr>
        <p:spPr bwMode="auto">
          <a:xfrm>
            <a:off x="4460782" y="765840"/>
            <a:ext cx="201454" cy="235744"/>
          </a:xfrm>
          <a:custGeom>
            <a:avLst/>
            <a:gdLst>
              <a:gd name="T0" fmla="*/ 48 w 141"/>
              <a:gd name="T1" fmla="*/ 0 h 165"/>
              <a:gd name="T2" fmla="*/ 0 w 141"/>
              <a:gd name="T3" fmla="*/ 165 h 165"/>
              <a:gd name="T4" fmla="*/ 86 w 141"/>
              <a:gd name="T5" fmla="*/ 165 h 165"/>
              <a:gd name="T6" fmla="*/ 141 w 141"/>
              <a:gd name="T7" fmla="*/ 22 h 165"/>
              <a:gd name="T8" fmla="*/ 48 w 141"/>
              <a:gd name="T9" fmla="*/ 0 h 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1" h="165">
                <a:moveTo>
                  <a:pt x="48" y="0"/>
                </a:moveTo>
                <a:lnTo>
                  <a:pt x="0" y="165"/>
                </a:lnTo>
                <a:lnTo>
                  <a:pt x="86" y="165"/>
                </a:lnTo>
                <a:lnTo>
                  <a:pt x="141" y="22"/>
                </a:lnTo>
                <a:lnTo>
                  <a:pt x="48" y="0"/>
                </a:lnTo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43" name="Freeform 68"/>
          <p:cNvSpPr>
            <a:spLocks/>
          </p:cNvSpPr>
          <p:nvPr/>
        </p:nvSpPr>
        <p:spPr bwMode="auto">
          <a:xfrm>
            <a:off x="4126454" y="1143030"/>
            <a:ext cx="207169" cy="224314"/>
          </a:xfrm>
          <a:custGeom>
            <a:avLst/>
            <a:gdLst>
              <a:gd name="T0" fmla="*/ 59 w 145"/>
              <a:gd name="T1" fmla="*/ 0 h 157"/>
              <a:gd name="T2" fmla="*/ 0 w 145"/>
              <a:gd name="T3" fmla="*/ 80 h 157"/>
              <a:gd name="T4" fmla="*/ 89 w 145"/>
              <a:gd name="T5" fmla="*/ 157 h 157"/>
              <a:gd name="T6" fmla="*/ 145 w 145"/>
              <a:gd name="T7" fmla="*/ 40 h 157"/>
              <a:gd name="T8" fmla="*/ 59 w 145"/>
              <a:gd name="T9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5" h="157">
                <a:moveTo>
                  <a:pt x="59" y="0"/>
                </a:moveTo>
                <a:lnTo>
                  <a:pt x="0" y="80"/>
                </a:lnTo>
                <a:lnTo>
                  <a:pt x="89" y="157"/>
                </a:lnTo>
                <a:lnTo>
                  <a:pt x="145" y="40"/>
                </a:lnTo>
                <a:lnTo>
                  <a:pt x="59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44" name="Freeform 70"/>
          <p:cNvSpPr>
            <a:spLocks/>
          </p:cNvSpPr>
          <p:nvPr/>
        </p:nvSpPr>
        <p:spPr bwMode="auto">
          <a:xfrm>
            <a:off x="4806316" y="451917"/>
            <a:ext cx="402908" cy="465773"/>
          </a:xfrm>
          <a:custGeom>
            <a:avLst/>
            <a:gdLst>
              <a:gd name="T0" fmla="*/ 99 w 142"/>
              <a:gd name="T1" fmla="*/ 0 h 164"/>
              <a:gd name="T2" fmla="*/ 0 w 142"/>
              <a:gd name="T3" fmla="*/ 149 h 164"/>
              <a:gd name="T4" fmla="*/ 66 w 142"/>
              <a:gd name="T5" fmla="*/ 164 h 164"/>
              <a:gd name="T6" fmla="*/ 142 w 142"/>
              <a:gd name="T7" fmla="*/ 56 h 164"/>
              <a:gd name="T8" fmla="*/ 99 w 142"/>
              <a:gd name="T9" fmla="*/ 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2" h="164">
                <a:moveTo>
                  <a:pt x="99" y="0"/>
                </a:moveTo>
                <a:cubicBezTo>
                  <a:pt x="99" y="0"/>
                  <a:pt x="14" y="38"/>
                  <a:pt x="0" y="149"/>
                </a:cubicBezTo>
                <a:cubicBezTo>
                  <a:pt x="66" y="164"/>
                  <a:pt x="66" y="164"/>
                  <a:pt x="66" y="164"/>
                </a:cubicBezTo>
                <a:cubicBezTo>
                  <a:pt x="66" y="164"/>
                  <a:pt x="113" y="56"/>
                  <a:pt x="142" y="56"/>
                </a:cubicBezTo>
                <a:cubicBezTo>
                  <a:pt x="99" y="0"/>
                  <a:pt x="99" y="0"/>
                  <a:pt x="99" y="0"/>
                </a:cubicBezTo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45" name="Freeform 71"/>
          <p:cNvSpPr>
            <a:spLocks/>
          </p:cNvSpPr>
          <p:nvPr/>
        </p:nvSpPr>
        <p:spPr bwMode="auto">
          <a:xfrm>
            <a:off x="4624864" y="924119"/>
            <a:ext cx="382905" cy="384334"/>
          </a:xfrm>
          <a:custGeom>
            <a:avLst/>
            <a:gdLst>
              <a:gd name="T0" fmla="*/ 71 w 135"/>
              <a:gd name="T1" fmla="*/ 0 h 135"/>
              <a:gd name="T2" fmla="*/ 24 w 135"/>
              <a:gd name="T3" fmla="*/ 135 h 135"/>
              <a:gd name="T4" fmla="*/ 101 w 135"/>
              <a:gd name="T5" fmla="*/ 107 h 135"/>
              <a:gd name="T6" fmla="*/ 109 w 135"/>
              <a:gd name="T7" fmla="*/ 108 h 135"/>
              <a:gd name="T8" fmla="*/ 135 w 135"/>
              <a:gd name="T9" fmla="*/ 22 h 135"/>
              <a:gd name="T10" fmla="*/ 135 w 135"/>
              <a:gd name="T11" fmla="*/ 22 h 135"/>
              <a:gd name="T12" fmla="*/ 71 w 135"/>
              <a:gd name="T13" fmla="*/ 0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5" h="135">
                <a:moveTo>
                  <a:pt x="71" y="0"/>
                </a:moveTo>
                <a:cubicBezTo>
                  <a:pt x="71" y="0"/>
                  <a:pt x="0" y="58"/>
                  <a:pt x="24" y="135"/>
                </a:cubicBezTo>
                <a:cubicBezTo>
                  <a:pt x="24" y="135"/>
                  <a:pt x="74" y="107"/>
                  <a:pt x="101" y="107"/>
                </a:cubicBezTo>
                <a:cubicBezTo>
                  <a:pt x="104" y="107"/>
                  <a:pt x="106" y="107"/>
                  <a:pt x="109" y="108"/>
                </a:cubicBezTo>
                <a:cubicBezTo>
                  <a:pt x="109" y="108"/>
                  <a:pt x="125" y="22"/>
                  <a:pt x="135" y="22"/>
                </a:cubicBezTo>
                <a:cubicBezTo>
                  <a:pt x="135" y="22"/>
                  <a:pt x="135" y="22"/>
                  <a:pt x="135" y="22"/>
                </a:cubicBezTo>
                <a:cubicBezTo>
                  <a:pt x="135" y="22"/>
                  <a:pt x="61" y="12"/>
                  <a:pt x="71" y="0"/>
                </a:cubicBezTo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46" name="Freeform 72"/>
          <p:cNvSpPr>
            <a:spLocks noEditPoints="1"/>
          </p:cNvSpPr>
          <p:nvPr/>
        </p:nvSpPr>
        <p:spPr bwMode="auto">
          <a:xfrm>
            <a:off x="4080734" y="1600231"/>
            <a:ext cx="150019" cy="164307"/>
          </a:xfrm>
          <a:custGeom>
            <a:avLst/>
            <a:gdLst>
              <a:gd name="T0" fmla="*/ 51 w 53"/>
              <a:gd name="T1" fmla="*/ 0 h 58"/>
              <a:gd name="T2" fmla="*/ 30 w 53"/>
              <a:gd name="T3" fmla="*/ 0 h 58"/>
              <a:gd name="T4" fmla="*/ 2 w 53"/>
              <a:gd name="T5" fmla="*/ 44 h 58"/>
              <a:gd name="T6" fmla="*/ 30 w 53"/>
              <a:gd name="T7" fmla="*/ 58 h 58"/>
              <a:gd name="T8" fmla="*/ 51 w 53"/>
              <a:gd name="T9" fmla="*/ 0 h 58"/>
              <a:gd name="T10" fmla="*/ 52 w 53"/>
              <a:gd name="T11" fmla="*/ 0 h 58"/>
              <a:gd name="T12" fmla="*/ 51 w 53"/>
              <a:gd name="T13" fmla="*/ 0 h 58"/>
              <a:gd name="T14" fmla="*/ 53 w 53"/>
              <a:gd name="T15" fmla="*/ 0 h 58"/>
              <a:gd name="T16" fmla="*/ 52 w 53"/>
              <a:gd name="T17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3" h="58">
                <a:moveTo>
                  <a:pt x="51" y="0"/>
                </a:moveTo>
                <a:cubicBezTo>
                  <a:pt x="30" y="0"/>
                  <a:pt x="30" y="0"/>
                  <a:pt x="30" y="0"/>
                </a:cubicBezTo>
                <a:cubicBezTo>
                  <a:pt x="30" y="0"/>
                  <a:pt x="0" y="21"/>
                  <a:pt x="2" y="44"/>
                </a:cubicBezTo>
                <a:cubicBezTo>
                  <a:pt x="30" y="58"/>
                  <a:pt x="30" y="58"/>
                  <a:pt x="30" y="58"/>
                </a:cubicBezTo>
                <a:cubicBezTo>
                  <a:pt x="30" y="58"/>
                  <a:pt x="37" y="3"/>
                  <a:pt x="51" y="0"/>
                </a:cubicBezTo>
                <a:moveTo>
                  <a:pt x="52" y="0"/>
                </a:moveTo>
                <a:cubicBezTo>
                  <a:pt x="52" y="0"/>
                  <a:pt x="51" y="0"/>
                  <a:pt x="51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2" y="0"/>
                  <a:pt x="52" y="0"/>
                  <a:pt x="52" y="0"/>
                </a:cubicBezTo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47" name="Freeform 73"/>
          <p:cNvSpPr>
            <a:spLocks/>
          </p:cNvSpPr>
          <p:nvPr/>
        </p:nvSpPr>
        <p:spPr bwMode="auto">
          <a:xfrm>
            <a:off x="4408601" y="1301623"/>
            <a:ext cx="280035" cy="362903"/>
          </a:xfrm>
          <a:custGeom>
            <a:avLst/>
            <a:gdLst>
              <a:gd name="T0" fmla="*/ 78 w 99"/>
              <a:gd name="T1" fmla="*/ 0 h 128"/>
              <a:gd name="T2" fmla="*/ 26 w 99"/>
              <a:gd name="T3" fmla="*/ 5 h 128"/>
              <a:gd name="T4" fmla="*/ 26 w 99"/>
              <a:gd name="T5" fmla="*/ 128 h 128"/>
              <a:gd name="T6" fmla="*/ 97 w 99"/>
              <a:gd name="T7" fmla="*/ 97 h 128"/>
              <a:gd name="T8" fmla="*/ 99 w 99"/>
              <a:gd name="T9" fmla="*/ 97 h 128"/>
              <a:gd name="T10" fmla="*/ 92 w 99"/>
              <a:gd name="T11" fmla="*/ 98 h 128"/>
              <a:gd name="T12" fmla="*/ 97 w 99"/>
              <a:gd name="T13" fmla="*/ 5 h 128"/>
              <a:gd name="T14" fmla="*/ 78 w 99"/>
              <a:gd name="T15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9" h="128">
                <a:moveTo>
                  <a:pt x="78" y="0"/>
                </a:moveTo>
                <a:cubicBezTo>
                  <a:pt x="57" y="0"/>
                  <a:pt x="26" y="5"/>
                  <a:pt x="26" y="5"/>
                </a:cubicBezTo>
                <a:cubicBezTo>
                  <a:pt x="26" y="5"/>
                  <a:pt x="0" y="92"/>
                  <a:pt x="26" y="128"/>
                </a:cubicBezTo>
                <a:cubicBezTo>
                  <a:pt x="26" y="128"/>
                  <a:pt x="92" y="98"/>
                  <a:pt x="97" y="97"/>
                </a:cubicBezTo>
                <a:cubicBezTo>
                  <a:pt x="98" y="97"/>
                  <a:pt x="99" y="97"/>
                  <a:pt x="99" y="97"/>
                </a:cubicBezTo>
                <a:cubicBezTo>
                  <a:pt x="99" y="97"/>
                  <a:pt x="92" y="98"/>
                  <a:pt x="92" y="98"/>
                </a:cubicBezTo>
                <a:cubicBezTo>
                  <a:pt x="92" y="98"/>
                  <a:pt x="99" y="15"/>
                  <a:pt x="97" y="5"/>
                </a:cubicBezTo>
                <a:cubicBezTo>
                  <a:pt x="96" y="1"/>
                  <a:pt x="88" y="0"/>
                  <a:pt x="78" y="0"/>
                </a:cubicBezTo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48" name="Freeform 74"/>
          <p:cNvSpPr>
            <a:spLocks/>
          </p:cNvSpPr>
          <p:nvPr/>
        </p:nvSpPr>
        <p:spPr bwMode="auto">
          <a:xfrm>
            <a:off x="4510565" y="1726362"/>
            <a:ext cx="295752" cy="227172"/>
          </a:xfrm>
          <a:custGeom>
            <a:avLst/>
            <a:gdLst>
              <a:gd name="T0" fmla="*/ 96 w 104"/>
              <a:gd name="T1" fmla="*/ 0 h 80"/>
              <a:gd name="T2" fmla="*/ 0 w 104"/>
              <a:gd name="T3" fmla="*/ 54 h 80"/>
              <a:gd name="T4" fmla="*/ 14 w 104"/>
              <a:gd name="T5" fmla="*/ 80 h 80"/>
              <a:gd name="T6" fmla="*/ 104 w 104"/>
              <a:gd name="T7" fmla="*/ 26 h 80"/>
              <a:gd name="T8" fmla="*/ 104 w 104"/>
              <a:gd name="T9" fmla="*/ 2 h 80"/>
              <a:gd name="T10" fmla="*/ 96 w 104"/>
              <a:gd name="T11" fmla="*/ 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4" h="80">
                <a:moveTo>
                  <a:pt x="96" y="0"/>
                </a:moveTo>
                <a:cubicBezTo>
                  <a:pt x="67" y="0"/>
                  <a:pt x="0" y="54"/>
                  <a:pt x="0" y="54"/>
                </a:cubicBezTo>
                <a:cubicBezTo>
                  <a:pt x="14" y="80"/>
                  <a:pt x="14" y="80"/>
                  <a:pt x="14" y="80"/>
                </a:cubicBezTo>
                <a:cubicBezTo>
                  <a:pt x="104" y="26"/>
                  <a:pt x="104" y="26"/>
                  <a:pt x="104" y="26"/>
                </a:cubicBezTo>
                <a:cubicBezTo>
                  <a:pt x="104" y="2"/>
                  <a:pt x="104" y="2"/>
                  <a:pt x="104" y="2"/>
                </a:cubicBezTo>
                <a:cubicBezTo>
                  <a:pt x="102" y="1"/>
                  <a:pt x="99" y="0"/>
                  <a:pt x="96" y="0"/>
                </a:cubicBezTo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49" name="Freeform 75"/>
          <p:cNvSpPr>
            <a:spLocks/>
          </p:cNvSpPr>
          <p:nvPr/>
        </p:nvSpPr>
        <p:spPr bwMode="auto">
          <a:xfrm>
            <a:off x="4724822" y="1362030"/>
            <a:ext cx="152877" cy="258604"/>
          </a:xfrm>
          <a:custGeom>
            <a:avLst/>
            <a:gdLst>
              <a:gd name="T0" fmla="*/ 40 w 54"/>
              <a:gd name="T1" fmla="*/ 0 h 91"/>
              <a:gd name="T2" fmla="*/ 21 w 54"/>
              <a:gd name="T3" fmla="*/ 91 h 91"/>
              <a:gd name="T4" fmla="*/ 54 w 54"/>
              <a:gd name="T5" fmla="*/ 83 h 91"/>
              <a:gd name="T6" fmla="*/ 54 w 54"/>
              <a:gd name="T7" fmla="*/ 4 h 91"/>
              <a:gd name="T8" fmla="*/ 54 w 54"/>
              <a:gd name="T9" fmla="*/ 4 h 91"/>
              <a:gd name="T10" fmla="*/ 40 w 54"/>
              <a:gd name="T11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4" h="91">
                <a:moveTo>
                  <a:pt x="40" y="0"/>
                </a:moveTo>
                <a:cubicBezTo>
                  <a:pt x="40" y="0"/>
                  <a:pt x="0" y="48"/>
                  <a:pt x="21" y="91"/>
                </a:cubicBezTo>
                <a:cubicBezTo>
                  <a:pt x="54" y="83"/>
                  <a:pt x="54" y="83"/>
                  <a:pt x="54" y="83"/>
                </a:cubicBezTo>
                <a:cubicBezTo>
                  <a:pt x="54" y="83"/>
                  <a:pt x="30" y="4"/>
                  <a:pt x="54" y="4"/>
                </a:cubicBezTo>
                <a:cubicBezTo>
                  <a:pt x="54" y="4"/>
                  <a:pt x="54" y="4"/>
                  <a:pt x="54" y="4"/>
                </a:cubicBezTo>
                <a:cubicBezTo>
                  <a:pt x="40" y="0"/>
                  <a:pt x="40" y="0"/>
                  <a:pt x="40" y="0"/>
                </a:cubicBezTo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50" name="Freeform 76"/>
          <p:cNvSpPr>
            <a:spLocks/>
          </p:cNvSpPr>
          <p:nvPr/>
        </p:nvSpPr>
        <p:spPr bwMode="auto">
          <a:xfrm>
            <a:off x="4944904" y="1204154"/>
            <a:ext cx="287179" cy="281464"/>
          </a:xfrm>
          <a:custGeom>
            <a:avLst/>
            <a:gdLst>
              <a:gd name="T0" fmla="*/ 57 w 101"/>
              <a:gd name="T1" fmla="*/ 0 h 99"/>
              <a:gd name="T2" fmla="*/ 0 w 101"/>
              <a:gd name="T3" fmla="*/ 53 h 99"/>
              <a:gd name="T4" fmla="*/ 38 w 101"/>
              <a:gd name="T5" fmla="*/ 99 h 99"/>
              <a:gd name="T6" fmla="*/ 99 w 101"/>
              <a:gd name="T7" fmla="*/ 63 h 99"/>
              <a:gd name="T8" fmla="*/ 100 w 101"/>
              <a:gd name="T9" fmla="*/ 63 h 99"/>
              <a:gd name="T10" fmla="*/ 101 w 101"/>
              <a:gd name="T11" fmla="*/ 60 h 99"/>
              <a:gd name="T12" fmla="*/ 57 w 101"/>
              <a:gd name="T13" fmla="*/ 0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1" h="99">
                <a:moveTo>
                  <a:pt x="57" y="0"/>
                </a:moveTo>
                <a:cubicBezTo>
                  <a:pt x="57" y="0"/>
                  <a:pt x="2" y="36"/>
                  <a:pt x="0" y="53"/>
                </a:cubicBezTo>
                <a:cubicBezTo>
                  <a:pt x="38" y="99"/>
                  <a:pt x="38" y="99"/>
                  <a:pt x="38" y="99"/>
                </a:cubicBezTo>
                <a:cubicBezTo>
                  <a:pt x="38" y="99"/>
                  <a:pt x="78" y="63"/>
                  <a:pt x="99" y="63"/>
                </a:cubicBezTo>
                <a:cubicBezTo>
                  <a:pt x="99" y="63"/>
                  <a:pt x="100" y="63"/>
                  <a:pt x="100" y="63"/>
                </a:cubicBezTo>
                <a:cubicBezTo>
                  <a:pt x="101" y="62"/>
                  <a:pt x="101" y="61"/>
                  <a:pt x="101" y="60"/>
                </a:cubicBezTo>
                <a:cubicBezTo>
                  <a:pt x="57" y="0"/>
                  <a:pt x="57" y="0"/>
                  <a:pt x="57" y="0"/>
                </a:cubicBezTo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51" name="Freeform 77"/>
          <p:cNvSpPr>
            <a:spLocks/>
          </p:cNvSpPr>
          <p:nvPr/>
        </p:nvSpPr>
        <p:spPr bwMode="auto">
          <a:xfrm>
            <a:off x="5320666" y="1153433"/>
            <a:ext cx="268605" cy="255747"/>
          </a:xfrm>
          <a:custGeom>
            <a:avLst/>
            <a:gdLst>
              <a:gd name="T0" fmla="*/ 27 w 95"/>
              <a:gd name="T1" fmla="*/ 0 h 90"/>
              <a:gd name="T2" fmla="*/ 29 w 95"/>
              <a:gd name="T3" fmla="*/ 1 h 90"/>
              <a:gd name="T4" fmla="*/ 5 w 95"/>
              <a:gd name="T5" fmla="*/ 51 h 90"/>
              <a:gd name="T6" fmla="*/ 4 w 95"/>
              <a:gd name="T7" fmla="*/ 54 h 90"/>
              <a:gd name="T8" fmla="*/ 8 w 95"/>
              <a:gd name="T9" fmla="*/ 90 h 90"/>
              <a:gd name="T10" fmla="*/ 60 w 95"/>
              <a:gd name="T11" fmla="*/ 90 h 90"/>
              <a:gd name="T12" fmla="*/ 95 w 95"/>
              <a:gd name="T13" fmla="*/ 14 h 90"/>
              <a:gd name="T14" fmla="*/ 27 w 95"/>
              <a:gd name="T15" fmla="*/ 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5" h="90">
                <a:moveTo>
                  <a:pt x="27" y="0"/>
                </a:moveTo>
                <a:cubicBezTo>
                  <a:pt x="26" y="0"/>
                  <a:pt x="26" y="0"/>
                  <a:pt x="29" y="1"/>
                </a:cubicBezTo>
                <a:cubicBezTo>
                  <a:pt x="29" y="1"/>
                  <a:pt x="12" y="26"/>
                  <a:pt x="5" y="51"/>
                </a:cubicBezTo>
                <a:cubicBezTo>
                  <a:pt x="5" y="52"/>
                  <a:pt x="5" y="53"/>
                  <a:pt x="4" y="54"/>
                </a:cubicBezTo>
                <a:cubicBezTo>
                  <a:pt x="1" y="68"/>
                  <a:pt x="0" y="81"/>
                  <a:pt x="8" y="90"/>
                </a:cubicBezTo>
                <a:cubicBezTo>
                  <a:pt x="60" y="90"/>
                  <a:pt x="60" y="90"/>
                  <a:pt x="60" y="90"/>
                </a:cubicBezTo>
                <a:cubicBezTo>
                  <a:pt x="60" y="90"/>
                  <a:pt x="67" y="15"/>
                  <a:pt x="95" y="14"/>
                </a:cubicBezTo>
                <a:cubicBezTo>
                  <a:pt x="95" y="14"/>
                  <a:pt x="33" y="0"/>
                  <a:pt x="27" y="0"/>
                </a:cubicBezTo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52" name="Freeform 79"/>
          <p:cNvSpPr>
            <a:spLocks/>
          </p:cNvSpPr>
          <p:nvPr/>
        </p:nvSpPr>
        <p:spPr bwMode="auto">
          <a:xfrm>
            <a:off x="5530692" y="1059135"/>
            <a:ext cx="110014" cy="134303"/>
          </a:xfrm>
          <a:custGeom>
            <a:avLst/>
            <a:gdLst>
              <a:gd name="T0" fmla="*/ 41 w 77"/>
              <a:gd name="T1" fmla="*/ 0 h 94"/>
              <a:gd name="T2" fmla="*/ 0 w 77"/>
              <a:gd name="T3" fmla="*/ 0 h 94"/>
              <a:gd name="T4" fmla="*/ 41 w 77"/>
              <a:gd name="T5" fmla="*/ 94 h 94"/>
              <a:gd name="T6" fmla="*/ 77 w 77"/>
              <a:gd name="T7" fmla="*/ 66 h 94"/>
              <a:gd name="T8" fmla="*/ 41 w 77"/>
              <a:gd name="T9" fmla="*/ 0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7" h="94">
                <a:moveTo>
                  <a:pt x="41" y="0"/>
                </a:moveTo>
                <a:lnTo>
                  <a:pt x="0" y="0"/>
                </a:lnTo>
                <a:lnTo>
                  <a:pt x="41" y="94"/>
                </a:lnTo>
                <a:lnTo>
                  <a:pt x="77" y="66"/>
                </a:lnTo>
                <a:lnTo>
                  <a:pt x="41" y="0"/>
                </a:lnTo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53" name="Freeform 80"/>
          <p:cNvSpPr>
            <a:spLocks/>
          </p:cNvSpPr>
          <p:nvPr/>
        </p:nvSpPr>
        <p:spPr bwMode="auto">
          <a:xfrm>
            <a:off x="5025650" y="953006"/>
            <a:ext cx="308610" cy="330042"/>
          </a:xfrm>
          <a:custGeom>
            <a:avLst/>
            <a:gdLst>
              <a:gd name="T0" fmla="*/ 41 w 109"/>
              <a:gd name="T1" fmla="*/ 0 h 116"/>
              <a:gd name="T2" fmla="*/ 39 w 109"/>
              <a:gd name="T3" fmla="*/ 0 h 116"/>
              <a:gd name="T4" fmla="*/ 0 w 109"/>
              <a:gd name="T5" fmla="*/ 4 h 116"/>
              <a:gd name="T6" fmla="*/ 39 w 109"/>
              <a:gd name="T7" fmla="*/ 116 h 116"/>
              <a:gd name="T8" fmla="*/ 109 w 109"/>
              <a:gd name="T9" fmla="*/ 83 h 116"/>
              <a:gd name="T10" fmla="*/ 41 w 109"/>
              <a:gd name="T11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" h="116">
                <a:moveTo>
                  <a:pt x="41" y="0"/>
                </a:moveTo>
                <a:cubicBezTo>
                  <a:pt x="40" y="0"/>
                  <a:pt x="39" y="0"/>
                  <a:pt x="39" y="0"/>
                </a:cubicBezTo>
                <a:cubicBezTo>
                  <a:pt x="0" y="4"/>
                  <a:pt x="0" y="4"/>
                  <a:pt x="0" y="4"/>
                </a:cubicBezTo>
                <a:cubicBezTo>
                  <a:pt x="0" y="4"/>
                  <a:pt x="51" y="77"/>
                  <a:pt x="39" y="116"/>
                </a:cubicBezTo>
                <a:cubicBezTo>
                  <a:pt x="39" y="116"/>
                  <a:pt x="82" y="94"/>
                  <a:pt x="109" y="83"/>
                </a:cubicBezTo>
                <a:cubicBezTo>
                  <a:pt x="109" y="83"/>
                  <a:pt x="79" y="0"/>
                  <a:pt x="41" y="0"/>
                </a:cubicBezTo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54" name="Freeform 82"/>
          <p:cNvSpPr>
            <a:spLocks/>
          </p:cNvSpPr>
          <p:nvPr/>
        </p:nvSpPr>
        <p:spPr bwMode="auto">
          <a:xfrm>
            <a:off x="5232820" y="885854"/>
            <a:ext cx="227172" cy="268605"/>
          </a:xfrm>
          <a:custGeom>
            <a:avLst/>
            <a:gdLst>
              <a:gd name="T0" fmla="*/ 71 w 159"/>
              <a:gd name="T1" fmla="*/ 0 h 188"/>
              <a:gd name="T2" fmla="*/ 0 w 159"/>
              <a:gd name="T3" fmla="*/ 55 h 188"/>
              <a:gd name="T4" fmla="*/ 91 w 159"/>
              <a:gd name="T5" fmla="*/ 188 h 188"/>
              <a:gd name="T6" fmla="*/ 159 w 159"/>
              <a:gd name="T7" fmla="*/ 179 h 188"/>
              <a:gd name="T8" fmla="*/ 71 w 159"/>
              <a:gd name="T9" fmla="*/ 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9" h="188">
                <a:moveTo>
                  <a:pt x="71" y="0"/>
                </a:moveTo>
                <a:lnTo>
                  <a:pt x="0" y="55"/>
                </a:lnTo>
                <a:lnTo>
                  <a:pt x="91" y="188"/>
                </a:lnTo>
                <a:lnTo>
                  <a:pt x="159" y="179"/>
                </a:lnTo>
                <a:lnTo>
                  <a:pt x="71" y="0"/>
                </a:lnTo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55" name="Freeform 83"/>
          <p:cNvSpPr>
            <a:spLocks/>
          </p:cNvSpPr>
          <p:nvPr/>
        </p:nvSpPr>
        <p:spPr bwMode="auto">
          <a:xfrm>
            <a:off x="5402841" y="721549"/>
            <a:ext cx="284322" cy="231458"/>
          </a:xfrm>
          <a:custGeom>
            <a:avLst/>
            <a:gdLst>
              <a:gd name="T0" fmla="*/ 8 w 100"/>
              <a:gd name="T1" fmla="*/ 0 h 82"/>
              <a:gd name="T2" fmla="*/ 0 w 100"/>
              <a:gd name="T3" fmla="*/ 1 h 82"/>
              <a:gd name="T4" fmla="*/ 0 w 100"/>
              <a:gd name="T5" fmla="*/ 33 h 82"/>
              <a:gd name="T6" fmla="*/ 76 w 100"/>
              <a:gd name="T7" fmla="*/ 82 h 82"/>
              <a:gd name="T8" fmla="*/ 100 w 100"/>
              <a:gd name="T9" fmla="*/ 58 h 82"/>
              <a:gd name="T10" fmla="*/ 8 w 100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" h="82">
                <a:moveTo>
                  <a:pt x="8" y="0"/>
                </a:moveTo>
                <a:cubicBezTo>
                  <a:pt x="5" y="0"/>
                  <a:pt x="3" y="0"/>
                  <a:pt x="0" y="1"/>
                </a:cubicBezTo>
                <a:cubicBezTo>
                  <a:pt x="0" y="33"/>
                  <a:pt x="0" y="33"/>
                  <a:pt x="0" y="33"/>
                </a:cubicBezTo>
                <a:cubicBezTo>
                  <a:pt x="0" y="33"/>
                  <a:pt x="71" y="49"/>
                  <a:pt x="76" y="82"/>
                </a:cubicBezTo>
                <a:cubicBezTo>
                  <a:pt x="100" y="58"/>
                  <a:pt x="100" y="58"/>
                  <a:pt x="100" y="58"/>
                </a:cubicBezTo>
                <a:cubicBezTo>
                  <a:pt x="100" y="58"/>
                  <a:pt x="50" y="0"/>
                  <a:pt x="8" y="0"/>
                </a:cubicBezTo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56" name="Freeform 85"/>
          <p:cNvSpPr>
            <a:spLocks/>
          </p:cNvSpPr>
          <p:nvPr/>
        </p:nvSpPr>
        <p:spPr bwMode="auto">
          <a:xfrm>
            <a:off x="5687162" y="411510"/>
            <a:ext cx="235744" cy="215742"/>
          </a:xfrm>
          <a:custGeom>
            <a:avLst/>
            <a:gdLst>
              <a:gd name="T0" fmla="*/ 34 w 165"/>
              <a:gd name="T1" fmla="*/ 0 h 151"/>
              <a:gd name="T2" fmla="*/ 0 w 165"/>
              <a:gd name="T3" fmla="*/ 0 h 151"/>
              <a:gd name="T4" fmla="*/ 121 w 165"/>
              <a:gd name="T5" fmla="*/ 151 h 151"/>
              <a:gd name="T6" fmla="*/ 165 w 165"/>
              <a:gd name="T7" fmla="*/ 119 h 151"/>
              <a:gd name="T8" fmla="*/ 34 w 165"/>
              <a:gd name="T9" fmla="*/ 0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5" h="151">
                <a:moveTo>
                  <a:pt x="34" y="0"/>
                </a:moveTo>
                <a:lnTo>
                  <a:pt x="0" y="0"/>
                </a:lnTo>
                <a:lnTo>
                  <a:pt x="121" y="151"/>
                </a:lnTo>
                <a:lnTo>
                  <a:pt x="165" y="119"/>
                </a:lnTo>
                <a:lnTo>
                  <a:pt x="34" y="0"/>
                </a:lnTo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57" name="Freeform 86"/>
          <p:cNvSpPr>
            <a:spLocks/>
          </p:cNvSpPr>
          <p:nvPr/>
        </p:nvSpPr>
        <p:spPr bwMode="auto">
          <a:xfrm>
            <a:off x="5084230" y="1629498"/>
            <a:ext cx="261462" cy="250032"/>
          </a:xfrm>
          <a:custGeom>
            <a:avLst/>
            <a:gdLst>
              <a:gd name="T0" fmla="*/ 66 w 183"/>
              <a:gd name="T1" fmla="*/ 0 h 175"/>
              <a:gd name="T2" fmla="*/ 0 w 183"/>
              <a:gd name="T3" fmla="*/ 76 h 175"/>
              <a:gd name="T4" fmla="*/ 104 w 183"/>
              <a:gd name="T5" fmla="*/ 175 h 175"/>
              <a:gd name="T6" fmla="*/ 183 w 183"/>
              <a:gd name="T7" fmla="*/ 100 h 175"/>
              <a:gd name="T8" fmla="*/ 66 w 183"/>
              <a:gd name="T9" fmla="*/ 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3" h="175">
                <a:moveTo>
                  <a:pt x="66" y="0"/>
                </a:moveTo>
                <a:lnTo>
                  <a:pt x="0" y="76"/>
                </a:lnTo>
                <a:lnTo>
                  <a:pt x="104" y="175"/>
                </a:lnTo>
                <a:lnTo>
                  <a:pt x="183" y="100"/>
                </a:lnTo>
                <a:lnTo>
                  <a:pt x="66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58" name="Freeform 87"/>
          <p:cNvSpPr>
            <a:spLocks/>
          </p:cNvSpPr>
          <p:nvPr/>
        </p:nvSpPr>
        <p:spPr bwMode="auto">
          <a:xfrm>
            <a:off x="5084230" y="1643977"/>
            <a:ext cx="261462" cy="250032"/>
          </a:xfrm>
          <a:custGeom>
            <a:avLst/>
            <a:gdLst>
              <a:gd name="T0" fmla="*/ 66 w 183"/>
              <a:gd name="T1" fmla="*/ 0 h 175"/>
              <a:gd name="T2" fmla="*/ 0 w 183"/>
              <a:gd name="T3" fmla="*/ 76 h 175"/>
              <a:gd name="T4" fmla="*/ 104 w 183"/>
              <a:gd name="T5" fmla="*/ 175 h 175"/>
              <a:gd name="T6" fmla="*/ 183 w 183"/>
              <a:gd name="T7" fmla="*/ 100 h 175"/>
              <a:gd name="T8" fmla="*/ 66 w 183"/>
              <a:gd name="T9" fmla="*/ 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3" h="175">
                <a:moveTo>
                  <a:pt x="66" y="0"/>
                </a:moveTo>
                <a:lnTo>
                  <a:pt x="0" y="76"/>
                </a:lnTo>
                <a:lnTo>
                  <a:pt x="104" y="175"/>
                </a:lnTo>
                <a:lnTo>
                  <a:pt x="183" y="100"/>
                </a:lnTo>
                <a:lnTo>
                  <a:pt x="66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59" name="Freeform 88"/>
          <p:cNvSpPr>
            <a:spLocks/>
          </p:cNvSpPr>
          <p:nvPr/>
        </p:nvSpPr>
        <p:spPr bwMode="auto">
          <a:xfrm>
            <a:off x="5343526" y="1516335"/>
            <a:ext cx="187167" cy="114300"/>
          </a:xfrm>
          <a:custGeom>
            <a:avLst/>
            <a:gdLst>
              <a:gd name="T0" fmla="*/ 131 w 131"/>
              <a:gd name="T1" fmla="*/ 0 h 80"/>
              <a:gd name="T2" fmla="*/ 0 w 131"/>
              <a:gd name="T3" fmla="*/ 16 h 80"/>
              <a:gd name="T4" fmla="*/ 23 w 131"/>
              <a:gd name="T5" fmla="*/ 80 h 80"/>
              <a:gd name="T6" fmla="*/ 131 w 131"/>
              <a:gd name="T7" fmla="*/ 80 h 80"/>
              <a:gd name="T8" fmla="*/ 131 w 131"/>
              <a:gd name="T9" fmla="*/ 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80">
                <a:moveTo>
                  <a:pt x="131" y="0"/>
                </a:moveTo>
                <a:lnTo>
                  <a:pt x="0" y="16"/>
                </a:lnTo>
                <a:lnTo>
                  <a:pt x="23" y="80"/>
                </a:lnTo>
                <a:lnTo>
                  <a:pt x="131" y="80"/>
                </a:lnTo>
                <a:lnTo>
                  <a:pt x="131" y="0"/>
                </a:lnTo>
                <a:close/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60" name="Freeform 89"/>
          <p:cNvSpPr>
            <a:spLocks/>
          </p:cNvSpPr>
          <p:nvPr/>
        </p:nvSpPr>
        <p:spPr bwMode="auto">
          <a:xfrm>
            <a:off x="5343526" y="1516335"/>
            <a:ext cx="187167" cy="114300"/>
          </a:xfrm>
          <a:custGeom>
            <a:avLst/>
            <a:gdLst>
              <a:gd name="T0" fmla="*/ 131 w 131"/>
              <a:gd name="T1" fmla="*/ 0 h 80"/>
              <a:gd name="T2" fmla="*/ 0 w 131"/>
              <a:gd name="T3" fmla="*/ 16 h 80"/>
              <a:gd name="T4" fmla="*/ 23 w 131"/>
              <a:gd name="T5" fmla="*/ 80 h 80"/>
              <a:gd name="T6" fmla="*/ 131 w 131"/>
              <a:gd name="T7" fmla="*/ 80 h 80"/>
              <a:gd name="T8" fmla="*/ 131 w 131"/>
              <a:gd name="T9" fmla="*/ 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80">
                <a:moveTo>
                  <a:pt x="131" y="0"/>
                </a:moveTo>
                <a:lnTo>
                  <a:pt x="0" y="16"/>
                </a:lnTo>
                <a:lnTo>
                  <a:pt x="23" y="80"/>
                </a:lnTo>
                <a:lnTo>
                  <a:pt x="131" y="80"/>
                </a:lnTo>
                <a:lnTo>
                  <a:pt x="131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1" name="Freeform 91"/>
          <p:cNvSpPr>
            <a:spLocks/>
          </p:cNvSpPr>
          <p:nvPr/>
        </p:nvSpPr>
        <p:spPr bwMode="auto">
          <a:xfrm>
            <a:off x="5544287" y="1257330"/>
            <a:ext cx="191453" cy="204312"/>
          </a:xfrm>
          <a:custGeom>
            <a:avLst/>
            <a:gdLst>
              <a:gd name="T0" fmla="*/ 134 w 134"/>
              <a:gd name="T1" fmla="*/ 0 h 143"/>
              <a:gd name="T2" fmla="*/ 62 w 134"/>
              <a:gd name="T3" fmla="*/ 0 h 143"/>
              <a:gd name="T4" fmla="*/ 0 w 134"/>
              <a:gd name="T5" fmla="*/ 143 h 143"/>
              <a:gd name="T6" fmla="*/ 32 w 134"/>
              <a:gd name="T7" fmla="*/ 143 h 143"/>
              <a:gd name="T8" fmla="*/ 134 w 134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4" h="143">
                <a:moveTo>
                  <a:pt x="134" y="0"/>
                </a:moveTo>
                <a:lnTo>
                  <a:pt x="62" y="0"/>
                </a:lnTo>
                <a:lnTo>
                  <a:pt x="0" y="143"/>
                </a:lnTo>
                <a:lnTo>
                  <a:pt x="32" y="143"/>
                </a:lnTo>
                <a:lnTo>
                  <a:pt x="134" y="0"/>
                </a:lnTo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62" name="Rectangle 92"/>
          <p:cNvSpPr>
            <a:spLocks noChangeArrowheads="1"/>
          </p:cNvSpPr>
          <p:nvPr/>
        </p:nvSpPr>
        <p:spPr bwMode="auto">
          <a:xfrm>
            <a:off x="5431416" y="1504504"/>
            <a:ext cx="112872" cy="110014"/>
          </a:xfrm>
          <a:prstGeom prst="rect">
            <a:avLst/>
          </a:pr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63" name="Rectangle 93"/>
          <p:cNvSpPr>
            <a:spLocks noChangeArrowheads="1"/>
          </p:cNvSpPr>
          <p:nvPr/>
        </p:nvSpPr>
        <p:spPr bwMode="auto">
          <a:xfrm>
            <a:off x="5431416" y="1504504"/>
            <a:ext cx="112872" cy="110014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4" name="Freeform 94"/>
          <p:cNvSpPr>
            <a:spLocks/>
          </p:cNvSpPr>
          <p:nvPr/>
        </p:nvSpPr>
        <p:spPr bwMode="auto">
          <a:xfrm>
            <a:off x="5584292" y="1504504"/>
            <a:ext cx="151448" cy="187167"/>
          </a:xfrm>
          <a:custGeom>
            <a:avLst/>
            <a:gdLst>
              <a:gd name="T0" fmla="*/ 18 w 106"/>
              <a:gd name="T1" fmla="*/ 0 h 131"/>
              <a:gd name="T2" fmla="*/ 0 w 106"/>
              <a:gd name="T3" fmla="*/ 77 h 131"/>
              <a:gd name="T4" fmla="*/ 40 w 106"/>
              <a:gd name="T5" fmla="*/ 131 h 131"/>
              <a:gd name="T6" fmla="*/ 106 w 106"/>
              <a:gd name="T7" fmla="*/ 99 h 131"/>
              <a:gd name="T8" fmla="*/ 18 w 106"/>
              <a:gd name="T9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31">
                <a:moveTo>
                  <a:pt x="18" y="0"/>
                </a:moveTo>
                <a:lnTo>
                  <a:pt x="0" y="77"/>
                </a:lnTo>
                <a:lnTo>
                  <a:pt x="40" y="131"/>
                </a:lnTo>
                <a:lnTo>
                  <a:pt x="106" y="99"/>
                </a:lnTo>
                <a:lnTo>
                  <a:pt x="18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65" name="Freeform 95"/>
          <p:cNvSpPr>
            <a:spLocks/>
          </p:cNvSpPr>
          <p:nvPr/>
        </p:nvSpPr>
        <p:spPr bwMode="auto">
          <a:xfrm>
            <a:off x="5584292" y="1504504"/>
            <a:ext cx="151448" cy="187167"/>
          </a:xfrm>
          <a:custGeom>
            <a:avLst/>
            <a:gdLst>
              <a:gd name="T0" fmla="*/ 18 w 106"/>
              <a:gd name="T1" fmla="*/ 0 h 131"/>
              <a:gd name="T2" fmla="*/ 0 w 106"/>
              <a:gd name="T3" fmla="*/ 77 h 131"/>
              <a:gd name="T4" fmla="*/ 40 w 106"/>
              <a:gd name="T5" fmla="*/ 131 h 131"/>
              <a:gd name="T6" fmla="*/ 106 w 106"/>
              <a:gd name="T7" fmla="*/ 99 h 131"/>
              <a:gd name="T8" fmla="*/ 18 w 106"/>
              <a:gd name="T9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31">
                <a:moveTo>
                  <a:pt x="18" y="0"/>
                </a:moveTo>
                <a:lnTo>
                  <a:pt x="0" y="77"/>
                </a:lnTo>
                <a:lnTo>
                  <a:pt x="40" y="131"/>
                </a:lnTo>
                <a:lnTo>
                  <a:pt x="106" y="99"/>
                </a:lnTo>
                <a:lnTo>
                  <a:pt x="18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6" name="Freeform 97"/>
          <p:cNvSpPr>
            <a:spLocks/>
          </p:cNvSpPr>
          <p:nvPr/>
        </p:nvSpPr>
        <p:spPr bwMode="auto">
          <a:xfrm>
            <a:off x="5922906" y="1421636"/>
            <a:ext cx="254318" cy="175737"/>
          </a:xfrm>
          <a:custGeom>
            <a:avLst/>
            <a:gdLst>
              <a:gd name="T0" fmla="*/ 178 w 178"/>
              <a:gd name="T1" fmla="*/ 0 h 123"/>
              <a:gd name="T2" fmla="*/ 0 w 178"/>
              <a:gd name="T3" fmla="*/ 82 h 123"/>
              <a:gd name="T4" fmla="*/ 39 w 178"/>
              <a:gd name="T5" fmla="*/ 123 h 123"/>
              <a:gd name="T6" fmla="*/ 178 w 178"/>
              <a:gd name="T7" fmla="*/ 58 h 123"/>
              <a:gd name="T8" fmla="*/ 178 w 178"/>
              <a:gd name="T9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8" h="123">
                <a:moveTo>
                  <a:pt x="178" y="0"/>
                </a:moveTo>
                <a:lnTo>
                  <a:pt x="0" y="82"/>
                </a:lnTo>
                <a:lnTo>
                  <a:pt x="39" y="123"/>
                </a:lnTo>
                <a:lnTo>
                  <a:pt x="178" y="58"/>
                </a:lnTo>
                <a:lnTo>
                  <a:pt x="178" y="0"/>
                </a:lnTo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67" name="Freeform 99"/>
          <p:cNvSpPr>
            <a:spLocks/>
          </p:cNvSpPr>
          <p:nvPr/>
        </p:nvSpPr>
        <p:spPr bwMode="auto">
          <a:xfrm>
            <a:off x="5805035" y="916573"/>
            <a:ext cx="255747" cy="175737"/>
          </a:xfrm>
          <a:custGeom>
            <a:avLst/>
            <a:gdLst>
              <a:gd name="T0" fmla="*/ 131 w 179"/>
              <a:gd name="T1" fmla="*/ 0 h 123"/>
              <a:gd name="T2" fmla="*/ 0 w 179"/>
              <a:gd name="T3" fmla="*/ 0 h 123"/>
              <a:gd name="T4" fmla="*/ 47 w 179"/>
              <a:gd name="T5" fmla="*/ 123 h 123"/>
              <a:gd name="T6" fmla="*/ 179 w 179"/>
              <a:gd name="T7" fmla="*/ 76 h 123"/>
              <a:gd name="T8" fmla="*/ 131 w 179"/>
              <a:gd name="T9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9" h="123">
                <a:moveTo>
                  <a:pt x="131" y="0"/>
                </a:moveTo>
                <a:lnTo>
                  <a:pt x="0" y="0"/>
                </a:lnTo>
                <a:lnTo>
                  <a:pt x="47" y="123"/>
                </a:lnTo>
                <a:lnTo>
                  <a:pt x="179" y="76"/>
                </a:lnTo>
                <a:lnTo>
                  <a:pt x="131" y="0"/>
                </a:lnTo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68" name="Freeform 100"/>
          <p:cNvSpPr>
            <a:spLocks/>
          </p:cNvSpPr>
          <p:nvPr/>
        </p:nvSpPr>
        <p:spPr bwMode="auto">
          <a:xfrm>
            <a:off x="6211513" y="627251"/>
            <a:ext cx="241459" cy="94298"/>
          </a:xfrm>
          <a:custGeom>
            <a:avLst/>
            <a:gdLst>
              <a:gd name="T0" fmla="*/ 169 w 169"/>
              <a:gd name="T1" fmla="*/ 0 h 66"/>
              <a:gd name="T2" fmla="*/ 0 w 169"/>
              <a:gd name="T3" fmla="*/ 0 h 66"/>
              <a:gd name="T4" fmla="*/ 18 w 169"/>
              <a:gd name="T5" fmla="*/ 66 h 66"/>
              <a:gd name="T6" fmla="*/ 169 w 169"/>
              <a:gd name="T7" fmla="*/ 66 h 66"/>
              <a:gd name="T8" fmla="*/ 169 w 169"/>
              <a:gd name="T9" fmla="*/ 0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9" h="66">
                <a:moveTo>
                  <a:pt x="169" y="0"/>
                </a:moveTo>
                <a:lnTo>
                  <a:pt x="0" y="0"/>
                </a:lnTo>
                <a:lnTo>
                  <a:pt x="18" y="66"/>
                </a:lnTo>
                <a:lnTo>
                  <a:pt x="169" y="66"/>
                </a:lnTo>
                <a:lnTo>
                  <a:pt x="169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69" name="Freeform 101"/>
          <p:cNvSpPr>
            <a:spLocks/>
          </p:cNvSpPr>
          <p:nvPr/>
        </p:nvSpPr>
        <p:spPr bwMode="auto">
          <a:xfrm>
            <a:off x="6211513" y="627251"/>
            <a:ext cx="241459" cy="94298"/>
          </a:xfrm>
          <a:custGeom>
            <a:avLst/>
            <a:gdLst>
              <a:gd name="T0" fmla="*/ 169 w 169"/>
              <a:gd name="T1" fmla="*/ 0 h 66"/>
              <a:gd name="T2" fmla="*/ 0 w 169"/>
              <a:gd name="T3" fmla="*/ 0 h 66"/>
              <a:gd name="T4" fmla="*/ 18 w 169"/>
              <a:gd name="T5" fmla="*/ 66 h 66"/>
              <a:gd name="T6" fmla="*/ 169 w 169"/>
              <a:gd name="T7" fmla="*/ 66 h 66"/>
              <a:gd name="T8" fmla="*/ 169 w 169"/>
              <a:gd name="T9" fmla="*/ 0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9" h="66">
                <a:moveTo>
                  <a:pt x="169" y="0"/>
                </a:moveTo>
                <a:lnTo>
                  <a:pt x="0" y="0"/>
                </a:lnTo>
                <a:lnTo>
                  <a:pt x="18" y="66"/>
                </a:lnTo>
                <a:lnTo>
                  <a:pt x="169" y="66"/>
                </a:lnTo>
                <a:lnTo>
                  <a:pt x="169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70" name="Freeform 103"/>
          <p:cNvSpPr>
            <a:spLocks/>
          </p:cNvSpPr>
          <p:nvPr/>
        </p:nvSpPr>
        <p:spPr bwMode="auto">
          <a:xfrm>
            <a:off x="6110072" y="1095881"/>
            <a:ext cx="192882" cy="150019"/>
          </a:xfrm>
          <a:custGeom>
            <a:avLst/>
            <a:gdLst>
              <a:gd name="T0" fmla="*/ 24 w 135"/>
              <a:gd name="T1" fmla="*/ 0 h 105"/>
              <a:gd name="T2" fmla="*/ 0 w 135"/>
              <a:gd name="T3" fmla="*/ 41 h 105"/>
              <a:gd name="T4" fmla="*/ 89 w 135"/>
              <a:gd name="T5" fmla="*/ 105 h 105"/>
              <a:gd name="T6" fmla="*/ 135 w 135"/>
              <a:gd name="T7" fmla="*/ 41 h 105"/>
              <a:gd name="T8" fmla="*/ 24 w 135"/>
              <a:gd name="T9" fmla="*/ 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" h="105">
                <a:moveTo>
                  <a:pt x="24" y="0"/>
                </a:moveTo>
                <a:lnTo>
                  <a:pt x="0" y="41"/>
                </a:lnTo>
                <a:lnTo>
                  <a:pt x="89" y="105"/>
                </a:lnTo>
                <a:lnTo>
                  <a:pt x="135" y="41"/>
                </a:lnTo>
                <a:lnTo>
                  <a:pt x="24" y="0"/>
                </a:lnTo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71" name="Freeform 104"/>
          <p:cNvSpPr>
            <a:spLocks/>
          </p:cNvSpPr>
          <p:nvPr/>
        </p:nvSpPr>
        <p:spPr bwMode="auto">
          <a:xfrm>
            <a:off x="6302953" y="1521649"/>
            <a:ext cx="270034" cy="215742"/>
          </a:xfrm>
          <a:custGeom>
            <a:avLst/>
            <a:gdLst>
              <a:gd name="T0" fmla="*/ 0 w 189"/>
              <a:gd name="T1" fmla="*/ 0 h 151"/>
              <a:gd name="T2" fmla="*/ 0 w 189"/>
              <a:gd name="T3" fmla="*/ 119 h 151"/>
              <a:gd name="T4" fmla="*/ 125 w 189"/>
              <a:gd name="T5" fmla="*/ 151 h 151"/>
              <a:gd name="T6" fmla="*/ 149 w 189"/>
              <a:gd name="T7" fmla="*/ 87 h 151"/>
              <a:gd name="T8" fmla="*/ 189 w 189"/>
              <a:gd name="T9" fmla="*/ 87 h 151"/>
              <a:gd name="T10" fmla="*/ 189 w 189"/>
              <a:gd name="T11" fmla="*/ 53 h 151"/>
              <a:gd name="T12" fmla="*/ 0 w 189"/>
              <a:gd name="T13" fmla="*/ 0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9" h="151">
                <a:moveTo>
                  <a:pt x="0" y="0"/>
                </a:moveTo>
                <a:lnTo>
                  <a:pt x="0" y="119"/>
                </a:lnTo>
                <a:lnTo>
                  <a:pt x="125" y="151"/>
                </a:lnTo>
                <a:lnTo>
                  <a:pt x="149" y="87"/>
                </a:lnTo>
                <a:lnTo>
                  <a:pt x="189" y="87"/>
                </a:lnTo>
                <a:lnTo>
                  <a:pt x="189" y="53"/>
                </a:lnTo>
                <a:lnTo>
                  <a:pt x="0" y="0"/>
                </a:lnTo>
                <a:close/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72" name="Freeform 105"/>
          <p:cNvSpPr>
            <a:spLocks/>
          </p:cNvSpPr>
          <p:nvPr/>
        </p:nvSpPr>
        <p:spPr bwMode="auto">
          <a:xfrm>
            <a:off x="6302953" y="1521649"/>
            <a:ext cx="270034" cy="215742"/>
          </a:xfrm>
          <a:custGeom>
            <a:avLst/>
            <a:gdLst>
              <a:gd name="T0" fmla="*/ 0 w 189"/>
              <a:gd name="T1" fmla="*/ 0 h 151"/>
              <a:gd name="T2" fmla="*/ 0 w 189"/>
              <a:gd name="T3" fmla="*/ 119 h 151"/>
              <a:gd name="T4" fmla="*/ 125 w 189"/>
              <a:gd name="T5" fmla="*/ 151 h 151"/>
              <a:gd name="T6" fmla="*/ 149 w 189"/>
              <a:gd name="T7" fmla="*/ 87 h 151"/>
              <a:gd name="T8" fmla="*/ 189 w 189"/>
              <a:gd name="T9" fmla="*/ 87 h 151"/>
              <a:gd name="T10" fmla="*/ 189 w 189"/>
              <a:gd name="T11" fmla="*/ 53 h 151"/>
              <a:gd name="T12" fmla="*/ 0 w 189"/>
              <a:gd name="T13" fmla="*/ 0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9" h="151">
                <a:moveTo>
                  <a:pt x="0" y="0"/>
                </a:moveTo>
                <a:lnTo>
                  <a:pt x="0" y="119"/>
                </a:lnTo>
                <a:lnTo>
                  <a:pt x="125" y="151"/>
                </a:lnTo>
                <a:lnTo>
                  <a:pt x="149" y="87"/>
                </a:lnTo>
                <a:lnTo>
                  <a:pt x="189" y="87"/>
                </a:lnTo>
                <a:lnTo>
                  <a:pt x="189" y="5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73" name="Freeform 106"/>
          <p:cNvSpPr>
            <a:spLocks/>
          </p:cNvSpPr>
          <p:nvPr/>
        </p:nvSpPr>
        <p:spPr bwMode="auto">
          <a:xfrm>
            <a:off x="6435827" y="1645950"/>
            <a:ext cx="364332" cy="278607"/>
          </a:xfrm>
          <a:custGeom>
            <a:avLst/>
            <a:gdLst>
              <a:gd name="T0" fmla="*/ 111 w 128"/>
              <a:gd name="T1" fmla="*/ 0 h 98"/>
              <a:gd name="T2" fmla="*/ 48 w 128"/>
              <a:gd name="T3" fmla="*/ 0 h 98"/>
              <a:gd name="T4" fmla="*/ 28 w 128"/>
              <a:gd name="T5" fmla="*/ 0 h 98"/>
              <a:gd name="T6" fmla="*/ 16 w 128"/>
              <a:gd name="T7" fmla="*/ 32 h 98"/>
              <a:gd name="T8" fmla="*/ 0 w 128"/>
              <a:gd name="T9" fmla="*/ 74 h 98"/>
              <a:gd name="T10" fmla="*/ 82 w 128"/>
              <a:gd name="T11" fmla="*/ 98 h 98"/>
              <a:gd name="T12" fmla="*/ 111 w 128"/>
              <a:gd name="T13" fmla="*/ 0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" h="98">
                <a:moveTo>
                  <a:pt x="111" y="0"/>
                </a:moveTo>
                <a:cubicBezTo>
                  <a:pt x="48" y="0"/>
                  <a:pt x="48" y="0"/>
                  <a:pt x="48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16" y="32"/>
                  <a:pt x="16" y="32"/>
                  <a:pt x="16" y="32"/>
                </a:cubicBezTo>
                <a:cubicBezTo>
                  <a:pt x="0" y="74"/>
                  <a:pt x="0" y="74"/>
                  <a:pt x="0" y="74"/>
                </a:cubicBezTo>
                <a:cubicBezTo>
                  <a:pt x="82" y="98"/>
                  <a:pt x="82" y="98"/>
                  <a:pt x="82" y="98"/>
                </a:cubicBezTo>
                <a:cubicBezTo>
                  <a:pt x="82" y="98"/>
                  <a:pt x="128" y="36"/>
                  <a:pt x="111" y="0"/>
                </a:cubicBezTo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74" name="Freeform 107"/>
          <p:cNvSpPr>
            <a:spLocks/>
          </p:cNvSpPr>
          <p:nvPr/>
        </p:nvSpPr>
        <p:spPr bwMode="auto">
          <a:xfrm>
            <a:off x="6452972" y="1214467"/>
            <a:ext cx="221457" cy="181452"/>
          </a:xfrm>
          <a:custGeom>
            <a:avLst/>
            <a:gdLst>
              <a:gd name="T0" fmla="*/ 104 w 155"/>
              <a:gd name="T1" fmla="*/ 0 h 127"/>
              <a:gd name="T2" fmla="*/ 0 w 155"/>
              <a:gd name="T3" fmla="*/ 48 h 127"/>
              <a:gd name="T4" fmla="*/ 54 w 155"/>
              <a:gd name="T5" fmla="*/ 127 h 127"/>
              <a:gd name="T6" fmla="*/ 155 w 155"/>
              <a:gd name="T7" fmla="*/ 76 h 127"/>
              <a:gd name="T8" fmla="*/ 104 w 155"/>
              <a:gd name="T9" fmla="*/ 0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5" h="127">
                <a:moveTo>
                  <a:pt x="104" y="0"/>
                </a:moveTo>
                <a:lnTo>
                  <a:pt x="0" y="48"/>
                </a:lnTo>
                <a:lnTo>
                  <a:pt x="54" y="127"/>
                </a:lnTo>
                <a:lnTo>
                  <a:pt x="155" y="76"/>
                </a:lnTo>
                <a:lnTo>
                  <a:pt x="104" y="0"/>
                </a:lnTo>
                <a:close/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75" name="Freeform 108"/>
          <p:cNvSpPr>
            <a:spLocks/>
          </p:cNvSpPr>
          <p:nvPr/>
        </p:nvSpPr>
        <p:spPr bwMode="auto">
          <a:xfrm>
            <a:off x="6452972" y="1214467"/>
            <a:ext cx="221457" cy="181452"/>
          </a:xfrm>
          <a:custGeom>
            <a:avLst/>
            <a:gdLst>
              <a:gd name="T0" fmla="*/ 104 w 155"/>
              <a:gd name="T1" fmla="*/ 0 h 127"/>
              <a:gd name="T2" fmla="*/ 0 w 155"/>
              <a:gd name="T3" fmla="*/ 48 h 127"/>
              <a:gd name="T4" fmla="*/ 54 w 155"/>
              <a:gd name="T5" fmla="*/ 127 h 127"/>
              <a:gd name="T6" fmla="*/ 155 w 155"/>
              <a:gd name="T7" fmla="*/ 76 h 127"/>
              <a:gd name="T8" fmla="*/ 104 w 155"/>
              <a:gd name="T9" fmla="*/ 0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5" h="127">
                <a:moveTo>
                  <a:pt x="104" y="0"/>
                </a:moveTo>
                <a:lnTo>
                  <a:pt x="0" y="48"/>
                </a:lnTo>
                <a:lnTo>
                  <a:pt x="54" y="127"/>
                </a:lnTo>
                <a:lnTo>
                  <a:pt x="155" y="76"/>
                </a:lnTo>
                <a:lnTo>
                  <a:pt x="104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76" name="Freeform 110"/>
          <p:cNvSpPr>
            <a:spLocks/>
          </p:cNvSpPr>
          <p:nvPr/>
        </p:nvSpPr>
        <p:spPr bwMode="auto">
          <a:xfrm>
            <a:off x="6674428" y="1141601"/>
            <a:ext cx="125730" cy="72867"/>
          </a:xfrm>
          <a:custGeom>
            <a:avLst/>
            <a:gdLst>
              <a:gd name="T0" fmla="*/ 30 w 88"/>
              <a:gd name="T1" fmla="*/ 0 h 51"/>
              <a:gd name="T2" fmla="*/ 0 w 88"/>
              <a:gd name="T3" fmla="*/ 33 h 51"/>
              <a:gd name="T4" fmla="*/ 30 w 88"/>
              <a:gd name="T5" fmla="*/ 51 h 51"/>
              <a:gd name="T6" fmla="*/ 88 w 88"/>
              <a:gd name="T7" fmla="*/ 19 h 51"/>
              <a:gd name="T8" fmla="*/ 30 w 88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" h="51">
                <a:moveTo>
                  <a:pt x="30" y="0"/>
                </a:moveTo>
                <a:lnTo>
                  <a:pt x="0" y="33"/>
                </a:lnTo>
                <a:lnTo>
                  <a:pt x="30" y="51"/>
                </a:lnTo>
                <a:lnTo>
                  <a:pt x="88" y="19"/>
                </a:lnTo>
                <a:lnTo>
                  <a:pt x="30" y="0"/>
                </a:lnTo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77" name="Freeform 112"/>
          <p:cNvSpPr>
            <a:spLocks/>
          </p:cNvSpPr>
          <p:nvPr/>
        </p:nvSpPr>
        <p:spPr bwMode="auto">
          <a:xfrm>
            <a:off x="6828733" y="928717"/>
            <a:ext cx="144304" cy="90012"/>
          </a:xfrm>
          <a:custGeom>
            <a:avLst/>
            <a:gdLst>
              <a:gd name="T0" fmla="*/ 0 w 101"/>
              <a:gd name="T1" fmla="*/ 0 h 63"/>
              <a:gd name="T2" fmla="*/ 0 w 101"/>
              <a:gd name="T3" fmla="*/ 31 h 63"/>
              <a:gd name="T4" fmla="*/ 101 w 101"/>
              <a:gd name="T5" fmla="*/ 63 h 63"/>
              <a:gd name="T6" fmla="*/ 101 w 101"/>
              <a:gd name="T7" fmla="*/ 17 h 63"/>
              <a:gd name="T8" fmla="*/ 0 w 101"/>
              <a:gd name="T9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1" h="63">
                <a:moveTo>
                  <a:pt x="0" y="0"/>
                </a:moveTo>
                <a:lnTo>
                  <a:pt x="0" y="31"/>
                </a:lnTo>
                <a:lnTo>
                  <a:pt x="101" y="63"/>
                </a:lnTo>
                <a:lnTo>
                  <a:pt x="101" y="17"/>
                </a:lnTo>
                <a:lnTo>
                  <a:pt x="0" y="0"/>
                </a:lnTo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78" name="Freeform 115"/>
          <p:cNvSpPr>
            <a:spLocks/>
          </p:cNvSpPr>
          <p:nvPr/>
        </p:nvSpPr>
        <p:spPr bwMode="auto">
          <a:xfrm>
            <a:off x="6814446" y="1308765"/>
            <a:ext cx="172879" cy="184309"/>
          </a:xfrm>
          <a:custGeom>
            <a:avLst/>
            <a:gdLst>
              <a:gd name="T0" fmla="*/ 71 w 121"/>
              <a:gd name="T1" fmla="*/ 0 h 129"/>
              <a:gd name="T2" fmla="*/ 0 w 121"/>
              <a:gd name="T3" fmla="*/ 48 h 129"/>
              <a:gd name="T4" fmla="*/ 71 w 121"/>
              <a:gd name="T5" fmla="*/ 129 h 129"/>
              <a:gd name="T6" fmla="*/ 121 w 121"/>
              <a:gd name="T7" fmla="*/ 110 h 129"/>
              <a:gd name="T8" fmla="*/ 71 w 121"/>
              <a:gd name="T9" fmla="*/ 0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" h="129">
                <a:moveTo>
                  <a:pt x="71" y="0"/>
                </a:moveTo>
                <a:lnTo>
                  <a:pt x="0" y="48"/>
                </a:lnTo>
                <a:lnTo>
                  <a:pt x="71" y="129"/>
                </a:lnTo>
                <a:lnTo>
                  <a:pt x="121" y="110"/>
                </a:lnTo>
                <a:lnTo>
                  <a:pt x="71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79" name="Freeform 118"/>
          <p:cNvSpPr>
            <a:spLocks/>
          </p:cNvSpPr>
          <p:nvPr/>
        </p:nvSpPr>
        <p:spPr bwMode="auto">
          <a:xfrm>
            <a:off x="7015900" y="1177320"/>
            <a:ext cx="172879" cy="168593"/>
          </a:xfrm>
          <a:custGeom>
            <a:avLst/>
            <a:gdLst>
              <a:gd name="T0" fmla="*/ 0 w 121"/>
              <a:gd name="T1" fmla="*/ 0 h 118"/>
              <a:gd name="T2" fmla="*/ 0 w 121"/>
              <a:gd name="T3" fmla="*/ 58 h 118"/>
              <a:gd name="T4" fmla="*/ 59 w 121"/>
              <a:gd name="T5" fmla="*/ 118 h 118"/>
              <a:gd name="T6" fmla="*/ 121 w 121"/>
              <a:gd name="T7" fmla="*/ 74 h 118"/>
              <a:gd name="T8" fmla="*/ 59 w 121"/>
              <a:gd name="T9" fmla="*/ 36 h 118"/>
              <a:gd name="T10" fmla="*/ 59 w 121"/>
              <a:gd name="T11" fmla="*/ 36 h 118"/>
              <a:gd name="T12" fmla="*/ 0 w 121"/>
              <a:gd name="T13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1" h="118">
                <a:moveTo>
                  <a:pt x="0" y="0"/>
                </a:moveTo>
                <a:lnTo>
                  <a:pt x="0" y="58"/>
                </a:lnTo>
                <a:lnTo>
                  <a:pt x="59" y="118"/>
                </a:lnTo>
                <a:lnTo>
                  <a:pt x="121" y="74"/>
                </a:lnTo>
                <a:lnTo>
                  <a:pt x="59" y="36"/>
                </a:lnTo>
                <a:lnTo>
                  <a:pt x="59" y="36"/>
                </a:lnTo>
                <a:lnTo>
                  <a:pt x="0" y="0"/>
                </a:lnTo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80" name="Freeform 120"/>
          <p:cNvSpPr>
            <a:spLocks/>
          </p:cNvSpPr>
          <p:nvPr/>
        </p:nvSpPr>
        <p:spPr bwMode="auto">
          <a:xfrm>
            <a:off x="7100196" y="1168747"/>
            <a:ext cx="175737" cy="114300"/>
          </a:xfrm>
          <a:custGeom>
            <a:avLst/>
            <a:gdLst>
              <a:gd name="T0" fmla="*/ 62 w 123"/>
              <a:gd name="T1" fmla="*/ 0 h 80"/>
              <a:gd name="T2" fmla="*/ 0 w 123"/>
              <a:gd name="T3" fmla="*/ 42 h 80"/>
              <a:gd name="T4" fmla="*/ 0 w 123"/>
              <a:gd name="T5" fmla="*/ 42 h 80"/>
              <a:gd name="T6" fmla="*/ 62 w 123"/>
              <a:gd name="T7" fmla="*/ 80 h 80"/>
              <a:gd name="T8" fmla="*/ 123 w 123"/>
              <a:gd name="T9" fmla="*/ 32 h 80"/>
              <a:gd name="T10" fmla="*/ 62 w 123"/>
              <a:gd name="T11" fmla="*/ 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" h="80">
                <a:moveTo>
                  <a:pt x="62" y="0"/>
                </a:moveTo>
                <a:lnTo>
                  <a:pt x="0" y="42"/>
                </a:lnTo>
                <a:lnTo>
                  <a:pt x="0" y="42"/>
                </a:lnTo>
                <a:lnTo>
                  <a:pt x="62" y="80"/>
                </a:lnTo>
                <a:lnTo>
                  <a:pt x="123" y="32"/>
                </a:lnTo>
                <a:lnTo>
                  <a:pt x="62" y="0"/>
                </a:lnTo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81" name="Freeform 122"/>
          <p:cNvSpPr>
            <a:spLocks/>
          </p:cNvSpPr>
          <p:nvPr/>
        </p:nvSpPr>
        <p:spPr bwMode="auto">
          <a:xfrm>
            <a:off x="7100196" y="1018729"/>
            <a:ext cx="175737" cy="135732"/>
          </a:xfrm>
          <a:custGeom>
            <a:avLst/>
            <a:gdLst>
              <a:gd name="T0" fmla="*/ 62 w 123"/>
              <a:gd name="T1" fmla="*/ 0 h 95"/>
              <a:gd name="T2" fmla="*/ 0 w 123"/>
              <a:gd name="T3" fmla="*/ 70 h 95"/>
              <a:gd name="T4" fmla="*/ 100 w 123"/>
              <a:gd name="T5" fmla="*/ 95 h 95"/>
              <a:gd name="T6" fmla="*/ 123 w 123"/>
              <a:gd name="T7" fmla="*/ 48 h 95"/>
              <a:gd name="T8" fmla="*/ 62 w 123"/>
              <a:gd name="T9" fmla="*/ 0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95">
                <a:moveTo>
                  <a:pt x="62" y="0"/>
                </a:moveTo>
                <a:lnTo>
                  <a:pt x="0" y="70"/>
                </a:lnTo>
                <a:lnTo>
                  <a:pt x="100" y="95"/>
                </a:lnTo>
                <a:lnTo>
                  <a:pt x="123" y="48"/>
                </a:lnTo>
                <a:lnTo>
                  <a:pt x="62" y="0"/>
                </a:lnTo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82" name="Freeform 124"/>
          <p:cNvSpPr>
            <a:spLocks/>
          </p:cNvSpPr>
          <p:nvPr/>
        </p:nvSpPr>
        <p:spPr bwMode="auto">
          <a:xfrm>
            <a:off x="7484530" y="1095881"/>
            <a:ext cx="152877" cy="250032"/>
          </a:xfrm>
          <a:custGeom>
            <a:avLst/>
            <a:gdLst>
              <a:gd name="T0" fmla="*/ 19 w 107"/>
              <a:gd name="T1" fmla="*/ 0 h 175"/>
              <a:gd name="T2" fmla="*/ 0 w 107"/>
              <a:gd name="T3" fmla="*/ 83 h 175"/>
              <a:gd name="T4" fmla="*/ 49 w 107"/>
              <a:gd name="T5" fmla="*/ 159 h 175"/>
              <a:gd name="T6" fmla="*/ 107 w 107"/>
              <a:gd name="T7" fmla="*/ 175 h 175"/>
              <a:gd name="T8" fmla="*/ 19 w 107"/>
              <a:gd name="T9" fmla="*/ 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7" h="175">
                <a:moveTo>
                  <a:pt x="19" y="0"/>
                </a:moveTo>
                <a:lnTo>
                  <a:pt x="0" y="83"/>
                </a:lnTo>
                <a:lnTo>
                  <a:pt x="49" y="159"/>
                </a:lnTo>
                <a:lnTo>
                  <a:pt x="107" y="175"/>
                </a:lnTo>
                <a:lnTo>
                  <a:pt x="19" y="0"/>
                </a:lnTo>
              </a:path>
            </a:pathLst>
          </a:custGeom>
          <a:solidFill>
            <a:srgbClr val="F99061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83" name="Freeform 126"/>
          <p:cNvSpPr>
            <a:spLocks/>
          </p:cNvSpPr>
          <p:nvPr/>
        </p:nvSpPr>
        <p:spPr bwMode="auto">
          <a:xfrm>
            <a:off x="7678125" y="1449497"/>
            <a:ext cx="81439" cy="64294"/>
          </a:xfrm>
          <a:custGeom>
            <a:avLst/>
            <a:gdLst>
              <a:gd name="T0" fmla="*/ 28 w 57"/>
              <a:gd name="T1" fmla="*/ 0 h 45"/>
              <a:gd name="T2" fmla="*/ 0 w 57"/>
              <a:gd name="T3" fmla="*/ 45 h 45"/>
              <a:gd name="T4" fmla="*/ 57 w 57"/>
              <a:gd name="T5" fmla="*/ 35 h 45"/>
              <a:gd name="T6" fmla="*/ 28 w 57"/>
              <a:gd name="T7" fmla="*/ 0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" h="45">
                <a:moveTo>
                  <a:pt x="28" y="0"/>
                </a:moveTo>
                <a:lnTo>
                  <a:pt x="0" y="45"/>
                </a:lnTo>
                <a:lnTo>
                  <a:pt x="57" y="35"/>
                </a:lnTo>
                <a:lnTo>
                  <a:pt x="28" y="0"/>
                </a:lnTo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84" name="Freeform 127"/>
          <p:cNvSpPr>
            <a:spLocks/>
          </p:cNvSpPr>
          <p:nvPr/>
        </p:nvSpPr>
        <p:spPr bwMode="auto">
          <a:xfrm>
            <a:off x="7884580" y="1214467"/>
            <a:ext cx="152877" cy="91440"/>
          </a:xfrm>
          <a:custGeom>
            <a:avLst/>
            <a:gdLst>
              <a:gd name="T0" fmla="*/ 107 w 107"/>
              <a:gd name="T1" fmla="*/ 0 h 64"/>
              <a:gd name="T2" fmla="*/ 49 w 107"/>
              <a:gd name="T3" fmla="*/ 4 h 64"/>
              <a:gd name="T4" fmla="*/ 0 w 107"/>
              <a:gd name="T5" fmla="*/ 64 h 64"/>
              <a:gd name="T6" fmla="*/ 77 w 107"/>
              <a:gd name="T7" fmla="*/ 64 h 64"/>
              <a:gd name="T8" fmla="*/ 107 w 107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7" h="64">
                <a:moveTo>
                  <a:pt x="107" y="0"/>
                </a:moveTo>
                <a:lnTo>
                  <a:pt x="49" y="4"/>
                </a:lnTo>
                <a:lnTo>
                  <a:pt x="0" y="64"/>
                </a:lnTo>
                <a:lnTo>
                  <a:pt x="77" y="64"/>
                </a:lnTo>
                <a:lnTo>
                  <a:pt x="107" y="0"/>
                </a:lnTo>
                <a:close/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85" name="Freeform 128"/>
          <p:cNvSpPr>
            <a:spLocks/>
          </p:cNvSpPr>
          <p:nvPr/>
        </p:nvSpPr>
        <p:spPr bwMode="auto">
          <a:xfrm>
            <a:off x="7884580" y="1214467"/>
            <a:ext cx="152877" cy="91440"/>
          </a:xfrm>
          <a:custGeom>
            <a:avLst/>
            <a:gdLst>
              <a:gd name="T0" fmla="*/ 107 w 107"/>
              <a:gd name="T1" fmla="*/ 0 h 64"/>
              <a:gd name="T2" fmla="*/ 49 w 107"/>
              <a:gd name="T3" fmla="*/ 4 h 64"/>
              <a:gd name="T4" fmla="*/ 0 w 107"/>
              <a:gd name="T5" fmla="*/ 64 h 64"/>
              <a:gd name="T6" fmla="*/ 77 w 107"/>
              <a:gd name="T7" fmla="*/ 64 h 64"/>
              <a:gd name="T8" fmla="*/ 107 w 107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7" h="64">
                <a:moveTo>
                  <a:pt x="107" y="0"/>
                </a:moveTo>
                <a:lnTo>
                  <a:pt x="49" y="4"/>
                </a:lnTo>
                <a:lnTo>
                  <a:pt x="0" y="64"/>
                </a:lnTo>
                <a:lnTo>
                  <a:pt x="77" y="64"/>
                </a:lnTo>
                <a:lnTo>
                  <a:pt x="107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86" name="Freeform 129"/>
          <p:cNvSpPr>
            <a:spLocks/>
          </p:cNvSpPr>
          <p:nvPr/>
        </p:nvSpPr>
        <p:spPr bwMode="auto">
          <a:xfrm>
            <a:off x="7188778" y="1461641"/>
            <a:ext cx="121444" cy="152877"/>
          </a:xfrm>
          <a:custGeom>
            <a:avLst/>
            <a:gdLst>
              <a:gd name="T0" fmla="*/ 61 w 85"/>
              <a:gd name="T1" fmla="*/ 0 h 107"/>
              <a:gd name="T2" fmla="*/ 0 w 85"/>
              <a:gd name="T3" fmla="*/ 42 h 107"/>
              <a:gd name="T4" fmla="*/ 61 w 85"/>
              <a:gd name="T5" fmla="*/ 107 h 107"/>
              <a:gd name="T6" fmla="*/ 85 w 85"/>
              <a:gd name="T7" fmla="*/ 54 h 107"/>
              <a:gd name="T8" fmla="*/ 61 w 85"/>
              <a:gd name="T9" fmla="*/ 0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5" h="107">
                <a:moveTo>
                  <a:pt x="61" y="0"/>
                </a:moveTo>
                <a:lnTo>
                  <a:pt x="0" y="42"/>
                </a:lnTo>
                <a:lnTo>
                  <a:pt x="61" y="107"/>
                </a:lnTo>
                <a:lnTo>
                  <a:pt x="85" y="54"/>
                </a:lnTo>
                <a:lnTo>
                  <a:pt x="61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87" name="Freeform 130"/>
          <p:cNvSpPr>
            <a:spLocks/>
          </p:cNvSpPr>
          <p:nvPr/>
        </p:nvSpPr>
        <p:spPr bwMode="auto">
          <a:xfrm>
            <a:off x="7188778" y="1461641"/>
            <a:ext cx="121444" cy="152877"/>
          </a:xfrm>
          <a:custGeom>
            <a:avLst/>
            <a:gdLst>
              <a:gd name="T0" fmla="*/ 61 w 85"/>
              <a:gd name="T1" fmla="*/ 0 h 107"/>
              <a:gd name="T2" fmla="*/ 0 w 85"/>
              <a:gd name="T3" fmla="*/ 42 h 107"/>
              <a:gd name="T4" fmla="*/ 61 w 85"/>
              <a:gd name="T5" fmla="*/ 107 h 107"/>
              <a:gd name="T6" fmla="*/ 85 w 85"/>
              <a:gd name="T7" fmla="*/ 54 h 107"/>
              <a:gd name="T8" fmla="*/ 61 w 85"/>
              <a:gd name="T9" fmla="*/ 0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5" h="107">
                <a:moveTo>
                  <a:pt x="61" y="0"/>
                </a:moveTo>
                <a:lnTo>
                  <a:pt x="0" y="42"/>
                </a:lnTo>
                <a:lnTo>
                  <a:pt x="61" y="107"/>
                </a:lnTo>
                <a:lnTo>
                  <a:pt x="85" y="54"/>
                </a:lnTo>
                <a:lnTo>
                  <a:pt x="61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88" name="Freeform 131"/>
          <p:cNvSpPr>
            <a:spLocks/>
          </p:cNvSpPr>
          <p:nvPr/>
        </p:nvSpPr>
        <p:spPr bwMode="auto">
          <a:xfrm>
            <a:off x="7140201" y="1373059"/>
            <a:ext cx="111443" cy="88583"/>
          </a:xfrm>
          <a:custGeom>
            <a:avLst/>
            <a:gdLst>
              <a:gd name="T0" fmla="*/ 0 w 78"/>
              <a:gd name="T1" fmla="*/ 0 h 62"/>
              <a:gd name="T2" fmla="*/ 0 w 78"/>
              <a:gd name="T3" fmla="*/ 62 h 62"/>
              <a:gd name="T4" fmla="*/ 78 w 78"/>
              <a:gd name="T5" fmla="*/ 62 h 62"/>
              <a:gd name="T6" fmla="*/ 78 w 78"/>
              <a:gd name="T7" fmla="*/ 16 h 62"/>
              <a:gd name="T8" fmla="*/ 0 w 78"/>
              <a:gd name="T9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" h="62">
                <a:moveTo>
                  <a:pt x="0" y="0"/>
                </a:moveTo>
                <a:lnTo>
                  <a:pt x="0" y="62"/>
                </a:lnTo>
                <a:lnTo>
                  <a:pt x="78" y="62"/>
                </a:lnTo>
                <a:lnTo>
                  <a:pt x="78" y="16"/>
                </a:lnTo>
                <a:lnTo>
                  <a:pt x="0" y="0"/>
                </a:lnTo>
                <a:close/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89" name="Freeform 132"/>
          <p:cNvSpPr>
            <a:spLocks/>
          </p:cNvSpPr>
          <p:nvPr/>
        </p:nvSpPr>
        <p:spPr bwMode="auto">
          <a:xfrm>
            <a:off x="7140201" y="1373059"/>
            <a:ext cx="111443" cy="88583"/>
          </a:xfrm>
          <a:custGeom>
            <a:avLst/>
            <a:gdLst>
              <a:gd name="T0" fmla="*/ 0 w 78"/>
              <a:gd name="T1" fmla="*/ 0 h 62"/>
              <a:gd name="T2" fmla="*/ 0 w 78"/>
              <a:gd name="T3" fmla="*/ 62 h 62"/>
              <a:gd name="T4" fmla="*/ 78 w 78"/>
              <a:gd name="T5" fmla="*/ 62 h 62"/>
              <a:gd name="T6" fmla="*/ 78 w 78"/>
              <a:gd name="T7" fmla="*/ 16 h 62"/>
              <a:gd name="T8" fmla="*/ 0 w 78"/>
              <a:gd name="T9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" h="62">
                <a:moveTo>
                  <a:pt x="0" y="0"/>
                </a:moveTo>
                <a:lnTo>
                  <a:pt x="0" y="62"/>
                </a:lnTo>
                <a:lnTo>
                  <a:pt x="78" y="62"/>
                </a:lnTo>
                <a:lnTo>
                  <a:pt x="78" y="16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0" name="Freeform 133"/>
          <p:cNvSpPr>
            <a:spLocks/>
          </p:cNvSpPr>
          <p:nvPr/>
        </p:nvSpPr>
        <p:spPr bwMode="auto">
          <a:xfrm>
            <a:off x="7444525" y="1557367"/>
            <a:ext cx="115729" cy="145733"/>
          </a:xfrm>
          <a:custGeom>
            <a:avLst/>
            <a:gdLst>
              <a:gd name="T0" fmla="*/ 0 w 81"/>
              <a:gd name="T1" fmla="*/ 0 h 102"/>
              <a:gd name="T2" fmla="*/ 0 w 81"/>
              <a:gd name="T3" fmla="*/ 52 h 102"/>
              <a:gd name="T4" fmla="*/ 39 w 81"/>
              <a:gd name="T5" fmla="*/ 102 h 102"/>
              <a:gd name="T6" fmla="*/ 81 w 81"/>
              <a:gd name="T7" fmla="*/ 62 h 102"/>
              <a:gd name="T8" fmla="*/ 0 w 81"/>
              <a:gd name="T9" fmla="*/ 0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" h="102">
                <a:moveTo>
                  <a:pt x="0" y="0"/>
                </a:moveTo>
                <a:lnTo>
                  <a:pt x="0" y="52"/>
                </a:lnTo>
                <a:lnTo>
                  <a:pt x="39" y="102"/>
                </a:lnTo>
                <a:lnTo>
                  <a:pt x="81" y="62"/>
                </a:lnTo>
                <a:lnTo>
                  <a:pt x="0" y="0"/>
                </a:lnTo>
                <a:close/>
              </a:path>
            </a:pathLst>
          </a:custGeom>
          <a:solidFill>
            <a:srgbClr val="EB9E6F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91" name="Freeform 134"/>
          <p:cNvSpPr>
            <a:spLocks/>
          </p:cNvSpPr>
          <p:nvPr/>
        </p:nvSpPr>
        <p:spPr bwMode="auto">
          <a:xfrm>
            <a:off x="7444525" y="1557367"/>
            <a:ext cx="115729" cy="145733"/>
          </a:xfrm>
          <a:custGeom>
            <a:avLst/>
            <a:gdLst>
              <a:gd name="T0" fmla="*/ 0 w 81"/>
              <a:gd name="T1" fmla="*/ 0 h 102"/>
              <a:gd name="T2" fmla="*/ 0 w 81"/>
              <a:gd name="T3" fmla="*/ 52 h 102"/>
              <a:gd name="T4" fmla="*/ 39 w 81"/>
              <a:gd name="T5" fmla="*/ 102 h 102"/>
              <a:gd name="T6" fmla="*/ 81 w 81"/>
              <a:gd name="T7" fmla="*/ 62 h 102"/>
              <a:gd name="T8" fmla="*/ 0 w 81"/>
              <a:gd name="T9" fmla="*/ 0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" h="102">
                <a:moveTo>
                  <a:pt x="0" y="0"/>
                </a:moveTo>
                <a:lnTo>
                  <a:pt x="0" y="52"/>
                </a:lnTo>
                <a:lnTo>
                  <a:pt x="39" y="102"/>
                </a:lnTo>
                <a:lnTo>
                  <a:pt x="81" y="6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296" tIns="41148" rIns="82296" bIns="4114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2" name="Freeform 136"/>
          <p:cNvSpPr>
            <a:spLocks/>
          </p:cNvSpPr>
          <p:nvPr/>
        </p:nvSpPr>
        <p:spPr bwMode="auto">
          <a:xfrm>
            <a:off x="7353085" y="1283047"/>
            <a:ext cx="131445" cy="92869"/>
          </a:xfrm>
          <a:custGeom>
            <a:avLst/>
            <a:gdLst>
              <a:gd name="T0" fmla="*/ 0 w 92"/>
              <a:gd name="T1" fmla="*/ 0 h 65"/>
              <a:gd name="T2" fmla="*/ 0 w 92"/>
              <a:gd name="T3" fmla="*/ 44 h 65"/>
              <a:gd name="T4" fmla="*/ 46 w 92"/>
              <a:gd name="T5" fmla="*/ 65 h 65"/>
              <a:gd name="T6" fmla="*/ 92 w 92"/>
              <a:gd name="T7" fmla="*/ 16 h 65"/>
              <a:gd name="T8" fmla="*/ 0 w 92"/>
              <a:gd name="T9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2" h="65">
                <a:moveTo>
                  <a:pt x="0" y="0"/>
                </a:moveTo>
                <a:lnTo>
                  <a:pt x="0" y="44"/>
                </a:lnTo>
                <a:lnTo>
                  <a:pt x="46" y="65"/>
                </a:lnTo>
                <a:lnTo>
                  <a:pt x="92" y="16"/>
                </a:lnTo>
                <a:lnTo>
                  <a:pt x="0" y="0"/>
                </a:lnTo>
              </a:path>
            </a:pathLst>
          </a:custGeom>
          <a:solidFill>
            <a:srgbClr val="EAB070"/>
          </a:solidFill>
          <a:ln>
            <a:noFill/>
          </a:ln>
          <a:effectLst>
            <a:glow rad="101600">
              <a:schemeClr val="accent6">
                <a:satMod val="175000"/>
                <a:alpha val="15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493" name="Picture 7" descr="E:\字光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72" b="24538"/>
          <a:stretch>
            <a:fillRect/>
          </a:stretch>
        </p:blipFill>
        <p:spPr bwMode="auto">
          <a:xfrm>
            <a:off x="-288925" y="2281238"/>
            <a:ext cx="972185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4" name="TextBox 493"/>
          <p:cNvSpPr txBox="1">
            <a:spLocks noChangeArrowheads="1"/>
          </p:cNvSpPr>
          <p:nvPr/>
        </p:nvSpPr>
        <p:spPr bwMode="auto">
          <a:xfrm>
            <a:off x="683568" y="778614"/>
            <a:ext cx="7488832" cy="273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 smtClean="0">
                <a:ea typeface="华文隶书" pitchFamily="2" charset="-122"/>
              </a:rPr>
              <a:t>基于</a:t>
            </a:r>
            <a:r>
              <a:rPr lang="en-US" altLang="zh-CN" sz="3600" dirty="0">
                <a:ea typeface="华文隶书" pitchFamily="2" charset="-122"/>
              </a:rPr>
              <a:t>WIFI</a:t>
            </a:r>
            <a:r>
              <a:rPr lang="zh-CN" altLang="en-US" sz="3600" dirty="0">
                <a:ea typeface="华文隶书" pitchFamily="2" charset="-122"/>
              </a:rPr>
              <a:t>探针的商业大数据分析技术</a:t>
            </a:r>
          </a:p>
          <a:p>
            <a:pPr algn="ctr">
              <a:defRPr/>
            </a:pPr>
            <a:endParaRPr lang="en-US" altLang="zh-CN" sz="3200" dirty="0" smtClean="0"/>
          </a:p>
          <a:p>
            <a:pPr algn="ctr">
              <a:defRPr/>
            </a:pPr>
            <a:endParaRPr lang="en-US" altLang="zh-CN" sz="3200" b="1" i="1" dirty="0" smtClean="0">
              <a:solidFill>
                <a:prstClr val="black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Bodoni MT Black" pitchFamily="18" charset="0"/>
              <a:ea typeface="华文新魏" pitchFamily="2" charset="-122"/>
            </a:endParaRPr>
          </a:p>
          <a:p>
            <a:pPr algn="ctr"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                              </a:t>
            </a:r>
          </a:p>
          <a:p>
            <a:pPr algn="ctr">
              <a:defRPr/>
            </a:pPr>
            <a:r>
              <a:rPr lang="zh-CN" altLang="en-US" sz="2400" b="1" dirty="0" smtClean="0">
                <a:solidFill>
                  <a:srgbClr val="FF0000"/>
                </a:solidFill>
              </a:rPr>
              <a:t>                                                        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pPr algn="ctr"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                                                     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团队名称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：笔架山老司机</a:t>
            </a:r>
            <a:endParaRPr lang="en-US" altLang="zh-CN" sz="2000" dirty="0">
              <a:ln w="10541" cmpd="sng">
                <a:solidFill>
                  <a:srgbClr val="1F497D"/>
                </a:solidFill>
                <a:prstDash val="solid"/>
              </a:ln>
              <a:solidFill>
                <a:prstClr val="black"/>
              </a:solidFill>
              <a:effectLst>
                <a:reflection blurRad="6350" stA="55000" endA="300" endPos="45500" dir="5400000" sy="-100000" algn="bl" rotWithShape="0"/>
              </a:effectLst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95" name="图片 49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04" y="2643758"/>
            <a:ext cx="1858323" cy="1486659"/>
          </a:xfrm>
          <a:custGeom>
            <a:avLst/>
            <a:gdLst>
              <a:gd name="connsiteX0" fmla="*/ 2379437 w 4758874"/>
              <a:gd name="connsiteY0" fmla="*/ 0 h 4758874"/>
              <a:gd name="connsiteX1" fmla="*/ 4758874 w 4758874"/>
              <a:gd name="connsiteY1" fmla="*/ 2379437 h 4758874"/>
              <a:gd name="connsiteX2" fmla="*/ 2379437 w 4758874"/>
              <a:gd name="connsiteY2" fmla="*/ 4758874 h 4758874"/>
              <a:gd name="connsiteX3" fmla="*/ 0 w 4758874"/>
              <a:gd name="connsiteY3" fmla="*/ 2379437 h 4758874"/>
              <a:gd name="connsiteX4" fmla="*/ 2379437 w 4758874"/>
              <a:gd name="connsiteY4" fmla="*/ 0 h 4758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8874" h="4758874">
                <a:moveTo>
                  <a:pt x="2379437" y="0"/>
                </a:moveTo>
                <a:cubicBezTo>
                  <a:pt x="3693564" y="0"/>
                  <a:pt x="4758874" y="1065310"/>
                  <a:pt x="4758874" y="2379437"/>
                </a:cubicBezTo>
                <a:cubicBezTo>
                  <a:pt x="4758874" y="3693564"/>
                  <a:pt x="3693564" y="4758874"/>
                  <a:pt x="2379437" y="4758874"/>
                </a:cubicBezTo>
                <a:cubicBezTo>
                  <a:pt x="1065310" y="4758874"/>
                  <a:pt x="0" y="3693564"/>
                  <a:pt x="0" y="2379437"/>
                </a:cubicBezTo>
                <a:cubicBezTo>
                  <a:pt x="0" y="1065310"/>
                  <a:pt x="1065310" y="0"/>
                  <a:pt x="2379437" y="0"/>
                </a:cubicBezTo>
                <a:close/>
              </a:path>
            </a:pathLst>
          </a:cu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34905041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repeatCount="12000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1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22000" autoRev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12" dur="20" fill="hold"/>
                                        <p:tgtEl>
                                          <p:spTgt spid="493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0.00031 C -0.00226 -0.00709 -0.00451 -0.0145 -0.01302 -0.0179 C -0.02153 -0.02191 -0.0434 -0.02129 -0.05139 -0.02191 " pathEditMode="relative" rAng="0" ptsTypes="aaa">
                                      <p:cBhvr>
                                        <p:cTn id="23" dur="500" spd="-1000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9" y="-1111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42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05556E-6 1.11111E-6 L 0.01788 -0.00062 " pathEditMode="relative" rAng="0" ptsTypes="AA">
                                      <p:cBhvr>
                                        <p:cTn id="27" dur="30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5" y="-3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29" dur="32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19" presetClass="entr" presetSubtype="1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2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2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.01788 -0.00061 C 0.03316 0.01173 0.04843 0.02439 0.09132 0.01328 C 0.13402 0.00216 0.2085 -0.07746 0.27552 -0.06728 C 0.34288 -0.05709 0.38958 0.06976 0.49427 0.07439 C 0.59913 0.07902 0.80781 -0.02376 0.90521 -0.0395 C 1.0026 -0.05524 1.04062 -0.03765 1.07864 -0.02006 " pathEditMode="relative" rAng="0" ptsTypes="aaaaaA">
                                      <p:cBhvr>
                                        <p:cTn id="35" dur="20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038" y="123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9" presetClass="entr" presetSubtype="1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8" presetClass="emph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21600000">
                                      <p:cBhvr>
                                        <p:cTn id="41" dur="2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" presetID="45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0.00018 0.0003 C -0.00434 -0.00309 -0.01459 -0.01605 -0.02396 -0.01945 C -0.03334 -0.02284 -0.05 -0.01945 -0.05695 -0.01945 " pathEditMode="relative" rAng="0" ptsTypes="aaa">
                                      <p:cBhvr>
                                        <p:cTn id="48" dur="500" spd="-1000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47" y="-1173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50" dur="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42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2.77778E-6 3.08642E-6 L 0.02326 3.08642E-6 " pathEditMode="relative" rAng="0" ptsTypes="AA">
                                      <p:cBhvr>
                                        <p:cTn id="52" dur="30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3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9" presetClass="entr" presetSubtype="1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2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2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21600000">
                                      <p:cBhvr>
                                        <p:cTn id="58" dur="32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0" presetClass="path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.02326 4.44444E-6 C 0.08142 0.04907 0.13941 0.09814 0.21493 0.09259 C 0.29028 0.08703 0.3849 -0.04013 0.47535 -0.03334 C 0.56563 -0.02655 0.67726 0.12222 0.7566 0.13333 C 0.83576 0.14444 0.89549 0.04567 0.95017 0.03333 C 1.00521 0.02098 1.04531 0.04012 1.08559 0.05925 " pathEditMode="relative" rAng="0" ptsTypes="aaaaaA">
                                      <p:cBhvr>
                                        <p:cTn id="60" dur="20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08" y="5216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9" presetClass="entr" presetSubtype="1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8" presetClass="emph" presetSubtype="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animRot by="21600000">
                                      <p:cBhvr>
                                        <p:cTn id="66" dur="2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45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0.07674 -0.00308 C -0.06667 -0.00031 -0.05729 0.00278 -0.04653 0.00371 C -0.03577 0.00463 -0.01962 0.00371 -0.01181 0.00309 C -0.004 0.00247 -0.00209 0.00124 2.5E-6 -1.85185E-6 " pathEditMode="relative" rAng="0" ptsTypes="aaaA">
                                      <p:cBhvr>
                                        <p:cTn id="73" dur="5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37" y="370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8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21600000">
                                      <p:cBhvr>
                                        <p:cTn id="75" dur="5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" presetID="42" presetClass="pat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77" dur="30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9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32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2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83" dur="32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" presetID="0" presetClass="path" presetSubtype="0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85" dur="20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9" presetClass="entr" presetSubtype="1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25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5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8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Rot by="21600000">
                                      <p:cBhvr>
                                        <p:cTn id="91" dur="25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6.17284E-7 C -0.00434 0.00185 -0.00955 0.01111 -0.02604 0.01204 C -0.04254 0.01296 -0.08386 0.0071 -0.09896 0.00586 " pathEditMode="relative" rAng="0" ptsTypes="aaa">
                                      <p:cBhvr>
                                        <p:cTn id="98" dur="500" spd="-1000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48" y="648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0" dur="5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42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05556E-6 1.11111E-6 L 0.01788 -0.00062 " pathEditMode="relative" rAng="0" ptsTypes="AA">
                                      <p:cBhvr>
                                        <p:cTn id="102" dur="30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5" y="-31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04" dur="32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" presetID="19" presetClass="entr" presetSubtype="1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32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2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0" presetClass="path" presetSubtype="0" accel="50000" decel="5000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.01788 -0.00061 C 0.03316 0.01173 0.04843 0.02439 0.09132 0.01328 C 0.13402 0.00216 0.2085 -0.07746 0.27552 -0.06728 C 0.34288 -0.05709 0.38958 0.06976 0.49427 0.07439 C 0.59913 0.07902 0.80781 -0.02376 0.90521 -0.0395 C 1.0026 -0.05524 1.04062 -0.03765 1.07864 -0.02006 " pathEditMode="relative" rAng="0" ptsTypes="aaaaaA">
                                      <p:cBhvr>
                                        <p:cTn id="110" dur="20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038" y="123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19" presetClass="entr" presetSubtype="1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25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25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8" presetClass="emph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21600000">
                                      <p:cBhvr>
                                        <p:cTn id="116" dur="25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0.11389 -0.02531 C -0.10347 -0.02593 -0.06736 -0.03087 -0.05104 -0.02932 C -0.03472 -0.02778 -0.02465 -0.0213 -0.01615 -0.01636 C -0.00764 -0.01142 -0.0033 -0.0034 1.11111E-6 3.95062E-6 " pathEditMode="relative" rAng="0" ptsTypes="aaaa">
                                      <p:cBhvr>
                                        <p:cTn id="123" dur="5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94" y="988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8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21600000">
                                      <p:cBhvr>
                                        <p:cTn id="125" dur="5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" presetID="42" presetClass="pat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27" dur="30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19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32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32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33" dur="32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4" presetID="0" presetClass="path" presetSubtype="0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35" dur="20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19" presetClass="entr" presetSubtype="1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25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25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8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Rot by="21600000">
                                      <p:cBhvr>
                                        <p:cTn id="141" dur="25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247 -0.01883 C -0.11788 -0.01914 -0.06354 -0.02161 -0.04462 -0.02068 C -0.02587 -0.01975 -0.02743 -0.01667 -0.01997 -0.01327 C -0.0125 -0.00988 -0.00417 -0.00278 2.5E-6 3.7037E-7 " pathEditMode="relative" rAng="0" ptsTypes="aaaa">
                                      <p:cBhvr>
                                        <p:cTn id="148" dur="5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15" y="802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0" dur="5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" presetID="42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52" dur="30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19" presetClass="entr" presetSubtype="1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32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2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58" dur="32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" presetID="0" presetClass="path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.025 3.7037E-7 C 0.04166 0.00833 0.075 0.05772 0.12552 0.05093 C 0.17604 0.04414 0.25503 -0.0321 0.32864 -0.04167 C 0.40225 -0.05123 0.4658 0.00154 0.56719 -0.00648 C 0.66857 -0.01451 0.85989 -0.07253 0.93698 -0.08982 " pathEditMode="relative" rAng="0" ptsTypes="aaaaa">
                                      <p:cBhvr>
                                        <p:cTn id="160" dur="20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590" y="-1605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19" presetClass="entr" presetSubtype="1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25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25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8" presetClass="emph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21600000">
                                      <p:cBhvr>
                                        <p:cTn id="166" dur="25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" presetID="45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0.00018 0.0003 C -0.00781 0.00524 -0.02535 0.02654 -0.04636 0.03024 C -0.06736 0.03395 -0.10938 0.02438 -0.12587 0.02283 " pathEditMode="relative" rAng="0" ptsTypes="aaa">
                                      <p:cBhvr>
                                        <p:cTn id="173" dur="500" spd="-1000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5" y="1667"/>
                                    </p:animMotion>
                                  </p:childTnLst>
                                </p:cTn>
                              </p:par>
                              <p:par>
                                <p:cTn id="174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75" dur="5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" presetID="42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2.77778E-6 3.08642E-6 L 0.02326 3.08642E-6 " pathEditMode="relative" rAng="0" ptsTypes="AA">
                                      <p:cBhvr>
                                        <p:cTn id="177" dur="30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3" y="0"/>
                                    </p:animMotion>
                                  </p:childTnLst>
                                </p:cTn>
                              </p:par>
                              <p:par>
                                <p:cTn id="178" presetID="19" presetClass="entr" presetSubtype="1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32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32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8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183" dur="32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4" presetID="0" presetClass="path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.02326 4.44444E-6 C 0.08142 0.04907 0.13941 0.09814 0.21493 0.09259 C 0.29028 0.08703 0.3849 -0.04013 0.47535 -0.03334 C 0.56563 -0.02655 0.67726 0.12222 0.7566 0.13333 C 0.83576 0.14444 0.89549 0.04567 0.95017 0.03333 C 1.00521 0.02098 1.04531 0.04012 1.08559 0.05925 " pathEditMode="relative" rAng="0" ptsTypes="aaaaaA">
                                      <p:cBhvr>
                                        <p:cTn id="185" dur="20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08" y="5216"/>
                                    </p:animMotion>
                                  </p:childTnLst>
                                </p:cTn>
                              </p:par>
                              <p:par>
                                <p:cTn id="186" presetID="19" presetClass="entr" presetSubtype="1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25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25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8" presetClass="emph" presetSubtype="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animRot by="21600000">
                                      <p:cBhvr>
                                        <p:cTn id="191" dur="25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2" presetID="45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0.15156 0.03426 C -0.13854 0.03457 -0.09427 0.03828 -0.07309 0.03611 C -0.05191 0.03395 -0.03697 0.02778 -0.02482 0.02161 C -0.01267 0.01544 -0.00572 0.00463 -0.00069 -3.7037E-6 " pathEditMode="relative" rAng="0" ptsTypes="aaaa">
                                      <p:cBhvr>
                                        <p:cTn id="198" dur="5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35" y="-1512"/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8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21600000">
                                      <p:cBhvr>
                                        <p:cTn id="200" dur="5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1" presetID="42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202" dur="3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203" presetID="19" presetClass="entr" presetSubtype="1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32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32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8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208" dur="32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9" presetID="0" presetClass="path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210" dur="2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211" presetID="19" presetClass="entr" presetSubtype="1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25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25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8" presetClass="emph" presetSubtype="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animRot by="21600000">
                                      <p:cBhvr>
                                        <p:cTn id="216" dur="25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7" presetID="4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8646 0.08858 C -0.16927 0.08951 -0.10972 0.09938 -0.08368 0.09475 C -0.05764 0.09012 -0.04445 0.07654 -0.03056 0.0608 C -0.01667 0.04506 -0.00695 0.01265 -0.0007 4.93827E-7 " pathEditMode="relative" rAng="0" ptsTypes="aaaa">
                                      <p:cBhvr>
                                        <p:cTn id="223" dur="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88" y="-3889"/>
                                    </p:animMotion>
                                  </p:childTnLst>
                                </p:cTn>
                              </p:par>
                              <p:par>
                                <p:cTn id="224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225" dur="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6" presetID="42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227" dur="30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228" presetID="19" presetClass="entr" presetSubtype="1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32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32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8" presetClass="emp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21600000">
                                      <p:cBhvr>
                                        <p:cTn id="233" dur="32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4" presetID="0" presetClass="path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235" dur="20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236" presetID="19" presetClass="entr" presetSubtype="1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2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2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8" presetClass="emph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Rot by="21600000">
                                      <p:cBhvr>
                                        <p:cTn id="241" dur="2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" presetID="45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0.00018 0.0003 C -0.01111 4.07407E-6 -0.03507 0.00123 -0.06563 -0.00093 C -0.09618 -0.00309 -0.15903 -0.00988 -0.18368 -0.01204 " pathEditMode="relative" rAng="0" ptsTypes="aaa">
                                      <p:cBhvr>
                                        <p:cTn id="248" dur="500" spd="-1000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84" y="-586"/>
                                    </p:animMotion>
                                  </p:childTnLst>
                                </p:cTn>
                              </p:par>
                              <p:par>
                                <p:cTn id="249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250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1" presetID="42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2.77778E-6 3.08642E-6 L 0.02326 3.08642E-6 " pathEditMode="relative" rAng="0" ptsTypes="AA">
                                      <p:cBhvr>
                                        <p:cTn id="252" dur="30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3" y="0"/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19" presetClass="entr" presetSubtype="1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32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32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8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258" dur="32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9" presetID="0" presetClass="path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.02326 4.44444E-6 C 0.08142 0.04907 0.13941 0.09814 0.21493 0.09259 C 0.29028 0.08703 0.3849 -0.04013 0.47535 -0.03334 C 0.56563 -0.02655 0.67726 0.12222 0.7566 0.13333 C 0.83576 0.14444 0.89549 0.04567 0.95017 0.03333 C 1.00521 0.02098 1.04531 0.04012 1.08559 0.05925 " pathEditMode="relative" rAng="0" ptsTypes="aaaaaA">
                                      <p:cBhvr>
                                        <p:cTn id="260" dur="20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08" y="5216"/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19" presetClass="entr" presetSubtype="1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3" dur="2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2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8" presetClass="emph" presetSubtype="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animRot by="21600000">
                                      <p:cBhvr>
                                        <p:cTn id="266" dur="2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0.00031 C -0.00694 -0.00339 -0.01076 -0.01636 -0.04166 -0.02284 C -0.07256 -0.02932 -0.15572 -0.03518 -0.18576 -0.03827 " pathEditMode="relative" rAng="0" ptsTypes="aaa">
                                      <p:cBhvr>
                                        <p:cTn id="273" dur="500" spd="-1000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88" y="-1944"/>
                                    </p:animMotion>
                                  </p:childTnLst>
                                </p:cTn>
                              </p:par>
                              <p:par>
                                <p:cTn id="27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75" dur="5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6" presetID="42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05556E-6 1.11111E-6 L 0.01788 -0.00062 " pathEditMode="relative" rAng="0" ptsTypes="AA">
                                      <p:cBhvr>
                                        <p:cTn id="277" dur="30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5" y="-31"/>
                                    </p:animMotion>
                                  </p:childTnLst>
                                </p:cTn>
                              </p:par>
                              <p:par>
                                <p:cTn id="278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279" dur="32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0" presetID="19" presetClass="entr" presetSubtype="1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32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32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presetID="0" presetClass="path" presetSubtype="0" accel="50000" decel="5000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.01788 -0.00061 C 0.03316 0.01173 0.04843 0.02439 0.09132 0.01328 C 0.13402 0.00216 0.2085 -0.07746 0.27552 -0.06728 C 0.34288 -0.05709 0.38958 0.06976 0.49427 0.07439 C 0.59913 0.07902 0.80781 -0.02376 0.90521 -0.0395 C 1.0026 -0.05524 1.04062 -0.03765 1.07864 -0.02006 " pathEditMode="relative" rAng="0" ptsTypes="aaaaaA">
                                      <p:cBhvr>
                                        <p:cTn id="285" dur="20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038" y="123"/>
                                    </p:animMotion>
                                  </p:childTnLst>
                                </p:cTn>
                              </p:par>
                              <p:par>
                                <p:cTn id="286" presetID="19" presetClass="entr" presetSubtype="1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8" dur="25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25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0" presetID="8" presetClass="emph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21600000">
                                      <p:cBhvr>
                                        <p:cTn id="291" dur="25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2" presetID="4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21146 0.01728 C -0.19097 0.0182 -0.11493 0.02222 -0.08663 0.02222 C -0.05834 0.02222 -0.0566 0.02098 -0.04202 0.01728 C -0.02761 0.01358 -0.00868 0.0037 2.77778E-6 4.93827E-6 " pathEditMode="relative" rAng="0" ptsTypes="aaaa">
                                      <p:cBhvr>
                                        <p:cTn id="298" dur="5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73" y="-617"/>
                                    </p:animMotion>
                                  </p:childTnLst>
                                </p:cTn>
                              </p:par>
                              <p:par>
                                <p:cTn id="299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00" dur="5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1" presetID="42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302" dur="30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303" presetID="19" presetClass="entr" presetSubtype="1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5" dur="32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32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8" presetClass="emp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21600000">
                                      <p:cBhvr>
                                        <p:cTn id="308" dur="32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9" presetID="0" presetClass="path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.025 3.7037E-7 C 0.04166 0.00833 0.075 0.05772 0.12552 0.05093 C 0.17604 0.04414 0.25503 -0.0321 0.32864 -0.04167 C 0.40225 -0.05123 0.4658 0.00154 0.56719 -0.00648 C 0.66857 -0.01451 0.85989 -0.07253 0.93698 -0.08982 " pathEditMode="relative" rAng="0" ptsTypes="aaaaa">
                                      <p:cBhvr>
                                        <p:cTn id="310" dur="20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590" y="-1605"/>
                                    </p:animMotion>
                                  </p:childTnLst>
                                </p:cTn>
                              </p:par>
                              <p:par>
                                <p:cTn id="311" presetID="19" presetClass="entr" presetSubtype="1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3" dur="25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25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8" presetClass="emph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Rot by="21600000">
                                      <p:cBhvr>
                                        <p:cTn id="316" dur="25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7" presetID="45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0"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0" presetClass="path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animMotion origin="layout" path="M -0.20295 0.07716 C -0.18299 0.07624 -0.11059 0.07778 -0.08212 0.07191 C -0.05382 0.06605 -0.04531 0.05309 -0.03194 0.04105 C -0.01823 0.02901 -0.00712 0.00864 -0.00069 -8.64198E-7 " pathEditMode="relative" rAng="0" ptsTypes="aaaa">
                                      <p:cBhvr>
                                        <p:cTn id="323"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04" y="-3827"/>
                                    </p:animMotion>
                                  </p:childTnLst>
                                </p:cTn>
                              </p:par>
                              <p:par>
                                <p:cTn id="324" presetID="8" presetClass="emph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animRot by="21600000">
                                      <p:cBhvr>
                                        <p:cTn id="325"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6" presetID="42" presetClass="path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327" dur="3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328" presetID="19" presetClass="entr" presetSubtype="1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0" dur="32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32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presetID="8" presetClass="emph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animRot by="21600000">
                                      <p:cBhvr>
                                        <p:cTn id="333" dur="32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4" presetID="0" presetClass="path" presetSubtype="0" fill="hold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335" dur="2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336" presetID="19" presetClass="entr" presetSubtype="10" fill="hold" nodeType="withEffect">
                                  <p:stCondLst>
                                    <p:cond delay="355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8" dur="2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2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0" presetID="8" presetClass="emph" presetSubtype="0" fill="hold" nodeType="withEffect">
                                  <p:stCondLst>
                                    <p:cond delay="3550"/>
                                  </p:stCondLst>
                                  <p:childTnLst>
                                    <p:animRot by="21600000">
                                      <p:cBhvr>
                                        <p:cTn id="341" dur="2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2" presetID="45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5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21042 -0.0895 C -0.18837 -0.08734 -0.10886 -0.08333 -0.07761 -0.07654 C -0.04636 -0.06975 -0.03577 -0.06142 -0.02292 -0.04876 C -0.01007 -0.03611 -0.00468 -0.01018 5E-6 -4.32099E-6 " pathEditMode="relative" rAng="0" ptsTypes="aaaa">
                                      <p:cBhvr>
                                        <p:cTn id="348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21" y="4475"/>
                                    </p:animMotion>
                                  </p:childTnLst>
                                </p:cTn>
                              </p:par>
                              <p:par>
                                <p:cTn id="349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21600000">
                                      <p:cBhvr>
                                        <p:cTn id="350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1" presetID="42" presetClass="pat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352" dur="30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353" presetID="19" presetClass="entr" presetSubtype="1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5" dur="32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32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8" presetClass="emp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58" dur="32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9" presetID="0" presetClass="path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360" dur="20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361" presetID="19" presetClass="entr" presetSubtype="1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3" dur="2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2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5" presetID="8" presetClass="emph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animRot by="21600000">
                                      <p:cBhvr>
                                        <p:cTn id="366" dur="2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7" presetID="45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0" dur="5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2" presetID="0" presetClass="path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-0.00017 0.00031 C -0.01163 -0.0034 -0.03194 -0.01667 -0.06909 -0.02253 C -0.10625 -0.0284 -0.19114 -0.0321 -0.22326 -0.03457 " pathEditMode="relative" rAng="0" ptsTypes="aaa">
                                      <p:cBhvr>
                                        <p:cTn id="373" dur="500" spd="-1000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63" y="-1759"/>
                                    </p:animMotion>
                                  </p:childTnLst>
                                </p:cTn>
                              </p:par>
                              <p:par>
                                <p:cTn id="374" presetID="8" presetClass="emph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Rot by="21600000">
                                      <p:cBhvr>
                                        <p:cTn id="375" dur="5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6" presetID="42" presetClass="pat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2.77778E-6 3.08642E-6 L 0.02326 3.08642E-6 " pathEditMode="relative" rAng="0" ptsTypes="AA">
                                      <p:cBhvr>
                                        <p:cTn id="377" dur="30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3" y="0"/>
                                    </p:animMotion>
                                  </p:childTnLst>
                                </p:cTn>
                              </p:par>
                              <p:par>
                                <p:cTn id="378" presetID="19" presetClass="entr" presetSubtype="1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0" dur="32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32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2" presetID="8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383" dur="32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4" presetID="0" presetClass="path" presetSubtype="0" fill="hold" nodeType="withEffect">
                                  <p:stCondLst>
                                    <p:cond delay="3950"/>
                                  </p:stCondLst>
                                  <p:childTnLst>
                                    <p:animMotion origin="layout" path="M 0.02326 4.44444E-6 C 0.08142 0.04907 0.13941 0.09814 0.21493 0.09259 C 0.29028 0.08703 0.3849 -0.04013 0.47535 -0.03334 C 0.56563 -0.02655 0.67726 0.12222 0.7566 0.13333 C 0.83576 0.14444 0.89549 0.04567 0.95017 0.03333 C 1.00521 0.02098 1.04531 0.04012 1.08559 0.05925 " pathEditMode="relative" rAng="0" ptsTypes="aaaaaA">
                                      <p:cBhvr>
                                        <p:cTn id="385" dur="20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08" y="5216"/>
                                    </p:animMotion>
                                  </p:childTnLst>
                                </p:cTn>
                              </p:par>
                              <p:par>
                                <p:cTn id="386" presetID="19" presetClass="entr" presetSubtype="10" fill="hold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8" dur="25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25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8" presetClass="emph" presetSubtype="0" fill="hold" nodeType="withEffect">
                                  <p:stCondLst>
                                    <p:cond delay="3450"/>
                                  </p:stCondLst>
                                  <p:childTnLst>
                                    <p:animRot by="21600000">
                                      <p:cBhvr>
                                        <p:cTn id="391" dur="25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2" presetID="45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5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0" presetClass="path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animMotion origin="layout" path="M -0.24914 0.04321 C -0.22396 0.04445 -0.13282 0.05216 -0.09757 0.05155 C -0.06233 0.05093 -0.0533 0.04815 -0.03716 0.03951 C -0.02118 0.03087 -0.00834 0.00834 -0.0007 -1.97531E-6 " pathEditMode="relative" rAng="0" ptsTypes="aaaa">
                                      <p:cBhvr>
                                        <p:cTn id="398" dur="5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13" y="-1728"/>
                                    </p:animMotion>
                                  </p:childTnLst>
                                </p:cTn>
                              </p:par>
                              <p:par>
                                <p:cTn id="399" presetID="8" presetClass="emph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animRot by="21600000">
                                      <p:cBhvr>
                                        <p:cTn id="400" dur="5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1" presetID="42" presetClass="path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402" dur="30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403" presetID="19" presetClass="entr" presetSubtype="1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5" dur="32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" dur="32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7" presetID="8" presetClass="emph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animRot by="21600000">
                                      <p:cBhvr>
                                        <p:cTn id="408" dur="32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9" presetID="0" presetClass="path" presetSubtype="0" fill="hold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410" dur="20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411" presetID="19" presetClass="entr" presetSubtype="10" fill="hold" nodeType="withEffect">
                                  <p:stCondLst>
                                    <p:cond delay="355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25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25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5" presetID="8" presetClass="emph" presetSubtype="0" fill="hold" nodeType="withEffect">
                                  <p:stCondLst>
                                    <p:cond delay="3550"/>
                                  </p:stCondLst>
                                  <p:childTnLst>
                                    <p:animRot by="21600000">
                                      <p:cBhvr>
                                        <p:cTn id="416" dur="25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7" presetID="45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0" dur="5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5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2" presetID="0" presetClass="pat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Motion origin="layout" path="M -0.00018 0.00031 C -0.01164 -0.0034 -0.02223 -0.0179 -0.0691 -0.02253 C -0.11598 -0.02716 -0.23733 -0.02593 -0.2816 -0.02685 " pathEditMode="relative" rAng="0" ptsTypes="aaa">
                                      <p:cBhvr>
                                        <p:cTn id="423" dur="500" spd="-1000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80" y="-1389"/>
                                    </p:animMotion>
                                  </p:childTnLst>
                                </p:cTn>
                              </p:par>
                              <p:par>
                                <p:cTn id="424" presetID="8" presetClass="emp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Rot by="21600000">
                                      <p:cBhvr>
                                        <p:cTn id="425" dur="5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6" presetID="42" presetClass="path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2.77778E-6 3.08642E-6 L 0.02326 3.08642E-6 " pathEditMode="relative" rAng="0" ptsTypes="AA">
                                      <p:cBhvr>
                                        <p:cTn id="427" dur="30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3" y="0"/>
                                    </p:animMotion>
                                  </p:childTnLst>
                                </p:cTn>
                              </p:par>
                              <p:par>
                                <p:cTn id="428" presetID="19" presetClass="entr" presetSubtype="1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0" dur="32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32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8" presetClass="emph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animRot by="21600000">
                                      <p:cBhvr>
                                        <p:cTn id="433" dur="32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4" presetID="0" presetClass="path" presetSubtype="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animMotion origin="layout" path="M 0.02326 4.44444E-6 C 0.08142 0.04907 0.13941 0.09814 0.21493 0.09259 C 0.29028 0.08703 0.3849 -0.04013 0.47535 -0.03334 C 0.56563 -0.02655 0.67726 0.12222 0.7566 0.13333 C 0.83576 0.14444 0.89549 0.04567 0.95017 0.03333 C 1.00521 0.02098 1.04531 0.04012 1.08559 0.05925 " pathEditMode="relative" rAng="0" ptsTypes="aaaaaA">
                                      <p:cBhvr>
                                        <p:cTn id="435" dur="20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08" y="5216"/>
                                    </p:animMotion>
                                  </p:childTnLst>
                                </p:cTn>
                              </p:par>
                              <p:par>
                                <p:cTn id="436" presetID="19" presetClass="entr" presetSubtype="1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8" dur="25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9" dur="25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0" presetID="8" presetClass="emph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animRot by="21600000">
                                      <p:cBhvr>
                                        <p:cTn id="441" dur="25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2" presetID="45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4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5" dur="5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6" dur="5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7" presetID="0" presetClass="pat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28333 -0.00401 C -0.25104 -0.00741 -0.1309 -0.0216 -0.08923 -0.02376 C -0.04774 -0.02592 -0.04913 -0.02037 -0.03437 -0.01636 C -0.01961 -0.01234 -0.00763 -0.00339 -0.00069 -2.09877E-6 " pathEditMode="relative" rAng="0" ptsTypes="aaaa">
                                      <p:cBhvr>
                                        <p:cTn id="448" dur="5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32" y="-895"/>
                                    </p:animMotion>
                                  </p:childTnLst>
                                </p:cTn>
                              </p:par>
                              <p:par>
                                <p:cTn id="449" presetID="8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450" dur="5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1" presetID="42" presetClass="pat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452" dur="30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453" presetID="19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32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32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7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458" dur="32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9" presetID="0" presetClass="path" presetSubtype="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460" dur="20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461" presetID="19" presetClass="entr" presetSubtype="10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3" dur="25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4" dur="25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5" presetID="8" presetClass="emph" presetSubtype="0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animRot by="21600000">
                                      <p:cBhvr>
                                        <p:cTn id="466" dur="25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7" presetID="45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-0.29167 0.04074 C -0.25851 0.04074 -0.13507 0.0429 -0.09271 0.04043 C -0.05035 0.03796 -0.05243 0.03364 -0.03715 0.02685 C -0.02187 0.02006 -0.00833 0.00556 -0.00069 -1.48148E-6 " pathEditMode="relative" rAng="0" ptsTypes="aaaa">
                                      <p:cBhvr>
                                        <p:cTn id="473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49" y="-1944"/>
                                    </p:animMotion>
                                  </p:childTnLst>
                                </p:cTn>
                              </p:par>
                              <p:par>
                                <p:cTn id="474" presetID="8" presetClass="emp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Rot by="21600000">
                                      <p:cBhvr>
                                        <p:cTn id="475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6" presetID="42" presetClass="pat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477" dur="30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478" presetID="19" presetClass="entr" presetSubtype="1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0" dur="32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1" dur="32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2" presetID="8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483" dur="32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4" presetID="0" presetClass="path" presetSubtype="0" fill="hold" nodeType="withEffect">
                                  <p:stCondLst>
                                    <p:cond delay="39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485" dur="20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486" presetID="19" presetClass="entr" presetSubtype="10" fill="hold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8" dur="2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9" dur="2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0" presetID="8" presetClass="emph" presetSubtype="0" fill="hold" nodeType="withEffect">
                                  <p:stCondLst>
                                    <p:cond delay="3450"/>
                                  </p:stCondLst>
                                  <p:childTnLst>
                                    <p:animRot by="21600000">
                                      <p:cBhvr>
                                        <p:cTn id="491" dur="2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2" presetID="45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4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5" dur="5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6" dur="5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7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29167 0.04074 C -0.25851 0.04074 -0.13507 0.0429 -0.09271 0.04043 C -0.05035 0.03796 -0.05243 0.03364 -0.03715 0.02685 C -0.02187 0.02006 -0.00833 0.00556 -0.00069 -1.48148E-6 " pathEditMode="relative" rAng="0" ptsTypes="aaaa">
                                      <p:cBhvr>
                                        <p:cTn id="498" dur="5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49" y="-1944"/>
                                    </p:animMotion>
                                  </p:childTnLst>
                                </p:cTn>
                              </p:par>
                              <p:par>
                                <p:cTn id="499" presetID="8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500" dur="5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1" presetID="42" presetClass="path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502" dur="30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503" presetID="19" presetClass="entr" presetSubtype="1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5" dur="32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6" dur="32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7" presetID="8" presetClass="emph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animRot by="21600000">
                                      <p:cBhvr>
                                        <p:cTn id="508" dur="32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9" presetID="0" presetClass="path" presetSubtype="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510" dur="20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511" presetID="19" presetClass="entr" presetSubtype="1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25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25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5" presetID="8" presetClass="emph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animRot by="21600000">
                                      <p:cBhvr>
                                        <p:cTn id="516" dur="25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7" presetID="45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0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1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2" presetID="0" presetClass="path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-0.00017 0.00031 C -0.0125 -0.00741 -0.02326 -0.03735 -0.07465 -0.0466 C -0.12604 -0.05586 -0.2599 -0.05339 -0.30868 -0.05525 " pathEditMode="relative" rAng="0" ptsTypes="aaa">
                                      <p:cBhvr>
                                        <p:cTn id="523" dur="500" spd="-1000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34" y="-2809"/>
                                    </p:animMotion>
                                  </p:childTnLst>
                                </p:cTn>
                              </p:par>
                              <p:par>
                                <p:cTn id="524" presetID="8" presetClass="emph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Rot by="21600000">
                                      <p:cBhvr>
                                        <p:cTn id="525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6" presetID="42" presetClass="pat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2.77778E-6 3.08642E-6 L 0.02326 3.08642E-6 " pathEditMode="relative" rAng="0" ptsTypes="AA">
                                      <p:cBhvr>
                                        <p:cTn id="527" dur="30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3" y="0"/>
                                    </p:animMotion>
                                  </p:childTnLst>
                                </p:cTn>
                              </p:par>
                              <p:par>
                                <p:cTn id="528" presetID="19" presetClass="entr" presetSubtype="1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0" dur="32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1" dur="32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2" presetID="8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533" dur="32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4" presetID="0" presetClass="path" presetSubtype="0" fill="hold" nodeType="withEffect">
                                  <p:stCondLst>
                                    <p:cond delay="3950"/>
                                  </p:stCondLst>
                                  <p:childTnLst>
                                    <p:animMotion origin="layout" path="M 0.02326 4.44444E-6 C 0.08142 0.04907 0.13941 0.09814 0.21493 0.09259 C 0.29028 0.08703 0.3849 -0.04013 0.47535 -0.03334 C 0.56563 -0.02655 0.67726 0.12222 0.7566 0.13333 C 0.83576 0.14444 0.89549 0.04567 0.95017 0.03333 C 1.00521 0.02098 1.04531 0.04012 1.08559 0.05925 " pathEditMode="relative" rAng="0" ptsTypes="aaaaaA">
                                      <p:cBhvr>
                                        <p:cTn id="535" dur="20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08" y="5216"/>
                                    </p:animMotion>
                                  </p:childTnLst>
                                </p:cTn>
                              </p:par>
                              <p:par>
                                <p:cTn id="536" presetID="19" presetClass="entr" presetSubtype="10" fill="hold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8" dur="2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9" dur="2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0" presetID="8" presetClass="emph" presetSubtype="0" fill="hold" nodeType="withEffect">
                                  <p:stCondLst>
                                    <p:cond delay="3450"/>
                                  </p:stCondLst>
                                  <p:childTnLst>
                                    <p:animRot by="21600000">
                                      <p:cBhvr>
                                        <p:cTn id="541" dur="2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2" presetID="45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4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5" dur="5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6" dur="5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7" presetID="0" presetClass="pat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Motion origin="layout" path="M -0.33073 0.02284 C -0.29809 0.02531 -0.17465 0.03488 -0.13524 0.03704 C -0.096 0.0392 -0.10972 0.03796 -0.09392 0.03642 C -0.0783 0.03488 -0.05729 0.03395 -0.04184 0.02778 C -0.02639 0.0216 -0.0092 0.00586 -0.00069 1.35802E-6 " pathEditMode="relative" rAng="0" ptsTypes="aaaaa">
                                      <p:cBhvr>
                                        <p:cTn id="548" dur="5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93" y="-340"/>
                                    </p:animMotion>
                                  </p:childTnLst>
                                </p:cTn>
                              </p:par>
                              <p:par>
                                <p:cTn id="549" presetID="8" presetClass="emp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Rot by="21600000">
                                      <p:cBhvr>
                                        <p:cTn id="550" dur="5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1" presetID="42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552" dur="30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553" presetID="19" presetClass="entr" presetSubtype="1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5" dur="32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6" dur="32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7" presetID="8" presetClass="emp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Rot by="21600000">
                                      <p:cBhvr>
                                        <p:cTn id="558" dur="32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9" presetID="0" presetClass="path" presetSubtype="0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560" dur="20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561" presetID="19" presetClass="entr" presetSubtype="10" fill="hold" nodeType="withEffect">
                                  <p:stCondLst>
                                    <p:cond delay="365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3" dur="25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25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8" presetClass="emph" presetSubtype="0" fill="hold" nodeType="withEffect">
                                  <p:stCondLst>
                                    <p:cond delay="3650"/>
                                  </p:stCondLst>
                                  <p:childTnLst>
                                    <p:animRot by="21600000">
                                      <p:cBhvr>
                                        <p:cTn id="566" dur="25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7" presetID="45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9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0" presetClass="path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animMotion origin="layout" path="M -0.00017 0.00031 C -0.01267 -0.0074 -0.01493 -0.03642 -0.07465 -0.0466 C -0.13437 -0.05679 -0.2993 -0.05771 -0.3585 -0.0608 " pathEditMode="relative" rAng="0" ptsTypes="aaa">
                                      <p:cBhvr>
                                        <p:cTn id="573" dur="500" spd="-1000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17" y="-3056"/>
                                    </p:animMotion>
                                  </p:childTnLst>
                                </p:cTn>
                              </p:par>
                              <p:par>
                                <p:cTn id="574" presetID="8" presetClass="emph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animRot by="21600000">
                                      <p:cBhvr>
                                        <p:cTn id="575" dur="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6" presetID="42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2.77778E-6 3.08642E-6 L 0.02326 3.08642E-6 " pathEditMode="relative" rAng="0" ptsTypes="AA">
                                      <p:cBhvr>
                                        <p:cTn id="577" dur="30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3" y="0"/>
                                    </p:animMotion>
                                  </p:childTnLst>
                                </p:cTn>
                              </p:par>
                              <p:par>
                                <p:cTn id="578" presetID="19" presetClass="entr" presetSubtype="1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0" dur="32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1" dur="32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2" presetID="8" presetClass="emp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Rot by="21600000">
                                      <p:cBhvr>
                                        <p:cTn id="583" dur="32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4" presetID="0" presetClass="path" presetSubtype="0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animMotion origin="layout" path="M 0.02326 4.44444E-6 C 0.08142 0.04907 0.13941 0.09814 0.21493 0.09259 C 0.29028 0.08703 0.3849 -0.04013 0.47535 -0.03334 C 0.56563 -0.02655 0.67726 0.12222 0.7566 0.13333 C 0.83576 0.14444 0.89549 0.04567 0.95017 0.03333 C 1.00521 0.02098 1.04531 0.04012 1.08559 0.05925 " pathEditMode="relative" rAng="0" ptsTypes="aaaaaA">
                                      <p:cBhvr>
                                        <p:cTn id="585" dur="20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08" y="5216"/>
                                    </p:animMotion>
                                  </p:childTnLst>
                                </p:cTn>
                              </p:par>
                              <p:par>
                                <p:cTn id="586" presetID="19" presetClass="entr" presetSubtype="10" fill="hold" nodeType="withEffect">
                                  <p:stCondLst>
                                    <p:cond delay="365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2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2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0" presetID="8" presetClass="emph" presetSubtype="0" fill="hold" nodeType="withEffect">
                                  <p:stCondLst>
                                    <p:cond delay="3650"/>
                                  </p:stCondLst>
                                  <p:childTnLst>
                                    <p:animRot by="21600000">
                                      <p:cBhvr>
                                        <p:cTn id="591" dur="2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2" presetID="45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4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7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3724 -0.00278 C -0.33612 0.00123 -0.20105 0.01759 -0.15417 0.02222 C -0.10764 0.02685 -0.11129 0.02654 -0.09219 0.02592 C -0.07309 0.02531 -0.05452 0.02191 -0.03907 0.01759 C -0.02396 0.01327 -0.00868 0.0037 -0.0007 2.22222E-6 " pathEditMode="relative" rAng="0" ptsTypes="aaaaa">
                                      <p:cBhvr>
                                        <p:cTn id="598" dur="5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76" y="1481"/>
                                    </p:animMotion>
                                  </p:childTnLst>
                                </p:cTn>
                              </p:par>
                              <p:par>
                                <p:cTn id="599" presetID="8" presetClass="emp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21600000">
                                      <p:cBhvr>
                                        <p:cTn id="600" dur="5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1" presetID="42" presetClass="pat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602" dur="30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603" presetID="19" presetClass="entr" presetSubtype="1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5" dur="32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32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21600000">
                                      <p:cBhvr>
                                        <p:cTn id="608" dur="32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9" presetID="0" presetClass="path" presetSubtype="0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610" dur="20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611" presetID="19" presetClass="entr" presetSubtype="1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3" dur="25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4" dur="25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5" presetID="8" presetClass="emph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animRot by="21600000">
                                      <p:cBhvr>
                                        <p:cTn id="616" dur="25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7" presetID="45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0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1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2" presetID="0" presetClass="path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animMotion origin="layout" path="M -0.37187 0.08735 C -0.3375 0.08365 -0.21597 0.07099 -0.16528 0.06451 C -0.11458 0.05803 -0.09549 0.05865 -0.06805 0.04784 C -0.04062 0.03704 -0.01476 0.00988 -0.00069 -4.19753E-6 " pathEditMode="relative" rAng="0" ptsTypes="aaaa">
                                      <p:cBhvr>
                                        <p:cTn id="623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59" y="-4383"/>
                                    </p:animMotion>
                                  </p:childTnLst>
                                </p:cTn>
                              </p:par>
                              <p:par>
                                <p:cTn id="624" presetID="8" presetClass="emph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animRot by="21600000">
                                      <p:cBhvr>
                                        <p:cTn id="625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6" presetID="42" presetClass="path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627" dur="3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628" presetID="19" presetClass="entr" presetSubtype="1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32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32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2" presetID="8" presetClass="emp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Rot by="21600000">
                                      <p:cBhvr>
                                        <p:cTn id="633" dur="32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4" presetID="0" presetClass="path" presetSubtype="0" fill="hold" nodeType="withEffect">
                                  <p:stCondLst>
                                    <p:cond delay="43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635" dur="2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636" presetID="19" presetClass="entr" presetSubtype="10" fill="hold" nodeType="withEffect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8" dur="2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9" dur="2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0" presetID="8" presetClass="emph" presetSubtype="0" fill="hold" nodeType="withEffect">
                                  <p:stCondLst>
                                    <p:cond delay="3850"/>
                                  </p:stCondLst>
                                  <p:childTnLst>
                                    <p:animRot by="21600000">
                                      <p:cBhvr>
                                        <p:cTn id="641" dur="2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2" presetID="45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5" dur="5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6" dur="5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7" presetID="0" presetClass="pat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Motion origin="layout" path="M -0.33073 0.02284 C -0.29809 0.02531 -0.17465 0.03488 -0.13524 0.03704 C -0.096 0.0392 -0.10972 0.03796 -0.09392 0.03642 C -0.0783 0.03488 -0.05729 0.03395 -0.04184 0.02778 C -0.02639 0.0216 -0.0092 0.00586 -0.00069 1.35802E-6 " pathEditMode="relative" rAng="0" ptsTypes="aaaaa">
                                      <p:cBhvr>
                                        <p:cTn id="648" dur="5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93" y="-340"/>
                                    </p:animMotion>
                                  </p:childTnLst>
                                </p:cTn>
                              </p:par>
                              <p:par>
                                <p:cTn id="649" presetID="8" presetClass="emph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Rot by="21600000">
                                      <p:cBhvr>
                                        <p:cTn id="650" dur="5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1" presetID="42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652" dur="30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653" presetID="19" presetClass="entr" presetSubtype="1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5" dur="32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6" dur="32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7" presetID="8" presetClass="emp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Rot by="21600000">
                                      <p:cBhvr>
                                        <p:cTn id="658" dur="32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9" presetID="0" presetClass="path" presetSubtype="0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660" dur="20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661" presetID="19" presetClass="entr" presetSubtype="10" fill="hold" nodeType="withEffect">
                                  <p:stCondLst>
                                    <p:cond delay="365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3" dur="25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4" dur="25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5" presetID="8" presetClass="emph" presetSubtype="0" fill="hold" nodeType="withEffect">
                                  <p:stCondLst>
                                    <p:cond delay="3650"/>
                                  </p:stCondLst>
                                  <p:childTnLst>
                                    <p:animRot by="21600000">
                                      <p:cBhvr>
                                        <p:cTn id="666" dur="25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7" presetID="45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0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1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2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40365 -0.00649 C -0.36198 -0.00217 -0.20504 0.01419 -0.15365 0.01882 C -0.10226 0.02345 -0.11406 0.02191 -0.09497 0.02067 C -0.07587 0.01944 -0.05469 0.01419 -0.03906 0.0108 C -0.02344 0.0074 -0.00868 0.00216 -0.0007 4.93827E-6 " pathEditMode="relative" rAng="0" ptsTypes="aaaaa">
                                      <p:cBhvr>
                                        <p:cTn id="673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139" y="1481"/>
                                    </p:animMotion>
                                  </p:childTnLst>
                                </p:cTn>
                              </p:par>
                              <p:par>
                                <p:cTn id="674" presetID="8" presetClass="emp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21600000">
                                      <p:cBhvr>
                                        <p:cTn id="675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6" presetID="42" presetClass="pat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677" dur="30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678" presetID="19" presetClass="entr" presetSubtype="1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32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32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2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21600000">
                                      <p:cBhvr>
                                        <p:cTn id="683" dur="32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4" presetID="0" presetClass="path" presetSubtype="0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685" dur="20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686" presetID="19" presetClass="entr" presetSubtype="1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8" dur="2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9" dur="2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0" presetID="8" presetClass="emph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animRot by="21600000">
                                      <p:cBhvr>
                                        <p:cTn id="691" dur="2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2" presetID="45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4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5" dur="5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6" dur="5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7" presetID="0" presetClass="path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animMotion origin="layout" path="M -0.00034 0.00031 C -0.01268 -0.00741 -0.00869 -0.03395 -0.07466 -0.0466 C -0.14063 -0.05926 -0.32917 -0.06944 -0.39619 -0.07531 " pathEditMode="relative" rAng="0" ptsTypes="aaa">
                                      <p:cBhvr>
                                        <p:cTn id="698" dur="500" spd="-1000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92" y="-3796"/>
                                    </p:animMotion>
                                  </p:childTnLst>
                                </p:cTn>
                              </p:par>
                              <p:par>
                                <p:cTn id="699" presetID="8" presetClass="emph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animRot by="21600000">
                                      <p:cBhvr>
                                        <p:cTn id="700" dur="5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1" presetID="42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2.77778E-6 3.08642E-6 L 0.02326 3.08642E-6 " pathEditMode="relative" rAng="0" ptsTypes="AA">
                                      <p:cBhvr>
                                        <p:cTn id="702" dur="30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3" y="0"/>
                                    </p:animMotion>
                                  </p:childTnLst>
                                </p:cTn>
                              </p:par>
                              <p:par>
                                <p:cTn id="703" presetID="19" presetClass="entr" presetSubtype="1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5" dur="32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6" dur="32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7" presetID="8" presetClass="emp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Rot by="21600000">
                                      <p:cBhvr>
                                        <p:cTn id="708" dur="32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9" presetID="0" presetClass="path" presetSubtype="0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animMotion origin="layout" path="M 0.02326 4.44444E-6 C 0.08142 0.04907 0.13941 0.09814 0.21493 0.09259 C 0.29028 0.08703 0.3849 -0.04013 0.47535 -0.03334 C 0.56563 -0.02655 0.67726 0.12222 0.7566 0.13333 C 0.83576 0.14444 0.89549 0.04567 0.95017 0.03333 C 1.00521 0.02098 1.04531 0.04012 1.08559 0.05925 " pathEditMode="relative" rAng="0" ptsTypes="aaaaaA">
                                      <p:cBhvr>
                                        <p:cTn id="710" dur="20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08" y="5216"/>
                                    </p:animMotion>
                                  </p:childTnLst>
                                </p:cTn>
                              </p:par>
                              <p:par>
                                <p:cTn id="711" presetID="19" presetClass="entr" presetSubtype="10" fill="hold" nodeType="withEffect">
                                  <p:stCondLst>
                                    <p:cond delay="365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3" dur="25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4" dur="25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5" presetID="8" presetClass="emph" presetSubtype="0" fill="hold" nodeType="withEffect">
                                  <p:stCondLst>
                                    <p:cond delay="3650"/>
                                  </p:stCondLst>
                                  <p:childTnLst>
                                    <p:animRot by="21600000">
                                      <p:cBhvr>
                                        <p:cTn id="716" dur="25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7" presetID="45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9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0" dur="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1" dur="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2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0017 0.00031 C -0.01268 -0.00741 -0.00937 -0.03086 -0.07466 -0.0466 C -0.13994 -0.06234 -0.3257 -0.08457 -0.39167 -0.09444 " pathEditMode="relative" rAng="0" ptsTypes="aaa">
                                      <p:cBhvr>
                                        <p:cTn id="723" dur="500" spd="-1000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83" y="-4753"/>
                                    </p:animMotion>
                                  </p:childTnLst>
                                </p:cTn>
                              </p:par>
                              <p:par>
                                <p:cTn id="724" presetID="8" presetClass="emp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725" dur="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6" presetID="42" presetClass="pat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77778E-6 3.08642E-6 L 0.02326 3.08642E-6 " pathEditMode="relative" rAng="0" ptsTypes="AA">
                                      <p:cBhvr>
                                        <p:cTn id="727" dur="30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3" y="0"/>
                                    </p:animMotion>
                                  </p:childTnLst>
                                </p:cTn>
                              </p:par>
                              <p:par>
                                <p:cTn id="728" presetID="19" presetClass="entr" presetSubtype="1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0" dur="32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1" dur="32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2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21600000">
                                      <p:cBhvr>
                                        <p:cTn id="733" dur="32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4" presetID="0" presetClass="path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0.02326 4.44444E-6 C 0.08142 0.04907 0.13941 0.09814 0.21493 0.09259 C 0.29028 0.08703 0.3849 -0.04013 0.47535 -0.03334 C 0.56563 -0.02655 0.67726 0.12222 0.7566 0.13333 C 0.83576 0.14444 0.89549 0.04567 0.95017 0.03333 C 1.00521 0.02098 1.04531 0.04012 1.08559 0.05925 " pathEditMode="relative" rAng="0" ptsTypes="aaaaaA">
                                      <p:cBhvr>
                                        <p:cTn id="735" dur="20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08" y="5216"/>
                                    </p:animMotion>
                                  </p:childTnLst>
                                </p:cTn>
                              </p:par>
                              <p:par>
                                <p:cTn id="736" presetID="19" presetClass="entr" presetSubtype="1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8" dur="2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2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8" presetClass="emph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Rot by="21600000">
                                      <p:cBhvr>
                                        <p:cTn id="741" dur="2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2" presetID="4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4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018 0.00031 C -0.02136 -0.00926 -0.05486 -0.0463 -0.12761 -0.05648 C -0.20035 -0.06667 -0.37257 -0.06018 -0.43698 -0.06111 " pathEditMode="relative" rAng="0" ptsTypes="aaa">
                                      <p:cBhvr>
                                        <p:cTn id="748" dur="500" spd="-1000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40" y="-3364"/>
                                    </p:animMotion>
                                  </p:childTnLst>
                                </p:cTn>
                              </p:par>
                              <p:par>
                                <p:cTn id="749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750" dur="5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1" presetID="42" presetClass="pat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2.77778E-6 3.08642E-6 L 0.02326 3.08642E-6 " pathEditMode="relative" rAng="0" ptsTypes="AA">
                                      <p:cBhvr>
                                        <p:cTn id="752" dur="30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3" y="0"/>
                                    </p:animMotion>
                                  </p:childTnLst>
                                </p:cTn>
                              </p:par>
                              <p:par>
                                <p:cTn id="753" presetID="19" presetClass="entr" presetSubtype="1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5" dur="32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6" dur="32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7" presetID="8" presetClass="emph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21600000">
                                      <p:cBhvr>
                                        <p:cTn id="758" dur="32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9" presetID="0" presetClass="path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animMotion origin="layout" path="M 0.02326 4.44444E-6 C 0.08142 0.04907 0.13941 0.09814 0.21493 0.09259 C 0.29028 0.08703 0.3849 -0.04013 0.47535 -0.03334 C 0.56563 -0.02655 0.67726 0.12222 0.7566 0.13333 C 0.83576 0.14444 0.89549 0.04567 0.95017 0.03333 C 1.00521 0.02098 1.04531 0.04012 1.08559 0.05925 " pathEditMode="relative" rAng="0" ptsTypes="aaaaaA">
                                      <p:cBhvr>
                                        <p:cTn id="760" dur="20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08" y="5216"/>
                                    </p:animMotion>
                                  </p:childTnLst>
                                </p:cTn>
                              </p:par>
                              <p:par>
                                <p:cTn id="761" presetID="19" presetClass="entr" presetSubtype="1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25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25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5" presetID="8" presetClass="emph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animRot by="21600000">
                                      <p:cBhvr>
                                        <p:cTn id="766" dur="25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7" presetID="45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9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0" dur="5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2" presetID="0" presetClass="path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animMotion origin="layout" path="M -0.44687 -0.01142 C -0.39739 -0.01451 -0.2158 -0.02932 -0.14965 -0.03086 C -0.0835 -0.03241 -0.075 -0.02685 -0.05017 -0.02161 C -0.02534 -0.01636 -0.01093 -0.00463 -0.00069 3.7037E-7 " pathEditMode="relative" rAng="0" ptsTypes="aaaa">
                                      <p:cBhvr>
                                        <p:cTn id="773" dur="5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09" y="-494"/>
                                    </p:animMotion>
                                  </p:childTnLst>
                                </p:cTn>
                              </p:par>
                              <p:par>
                                <p:cTn id="774" presetID="8" presetClass="emph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animRot by="21600000">
                                      <p:cBhvr>
                                        <p:cTn id="775" dur="5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6" presetID="42" presetClass="path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777" dur="30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778" presetID="19" presetClass="entr" presetSubtype="1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0" dur="32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32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8" presetClass="emp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Rot by="21600000">
                                      <p:cBhvr>
                                        <p:cTn id="783" dur="32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4" presetID="0" presetClass="path" presetSubtype="0" fill="hold" nodeType="withEffect">
                                  <p:stCondLst>
                                    <p:cond delay="43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785" dur="20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786" presetID="19" presetClass="entr" presetSubtype="10" fill="hold" nodeType="withEffect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8" dur="25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9" dur="25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0" presetID="8" presetClass="emph" presetSubtype="0" fill="hold" nodeType="withEffect">
                                  <p:stCondLst>
                                    <p:cond delay="3850"/>
                                  </p:stCondLst>
                                  <p:childTnLst>
                                    <p:animRot by="21600000">
                                      <p:cBhvr>
                                        <p:cTn id="791" dur="25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2" presetID="45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4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5" dur="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6" dur="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7" presetID="0" presetClass="path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-0.44982 0.09135 C -0.40243 0.08703 -0.22882 0.0716 -0.16527 0.0645 C -0.10191 0.0574 -0.09548 0.05864 -0.06805 0.04784 C -0.04079 0.03703 -0.01475 0.00987 -0.00086 3.58025E-6 " pathEditMode="relative" rAng="0" ptsTypes="aaaa">
                                      <p:cBhvr>
                                        <p:cTn id="798" dur="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48" y="-4568"/>
                                    </p:animMotion>
                                  </p:childTnLst>
                                </p:cTn>
                              </p:par>
                              <p:par>
                                <p:cTn id="799" presetID="8" presetClass="emph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animRot by="21600000">
                                      <p:cBhvr>
                                        <p:cTn id="800" dur="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1" presetID="42" presetClass="path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802" dur="30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803" presetID="19" presetClass="entr" presetSubtype="1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32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32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7" presetID="8" presetClass="emph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21600000">
                                      <p:cBhvr>
                                        <p:cTn id="808" dur="32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9" presetID="0" presetClass="path" presetSubtype="0" fill="hold" nodeType="withEffect">
                                  <p:stCondLst>
                                    <p:cond delay="45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810" dur="20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811" presetID="19" presetClass="entr" presetSubtype="10" fill="hold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3" dur="2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4" dur="2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5" presetID="8" presetClass="emph" presetSubtype="0" fill="hold" nodeType="withEffect">
                                  <p:stCondLst>
                                    <p:cond delay="4050"/>
                                  </p:stCondLst>
                                  <p:childTnLst>
                                    <p:animRot by="21600000">
                                      <p:cBhvr>
                                        <p:cTn id="816" dur="2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7" presetID="45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9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0" dur="5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5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2" presetID="0" presetClass="path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animMotion origin="layout" path="M -0.44687 -0.01142 C -0.40138 -0.00587 -0.23975 0.01882 -0.17413 0.02284 C -0.1085 0.02685 -0.08159 0.01728 -0.05277 0.01358 C -0.02395 0.00987 -0.01145 0.00277 -0.00069 3.58025E-6 " pathEditMode="relative" rAng="0" ptsTypes="aaaa">
                                      <p:cBhvr>
                                        <p:cTn id="823" dur="5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09" y="1914"/>
                                    </p:animMotion>
                                  </p:childTnLst>
                                </p:cTn>
                              </p:par>
                              <p:par>
                                <p:cTn id="824" presetID="8" presetClass="emph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animRot by="21600000">
                                      <p:cBhvr>
                                        <p:cTn id="825" dur="5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6" presetID="42" presetClass="path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827" dur="30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828" presetID="19" presetClass="entr" presetSubtype="1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0" dur="32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1" dur="32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2" presetID="8" presetClass="emp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Rot by="21600000">
                                      <p:cBhvr>
                                        <p:cTn id="833" dur="32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4" presetID="0" presetClass="path" presetSubtype="0" fill="hold" nodeType="withEffect">
                                  <p:stCondLst>
                                    <p:cond delay="43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835" dur="20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836" presetID="19" presetClass="entr" presetSubtype="10" fill="hold" nodeType="withEffect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8" dur="25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9" dur="25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0" presetID="8" presetClass="emph" presetSubtype="0" fill="hold" nodeType="withEffect">
                                  <p:stCondLst>
                                    <p:cond delay="3850"/>
                                  </p:stCondLst>
                                  <p:childTnLst>
                                    <p:animRot by="21600000">
                                      <p:cBhvr>
                                        <p:cTn id="841" dur="25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2" presetID="45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4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5" dur="5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6" dur="5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7" presetID="0" presetClass="pat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49357 0.09568 C -0.43889 0.09074 -0.23611 0.07253 -0.16528 0.06451 C -0.09444 0.05648 -0.09548 0.05864 -0.06805 0.04784 C -0.0408 0.03704 -0.01475 0.00988 -0.00087 4.93827E-7 " pathEditMode="relative" rAng="0" ptsTypes="aaaa">
                                      <p:cBhvr>
                                        <p:cTn id="848" dur="5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35" y="-4784"/>
                                    </p:animMotion>
                                  </p:childTnLst>
                                </p:cTn>
                              </p:par>
                              <p:par>
                                <p:cTn id="849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21600000">
                                      <p:cBhvr>
                                        <p:cTn id="850" dur="5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1" presetID="42" presetClass="pat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852" dur="30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853" presetID="19" presetClass="entr" presetSubtype="1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5" dur="32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6" dur="32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7" presetID="8" presetClass="emph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21600000">
                                      <p:cBhvr>
                                        <p:cTn id="858" dur="32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9" presetID="0" presetClass="path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860" dur="20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861" presetID="19" presetClass="entr" presetSubtype="1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3" dur="25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4" dur="25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5" presetID="8" presetClass="emph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animRot by="21600000">
                                      <p:cBhvr>
                                        <p:cTn id="866" dur="25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67" presetID="45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9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0" dur="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1" dur="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2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-0.49184 -0.01019 C -0.43872 -0.00432 -0.23958 0.01852 -0.17292 0.02531 C -0.10625 0.0321 -0.12083 0.03426 -0.09219 0.02994 C -0.06354 0.02562 -0.01979 0.00617 -0.00069 8.64198E-7 " pathEditMode="relative" rAng="0" ptsTypes="aaaa">
                                      <p:cBhvr>
                                        <p:cTn id="873" dur="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549" y="2222"/>
                                    </p:animMotion>
                                  </p:childTnLst>
                                </p:cTn>
                              </p:par>
                              <p:par>
                                <p:cTn id="874" presetID="8" presetClass="emp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Rot by="21600000">
                                      <p:cBhvr>
                                        <p:cTn id="875" dur="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6" presetID="42" presetClass="path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877" dur="30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878" presetID="19" presetClass="entr" presetSubtype="1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0" dur="32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1" dur="32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2" presetID="8" presetClass="emph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animRot by="21600000">
                                      <p:cBhvr>
                                        <p:cTn id="883" dur="32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4" presetID="0" presetClass="path" presetSubtype="0" fill="hold" nodeType="withEffect">
                                  <p:stCondLst>
                                    <p:cond delay="46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885" dur="20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886" presetID="19" presetClass="entr" presetSubtype="10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8" dur="2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9" dur="2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0" presetID="8" presetClass="emph" presetSubtype="0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animRot by="21600000">
                                      <p:cBhvr>
                                        <p:cTn id="891" dur="2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2" presetID="45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4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7" presetID="0" presetClass="pat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0.53438 0.01574 C -0.47483 0.01883 -0.2507 0.03086 -0.17709 0.03333 C -0.10347 0.0358 -0.12153 0.03549 -0.09219 0.02994 C -0.06285 0.02438 -0.01979 0.00617 -0.0007 1.97531E-6 " pathEditMode="relative" rAng="0" ptsTypes="aaaa">
                                      <p:cBhvr>
                                        <p:cTn id="898" dur="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84" y="216"/>
                                    </p:animMotion>
                                  </p:childTnLst>
                                </p:cTn>
                              </p:par>
                              <p:par>
                                <p:cTn id="899" presetID="8" presetClass="emp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21600000">
                                      <p:cBhvr>
                                        <p:cTn id="900" dur="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1" presetID="42" presetClass="pat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902" dur="30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903" presetID="19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5" dur="32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6" dur="32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7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21600000">
                                      <p:cBhvr>
                                        <p:cTn id="908" dur="32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9" presetID="0" presetClass="path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910" dur="20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911" presetID="19" presetClass="entr" presetSubtype="1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3" dur="2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4" dur="2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5" presetID="8" presetClass="emph" presetSubtype="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animRot by="21600000">
                                      <p:cBhvr>
                                        <p:cTn id="916" dur="2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7" presetID="4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9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0" dur="5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1" dur="5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2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018 0.00031 C -0.02136 -0.00926 -0.04028 -0.03549 -0.12761 -0.05648 C -0.21511 -0.07747 -0.44289 -0.11111 -0.52552 -0.12531 " pathEditMode="relative" rAng="0" ptsTypes="aaa">
                                      <p:cBhvr>
                                        <p:cTn id="923" dur="500" spd="-1000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67" y="-6296"/>
                                    </p:animMotion>
                                  </p:childTnLst>
                                </p:cTn>
                              </p:par>
                              <p:par>
                                <p:cTn id="924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925" dur="5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6" presetID="42" presetClass="pat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2.77778E-6 3.08642E-6 L 0.02326 3.08642E-6 " pathEditMode="relative" rAng="0" ptsTypes="AA">
                                      <p:cBhvr>
                                        <p:cTn id="927" dur="30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3" y="0"/>
                                    </p:animMotion>
                                  </p:childTnLst>
                                </p:cTn>
                              </p:par>
                              <p:par>
                                <p:cTn id="928" presetID="19" presetClass="entr" presetSubtype="1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0" dur="32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1" dur="32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2" presetID="8" presetClass="emph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21600000">
                                      <p:cBhvr>
                                        <p:cTn id="933" dur="32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4" presetID="0" presetClass="path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animMotion origin="layout" path="M 0.02326 4.44444E-6 C 0.08142 0.04907 0.13941 0.09814 0.21493 0.09259 C 0.29028 0.08703 0.3849 -0.04013 0.47535 -0.03334 C 0.56563 -0.02655 0.67726 0.12222 0.7566 0.13333 C 0.83576 0.14444 0.89549 0.04567 0.95017 0.03333 C 1.00521 0.02098 1.04531 0.04012 1.08559 0.05925 " pathEditMode="relative" rAng="0" ptsTypes="aaaaaA">
                                      <p:cBhvr>
                                        <p:cTn id="935" dur="20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08" y="5216"/>
                                    </p:animMotion>
                                  </p:childTnLst>
                                </p:cTn>
                              </p:par>
                              <p:par>
                                <p:cTn id="936" presetID="19" presetClass="entr" presetSubtype="1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25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25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0" presetID="8" presetClass="emph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animRot by="21600000">
                                      <p:cBhvr>
                                        <p:cTn id="941" dur="25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42" presetID="4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4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5" dur="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6" dur="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7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57326 0.11666 C -0.50833 0.11296 -0.27847 0.11296 -0.18316 0.09352 C -0.08785 0.07407 -0.03889 0.01944 -0.00087 1.85185E-6 " pathEditMode="relative" rAng="0" ptsTypes="aaa">
                                      <p:cBhvr>
                                        <p:cTn id="948" dur="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11" y="-5833"/>
                                    </p:animMotion>
                                  </p:childTnLst>
                                </p:cTn>
                              </p:par>
                              <p:par>
                                <p:cTn id="949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950" dur="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1" presetID="42" presetClass="pat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952" dur="30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953" presetID="19" presetClass="entr" presetSubtype="1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5" dur="32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6" dur="32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7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21600000">
                                      <p:cBhvr>
                                        <p:cTn id="958" dur="32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9" presetID="0" presetClass="path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960" dur="20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961" presetID="19" presetClass="entr" presetSubtype="1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3" dur="2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4" dur="2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5" presetID="8" presetClass="emph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Rot by="21600000">
                                      <p:cBhvr>
                                        <p:cTn id="966" dur="2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7" presetID="45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9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0" dur="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1" dur="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2" presetID="0" presetClass="path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0.55417 -0.03426 C -0.49132 -0.02315 -0.26927 0.02747 -0.17709 0.03334 C -0.08507 0.0392 -0.03004 0.00556 -0.00087 -2.22222E-6 " pathEditMode="relative" rAng="0" ptsTypes="aaa">
                                      <p:cBhvr>
                                        <p:cTn id="973" dur="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674" y="3673"/>
                                    </p:animMotion>
                                  </p:childTnLst>
                                </p:cTn>
                              </p:par>
                              <p:par>
                                <p:cTn id="974" presetID="8" presetClass="emph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Rot by="21600000">
                                      <p:cBhvr>
                                        <p:cTn id="975" dur="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6" presetID="42" presetClass="pat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977" dur="30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978" presetID="19" presetClass="entr" presetSubtype="1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0" dur="32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1" dur="32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2" presetID="8" presetClass="emph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animRot by="21600000">
                                      <p:cBhvr>
                                        <p:cTn id="983" dur="32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4" presetID="0" presetClass="path" presetSubtype="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985" dur="20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986" presetID="19" presetClass="entr" presetSubtype="1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8" dur="2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9" dur="2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0" presetID="8" presetClass="emph" presetSubtype="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animRot by="21600000">
                                      <p:cBhvr>
                                        <p:cTn id="991" dur="2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2" presetID="45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4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5" dur="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6" dur="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7" presetID="0" presetClass="pat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5901 0.00433 C -0.52135 0.00926 -0.27534 0.03395 -0.17708 0.03334 C -0.07899 0.03272 -0.03003 0.00556 -0.00086 -4.07407E-6 " pathEditMode="relative" rAng="0" ptsTypes="aaa">
                                      <p:cBhvr>
                                        <p:cTn id="998" dur="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62" y="1265"/>
                                    </p:animMotion>
                                  </p:childTnLst>
                                </p:cTn>
                              </p:par>
                              <p:par>
                                <p:cTn id="999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21600000">
                                      <p:cBhvr>
                                        <p:cTn id="1000" dur="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1" presetID="42" presetClass="pat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002" dur="30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003" presetID="19" presetClass="entr" presetSubtype="1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5" dur="32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6" dur="32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7" presetID="8" presetClass="emp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21600000">
                                      <p:cBhvr>
                                        <p:cTn id="1008" dur="32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9" presetID="0" presetClass="path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010" dur="20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011" presetID="19" presetClass="entr" presetSubtype="10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3" dur="2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4" dur="2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5" presetID="8" presetClass="emph" presetSubtype="0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animRot by="21600000">
                                      <p:cBhvr>
                                        <p:cTn id="1016" dur="2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7" presetID="45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9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0" dur="5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1" dur="5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2" presetID="0" presetClass="pat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0017 0.00031 C -0.02135 -0.00926 -0.02465 -0.04105 -0.1276 -0.05648 C -0.23055 -0.07191 -0.51579 -0.08518 -0.61805 -0.0929 " pathEditMode="relative" rAng="0" ptsTypes="aaa">
                                      <p:cBhvr>
                                        <p:cTn id="1023" dur="500" spd="-1000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903" y="-4660"/>
                                    </p:animMotion>
                                  </p:childTnLst>
                                </p:cTn>
                              </p:par>
                              <p:par>
                                <p:cTn id="1024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21600000">
                                      <p:cBhvr>
                                        <p:cTn id="1025" dur="5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6" presetID="42" presetClass="pat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2.77778E-6 3.08642E-6 L 0.02326 3.08642E-6 " pathEditMode="relative" rAng="0" ptsTypes="AA">
                                      <p:cBhvr>
                                        <p:cTn id="1027" dur="30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3" y="0"/>
                                    </p:animMotion>
                                  </p:childTnLst>
                                </p:cTn>
                              </p:par>
                              <p:par>
                                <p:cTn id="1028" presetID="19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0" dur="32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1" dur="32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2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21600000">
                                      <p:cBhvr>
                                        <p:cTn id="1033" dur="32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4" presetID="0" presetClass="path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animMotion origin="layout" path="M 0.02326 4.44444E-6 C 0.08142 0.04907 0.13941 0.09814 0.21493 0.09259 C 0.29028 0.08703 0.3849 -0.04013 0.47535 -0.03334 C 0.56563 -0.02655 0.67726 0.12222 0.7566 0.13333 C 0.83576 0.14444 0.89549 0.04567 0.95017 0.03333 C 1.00521 0.02098 1.04531 0.04012 1.08559 0.05925 " pathEditMode="relative" rAng="0" ptsTypes="aaaaaA">
                                      <p:cBhvr>
                                        <p:cTn id="1035" dur="20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08" y="5216"/>
                                    </p:animMotion>
                                  </p:childTnLst>
                                </p:cTn>
                              </p:par>
                              <p:par>
                                <p:cTn id="1036" presetID="19" presetClass="entr" presetSubtype="1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8" dur="25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9" dur="25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0" presetID="8" presetClass="emph" presetSubtype="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animRot by="21600000">
                                      <p:cBhvr>
                                        <p:cTn id="1041" dur="25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2" presetID="45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4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5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6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7" presetID="0" presetClass="path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-0.61892 -0.01111 C -0.54583 -0.01666 -0.28281 -0.04691 -0.17986 -0.04506 C -0.07691 -0.04321 -0.03819 -0.00926 -0.00087 -1.85185E-6 " pathEditMode="relative" rAng="0" ptsTypes="aaa">
                                      <p:cBhvr>
                                        <p:cTn id="1048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03" y="-1235"/>
                                    </p:animMotion>
                                  </p:childTnLst>
                                </p:cTn>
                              </p:par>
                              <p:par>
                                <p:cTn id="1049" presetID="8" presetClass="emph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21600000">
                                      <p:cBhvr>
                                        <p:cTn id="1050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1" presetID="42" presetClass="path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052" dur="30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053" presetID="19" presetClass="entr" presetSubtype="1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5" dur="32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6" dur="32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7" presetID="8" presetClass="emph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animRot by="21600000">
                                      <p:cBhvr>
                                        <p:cTn id="1058" dur="32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9" presetID="0" presetClass="path" presetSubtype="0" fill="hold" nodeType="withEffect">
                                  <p:stCondLst>
                                    <p:cond delay="48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060" dur="20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061" presetID="19" presetClass="entr" presetSubtype="10" fill="hold" nodeType="withEffect">
                                  <p:stCondLst>
                                    <p:cond delay="4350"/>
                                  </p:stCondLst>
                                  <p:childTnLs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3" dur="2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4" dur="2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5" presetID="8" presetClass="emph" presetSubtype="0" fill="hold" nodeType="withEffect">
                                  <p:stCondLst>
                                    <p:cond delay="4350"/>
                                  </p:stCondLst>
                                  <p:childTnLst>
                                    <p:animRot by="21600000">
                                      <p:cBhvr>
                                        <p:cTn id="1066" dur="2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7" presetID="45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0" dur="5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1" dur="5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2" presetID="0" presetClass="pat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0.6408 0.00555 C -0.56823 -0.00124 -0.31163 -0.03364 -0.20503 -0.03457 C -0.09844 -0.0355 -0.0434 -0.0071 -0.00087 1.48148E-6 " pathEditMode="relative" rAng="0" ptsTypes="aaa">
                                      <p:cBhvr>
                                        <p:cTn id="1073" dur="5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997" y="-2068"/>
                                    </p:animMotion>
                                  </p:childTnLst>
                                </p:cTn>
                              </p:par>
                              <p:par>
                                <p:cTn id="1074" presetID="8" presetClass="emp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21600000">
                                      <p:cBhvr>
                                        <p:cTn id="1075" dur="5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6" presetID="42" presetClass="pat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077" dur="30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078" presetID="19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0" dur="32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1" dur="32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2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21600000">
                                      <p:cBhvr>
                                        <p:cTn id="1083" dur="32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4" presetID="0" presetClass="path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085" dur="20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086" presetID="19" presetClass="entr" presetSubtype="1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8" dur="25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9" dur="25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0" presetID="8" presetClass="emph" presetSubtype="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animRot by="21600000">
                                      <p:cBhvr>
                                        <p:cTn id="1091" dur="25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2" presetID="45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4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5" dur="5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6" dur="5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7" presetID="0" presetClass="path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-0.65607 0.05772 C -0.57656 0.05833 -0.28819 0.07006 -0.17899 0.06049 C -0.06979 0.05093 -0.03802 0.01265 -0.00086 -2.46914E-7 " pathEditMode="relative" rAng="0" ptsTypes="aaa">
                                      <p:cBhvr>
                                        <p:cTn id="1098" dur="5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760" y="-2284"/>
                                    </p:animMotion>
                                  </p:childTnLst>
                                </p:cTn>
                              </p:par>
                              <p:par>
                                <p:cTn id="1099" presetID="8" presetClass="emph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animRot by="21600000">
                                      <p:cBhvr>
                                        <p:cTn id="1100" dur="5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1" presetID="42" presetClass="path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102" dur="30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103" presetID="19" presetClass="entr" presetSubtype="1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5" dur="32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6" dur="32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7" presetID="8" presetClass="emph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21600000">
                                      <p:cBhvr>
                                        <p:cTn id="1108" dur="32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9" presetID="0" presetClass="path" presetSubtype="0" fill="hold" nodeType="withEffect">
                                  <p:stCondLst>
                                    <p:cond delay="45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110" dur="20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111" presetID="19" presetClass="entr" presetSubtype="10" fill="hold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1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3" dur="25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4" dur="25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5" presetID="8" presetClass="emph" presetSubtype="0" fill="hold" nodeType="withEffect">
                                  <p:stCondLst>
                                    <p:cond delay="4050"/>
                                  </p:stCondLst>
                                  <p:childTnLst>
                                    <p:animRot by="21600000">
                                      <p:cBhvr>
                                        <p:cTn id="1116" dur="25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7" presetID="45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9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0" dur="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1" dur="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2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-0.67986 0.05371 C -0.59653 0.05494 -0.29219 0.06945 -0.17899 0.0605 C -0.0658 0.05155 -0.03802 0.01266 -0.00087 -2.59259E-6 " pathEditMode="relative" rAng="0" ptsTypes="aaa">
                                      <p:cBhvr>
                                        <p:cTn id="1123" dur="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41" y="-1914"/>
                                    </p:animMotion>
                                  </p:childTnLst>
                                </p:cTn>
                              </p:par>
                              <p:par>
                                <p:cTn id="1124" presetID="8" presetClass="emp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Rot by="21600000">
                                      <p:cBhvr>
                                        <p:cTn id="1125" dur="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6" presetID="42" presetClass="path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127" dur="30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128" presetID="19" presetClass="entr" presetSubtype="1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0" dur="32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1" dur="32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2" presetID="8" presetClass="emph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animRot by="21600000">
                                      <p:cBhvr>
                                        <p:cTn id="1133" dur="32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4" presetID="0" presetClass="path" presetSubtype="0" fill="hold" nodeType="withEffect">
                                  <p:stCondLst>
                                    <p:cond delay="46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135" dur="20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136" presetID="19" presetClass="entr" presetSubtype="10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8" dur="2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9" dur="2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0" presetID="8" presetClass="emph" presetSubtype="0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animRot by="21600000">
                                      <p:cBhvr>
                                        <p:cTn id="1141" dur="2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2" presetID="45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4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5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6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7" presetID="0" presetClass="pat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0.69618 0.08487 C -0.60989 0.08086 -0.29479 0.07469 -0.17899 0.06049 C -0.06319 0.04629 -0.03802 0.01265 -0.00086 3.58025E-6 " pathEditMode="relative" rAng="0" ptsTypes="aaa">
                                      <p:cBhvr>
                                        <p:cTn id="1148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57" y="-4259"/>
                                    </p:animMotion>
                                  </p:childTnLst>
                                </p:cTn>
                              </p:par>
                              <p:par>
                                <p:cTn id="1149" presetID="8" presetClass="emp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21600000">
                                      <p:cBhvr>
                                        <p:cTn id="1150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1" presetID="42" presetClass="pat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152" dur="30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153" presetID="19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5" dur="32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6" dur="32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7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21600000">
                                      <p:cBhvr>
                                        <p:cTn id="1158" dur="32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9" presetID="0" presetClass="path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160" dur="20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161" presetID="19" presetClass="entr" presetSubtype="1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3" dur="2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4" dur="2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5" presetID="8" presetClass="emph" presetSubtype="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animRot by="21600000">
                                      <p:cBhvr>
                                        <p:cTn id="1166" dur="2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7" presetID="45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9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0" dur="5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1" dur="5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2" presetID="0" presetClass="pat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64757 -0.04692 C -0.56979 -0.04661 -0.28785 -0.05278 -0.17986 -0.04506 C -0.07222 -0.03735 -0.03837 -0.00926 -0.00104 2.71605E-6 " pathEditMode="relative" rAng="0" ptsTypes="aaa">
                                      <p:cBhvr>
                                        <p:cTn id="1173" dur="5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326" y="2037"/>
                                    </p:animMotion>
                                  </p:childTnLst>
                                </p:cTn>
                              </p:par>
                              <p:par>
                                <p:cTn id="1174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21600000">
                                      <p:cBhvr>
                                        <p:cTn id="1175" dur="5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6" presetID="42" presetClass="pat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177" dur="30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178" presetID="19" presetClass="entr" presetSubtype="1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0" dur="32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1" dur="32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2" presetID="8" presetClass="emp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21600000">
                                      <p:cBhvr>
                                        <p:cTn id="1183" dur="32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4" presetID="0" presetClass="path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185" dur="20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186" presetID="19" presetClass="entr" presetSubtype="10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1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8" dur="25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9" dur="25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0" presetID="8" presetClass="emph" presetSubtype="0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animRot by="21600000">
                                      <p:cBhvr>
                                        <p:cTn id="1191" dur="25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2" presetID="45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4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5" dur="5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6" dur="5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7" presetID="0" presetClass="pat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68351 -0.06914 C -0.59965 -0.06512 -0.29358 -0.05648 -0.17986 -0.04506 C -0.06615 -0.03364 -0.03837 -0.00926 -0.00104 -6.17284E-7 " pathEditMode="relative" rAng="0" ptsTypes="aaa">
                                      <p:cBhvr>
                                        <p:cTn id="1198" dur="5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115" y="3457"/>
                                    </p:animMotion>
                                  </p:childTnLst>
                                </p:cTn>
                              </p:par>
                              <p:par>
                                <p:cTn id="1199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21600000">
                                      <p:cBhvr>
                                        <p:cTn id="1200" dur="5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1" presetID="42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202" dur="30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203" presetID="19" presetClass="entr" presetSubtype="1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5" dur="32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6" dur="32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7" presetID="8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1208" dur="32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9" presetID="0" presetClass="path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210" dur="20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211" presetID="19" presetClass="entr" presetSubtype="1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3" dur="25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4" dur="25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5" presetID="8" presetClass="emph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Rot by="21600000">
                                      <p:cBhvr>
                                        <p:cTn id="1216" dur="25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7" presetID="45" presetClass="entr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9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0" dur="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1" dur="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2" presetID="0" presetClass="path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animMotion origin="layout" path="M -0.70348 -0.06728 C -0.61632 -0.06358 -0.29688 -0.05617 -0.18004 -0.04506 C -0.06302 -0.03395 -0.03837 -0.00926 -0.00122 -3.95062E-6 " pathEditMode="relative" rAng="0" ptsTypes="aaa">
                                      <p:cBhvr>
                                        <p:cTn id="1223" dur="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22" y="3364"/>
                                    </p:animMotion>
                                  </p:childTnLst>
                                </p:cTn>
                              </p:par>
                              <p:par>
                                <p:cTn id="1224" presetID="8" presetClass="emph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animRot by="21600000">
                                      <p:cBhvr>
                                        <p:cTn id="1225" dur="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6" presetID="42" presetClass="path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227" dur="30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228" presetID="19" presetClass="entr" presetSubtype="1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0" dur="32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1" dur="32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2" presetID="8" presetClass="emp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1233" dur="32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4" presetID="0" presetClass="path" presetSubtype="0" fill="hold" nodeType="withEffect">
                                  <p:stCondLst>
                                    <p:cond delay="49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235" dur="20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236" presetID="19" presetClass="entr" presetSubtype="10" fill="hold" nodeType="withEffect">
                                  <p:stCondLst>
                                    <p:cond delay="4450"/>
                                  </p:stCondLst>
                                  <p:childTnLst>
                                    <p:set>
                                      <p:cBhvr>
                                        <p:cTn id="1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8" dur="2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9" dur="2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0" presetID="8" presetClass="emph" presetSubtype="0" fill="hold" nodeType="withEffect">
                                  <p:stCondLst>
                                    <p:cond delay="4450"/>
                                  </p:stCondLst>
                                  <p:childTnLst>
                                    <p:animRot by="21600000">
                                      <p:cBhvr>
                                        <p:cTn id="1241" dur="2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2" presetID="45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4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5" dur="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6" dur="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7" presetID="0" presetClass="path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-0.71042 -0.01049 C -0.62205 -0.01605 -0.29809 -0.04691 -0.17987 -0.04506 C -0.06164 -0.04321 -0.0382 -0.00926 -0.00087 -7.40741E-7 " pathEditMode="relative" rAng="0" ptsTypes="aaa">
                                      <p:cBhvr>
                                        <p:cTn id="1248" dur="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69" y="-1296"/>
                                    </p:animMotion>
                                  </p:childTnLst>
                                </p:cTn>
                              </p:par>
                              <p:par>
                                <p:cTn id="1249" presetID="8" presetClass="emph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21600000">
                                      <p:cBhvr>
                                        <p:cTn id="1250" dur="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1" presetID="42" presetClass="path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252" dur="30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253" presetID="19" presetClass="entr" presetSubtype="1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5" dur="32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6" dur="32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7" presetID="8" presetClass="emph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animRot by="21600000">
                                      <p:cBhvr>
                                        <p:cTn id="1258" dur="32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9" presetID="0" presetClass="path" presetSubtype="0" fill="hold" nodeType="withEffect">
                                  <p:stCondLst>
                                    <p:cond delay="48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260" dur="20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261" presetID="19" presetClass="entr" presetSubtype="10" fill="hold" nodeType="withEffect">
                                  <p:stCondLst>
                                    <p:cond delay="4350"/>
                                  </p:stCondLst>
                                  <p:childTnLst>
                                    <p:set>
                                      <p:cBhvr>
                                        <p:cTn id="1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3" dur="2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4" dur="2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5" presetID="8" presetClass="emph" presetSubtype="0" fill="hold" nodeType="withEffect">
                                  <p:stCondLst>
                                    <p:cond delay="4350"/>
                                  </p:stCondLst>
                                  <p:childTnLst>
                                    <p:animRot by="21600000">
                                      <p:cBhvr>
                                        <p:cTn id="1266" dur="2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7" presetID="45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9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0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1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2" presetID="0" presetClass="pat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73299 0.20463 C -0.63889 0.18765 -0.29045 0.13765 -0.1684 0.1037 C -0.04635 0.06975 -0.03576 0.0216 -0.00087 7.40741E-7 " pathEditMode="relative" rAng="0" ptsTypes="aaa">
                                      <p:cBhvr>
                                        <p:cTn id="1273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97" y="-10247"/>
                                    </p:animMotion>
                                  </p:childTnLst>
                                </p:cTn>
                              </p:par>
                              <p:par>
                                <p:cTn id="1274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21600000">
                                      <p:cBhvr>
                                        <p:cTn id="1275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6" presetID="42" presetClass="pat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277" dur="30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278" presetID="19" presetClass="entr" presetSubtype="1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0" dur="32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1" dur="32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2" presetID="8" presetClass="emp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21600000">
                                      <p:cBhvr>
                                        <p:cTn id="1283" dur="32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84" presetID="0" presetClass="path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285" dur="20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286" presetID="19" presetClass="entr" presetSubtype="10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1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8" dur="2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9" dur="2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0" presetID="8" presetClass="emph" presetSubtype="0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animRot by="21600000">
                                      <p:cBhvr>
                                        <p:cTn id="1291" dur="2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2" presetID="45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4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5" dur="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6" dur="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7" presetID="0" presetClass="pat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75868 0.00401 C -0.66215 -0.00401 -0.30607 -0.04445 -0.17986 -0.04506 C -0.05364 -0.04568 -0.03819 -0.00926 -0.00087 1.85185E-6 " pathEditMode="relative" rAng="0" ptsTypes="aaa">
                                      <p:cBhvr>
                                        <p:cTn id="1298" dur="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82" y="-2500"/>
                                    </p:animMotion>
                                  </p:childTnLst>
                                </p:cTn>
                              </p:par>
                              <p:par>
                                <p:cTn id="1299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21600000">
                                      <p:cBhvr>
                                        <p:cTn id="1300" dur="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1" presetID="42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302" dur="30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303" presetID="19" presetClass="entr" presetSubtype="1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5" dur="32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6" dur="32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7" presetID="8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1308" dur="32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9" presetID="0" presetClass="path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310" dur="20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311" presetID="19" presetClass="entr" presetSubtype="1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3" dur="2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4" dur="2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5" presetID="8" presetClass="emph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Rot by="21600000">
                                      <p:cBhvr>
                                        <p:cTn id="1316" dur="2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7" presetID="45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1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9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0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1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2" presetID="0" presetClass="path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animMotion origin="layout" path="M -0.78282 0.05556 C -0.68247 0.05031 -0.30973 0.03272 -0.17934 0.02346 C -0.04914 0.0142 -0.03837 0.00494 -0.00122 0 " pathEditMode="relative" rAng="0" ptsTypes="aaa">
                                      <p:cBhvr>
                                        <p:cTn id="1323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80" y="-2778"/>
                                    </p:animMotion>
                                  </p:childTnLst>
                                </p:cTn>
                              </p:par>
                              <p:par>
                                <p:cTn id="1324" presetID="8" presetClass="emph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animRot by="21600000">
                                      <p:cBhvr>
                                        <p:cTn id="1325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6" presetID="42" presetClass="path" presetSubtype="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327" dur="30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328" presetID="19" presetClass="entr" presetSubtype="1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0" dur="32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1" dur="32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2" presetID="8" presetClass="emph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animRot by="21600000">
                                      <p:cBhvr>
                                        <p:cTn id="1333" dur="32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4" presetID="0" presetClass="path" presetSubtype="0" fill="hold" nodeType="withEffect">
                                  <p:stCondLst>
                                    <p:cond delay="50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335" dur="20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336" presetID="19" presetClass="entr" presetSubtype="10" fill="hold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1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8" dur="2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9" dur="2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0" presetID="8" presetClass="emph" presetSubtype="0" fill="hold" nodeType="withEffect">
                                  <p:stCondLst>
                                    <p:cond delay="4550"/>
                                  </p:stCondLst>
                                  <p:childTnLst>
                                    <p:animRot by="21600000">
                                      <p:cBhvr>
                                        <p:cTn id="1341" dur="2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42" presetID="45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4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5" dur="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6" dur="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7" presetID="0" presetClass="pat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74098 0.09506 C -0.64757 0.0895 -0.30243 0.07623 -0.179 0.06049 C -0.05573 0.04475 -0.03802 0.01265 -0.00087 2.46914E-6 " pathEditMode="relative" rAng="0" ptsTypes="aaa">
                                      <p:cBhvr>
                                        <p:cTn id="1348" dur="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997" y="-4753"/>
                                    </p:animMotion>
                                  </p:childTnLst>
                                </p:cTn>
                              </p:par>
                              <p:par>
                                <p:cTn id="1349" presetID="8" presetClass="emp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21600000">
                                      <p:cBhvr>
                                        <p:cTn id="1350" dur="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1" presetID="42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352" dur="30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353" presetID="19" presetClass="entr" presetSubtype="1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5" dur="32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6" dur="32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7" presetID="8" presetClass="emph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Rot by="21600000">
                                      <p:cBhvr>
                                        <p:cTn id="1358" dur="32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9" presetID="0" presetClass="path" presetSubtype="0" fill="hold" nodeType="withEffect">
                                  <p:stCondLst>
                                    <p:cond delay="51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360" dur="20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361" presetID="19" presetClass="entr" presetSubtype="1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3" dur="2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4" dur="2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5" presetID="8" presetClass="emph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Rot by="21600000">
                                      <p:cBhvr>
                                        <p:cTn id="1366" dur="2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7" presetID="45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9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0" dur="5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1" dur="5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2" presetID="0" presetClass="pat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69809 -0.07253 C -0.61198 -0.0679 -0.29601 -0.05709 -0.17986 -0.04506 C -0.06372 -0.03302 -0.03855 -0.00926 -0.00105 -3.95062E-6 " pathEditMode="relative" rAng="0" ptsTypes="aaa">
                                      <p:cBhvr>
                                        <p:cTn id="1373" dur="5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844" y="3611"/>
                                    </p:animMotion>
                                  </p:childTnLst>
                                </p:cTn>
                              </p:par>
                              <p:par>
                                <p:cTn id="1374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21600000">
                                      <p:cBhvr>
                                        <p:cTn id="1375" dur="5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6" presetID="42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377" dur="30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378" presetID="19" presetClass="entr" presetSubtype="1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0" dur="32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1" dur="32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2" presetID="8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1383" dur="32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84" presetID="0" presetClass="path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385" dur="20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386" presetID="19" presetClass="entr" presetSubtype="1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8" dur="25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9" dur="25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0" presetID="8" presetClass="emph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Rot by="21600000">
                                      <p:cBhvr>
                                        <p:cTn id="1391" dur="25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2" presetID="45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4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5" dur="5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6" dur="5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7" presetID="0" presetClass="pat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79809 0.18426 C -0.69323 0.17099 -0.30121 0.13426 -0.1684 0.1037 C -0.03559 0.07315 -0.03576 0.02161 -0.00086 -1.23457E-6 " pathEditMode="relative" rAng="0" ptsTypes="aaa">
                                      <p:cBhvr>
                                        <p:cTn id="1398" dur="5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61" y="-9228"/>
                                    </p:animMotion>
                                  </p:childTnLst>
                                </p:cTn>
                              </p:par>
                              <p:par>
                                <p:cTn id="1399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21600000">
                                      <p:cBhvr>
                                        <p:cTn id="1400" dur="5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1" presetID="42" presetClass="pat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402" dur="30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403" presetID="19" presetClass="entr" presetSubtype="1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5" dur="32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6" dur="32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7" presetID="8" presetClass="emp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21600000">
                                      <p:cBhvr>
                                        <p:cTn id="1408" dur="32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9" presetID="0" presetClass="path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410" dur="20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411" presetID="19" presetClass="entr" presetSubtype="10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1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3" dur="25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4" dur="25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5" presetID="8" presetClass="emph" presetSubtype="0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animRot by="21600000">
                                      <p:cBhvr>
                                        <p:cTn id="1416" dur="25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7" presetID="45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9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0" dur="5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1" dur="5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2" presetID="0" presetClass="pat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80781 -0.02777 C -0.70312 -0.03055 -0.31441 -0.04969 -0.17986 -0.04506 C -0.04531 -0.04043 -0.03819 -0.00926 -0.00087 -4.07407E-6 " pathEditMode="relative" rAng="0" ptsTypes="aaa">
                                      <p:cBhvr>
                                        <p:cTn id="1423" dur="5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347" y="278"/>
                                    </p:animMotion>
                                  </p:childTnLst>
                                </p:cTn>
                              </p:par>
                              <p:par>
                                <p:cTn id="1424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21600000">
                                      <p:cBhvr>
                                        <p:cTn id="1425" dur="5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6" presetID="42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427" dur="30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428" presetID="19" presetClass="entr" presetSubtype="1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0" dur="32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1" dur="32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2" presetID="8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1433" dur="32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4" presetID="0" presetClass="path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435" dur="20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436" presetID="19" presetClass="entr" presetSubtype="1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8" dur="25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9" dur="25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0" presetID="8" presetClass="emph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Rot by="21600000">
                                      <p:cBhvr>
                                        <p:cTn id="1441" dur="25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2" presetID="45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4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5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6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7" presetID="0" presetClass="pat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82726 -0.06482 C -0.71927 -0.06142 -0.31754 -0.05587 -0.17987 -0.04507 C -0.04219 -0.03426 -0.0382 -0.00926 -0.00087 3.95062E-6 " pathEditMode="relative" rAng="0" ptsTypes="aaa">
                                      <p:cBhvr>
                                        <p:cTn id="1448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319" y="3241"/>
                                    </p:animMotion>
                                  </p:childTnLst>
                                </p:cTn>
                              </p:par>
                              <p:par>
                                <p:cTn id="1449" presetID="8" presetClass="emp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21600000">
                                      <p:cBhvr>
                                        <p:cTn id="1450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1" presetID="42" presetClass="pat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452" dur="30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453" presetID="19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5" dur="32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6" dur="32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7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21600000">
                                      <p:cBhvr>
                                        <p:cTn id="1458" dur="32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9" presetID="0" presetClass="path" presetSubtype="0" fill="hold" nodeType="withEffect">
                                  <p:stCondLst>
                                    <p:cond delay="52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460" dur="20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461" presetID="19" presetClass="entr" presetSubtype="1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1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3" dur="2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4" dur="2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5" presetID="8" presetClass="emph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animRot by="21600000">
                                      <p:cBhvr>
                                        <p:cTn id="1466" dur="2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7" presetID="45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9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0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1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2" presetID="0" presetClass="pat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-0.83073 0.02716 C -0.72222 0.02655 -0.31754 0.02809 -0.17934 0.02346 C -0.04115 0.01883 -0.03837 0.00494 -0.00122 -2.34568E-6 " pathEditMode="relative" rAng="0" ptsTypes="aaa">
                                      <p:cBhvr>
                                        <p:cTn id="1473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476" y="-1327"/>
                                    </p:animMotion>
                                  </p:childTnLst>
                                </p:cTn>
                              </p:par>
                              <p:par>
                                <p:cTn id="1474" presetID="8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21600000">
                                      <p:cBhvr>
                                        <p:cTn id="1475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6" presetID="42" presetClass="pat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477" dur="30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478" presetID="19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0" dur="32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1" dur="32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2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21600000">
                                      <p:cBhvr>
                                        <p:cTn id="1483" dur="32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4" presetID="0" presetClass="path" presetSubtype="0" fill="hold" nodeType="withEffect">
                                  <p:stCondLst>
                                    <p:cond delay="52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485" dur="20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486" presetID="19" presetClass="entr" presetSubtype="1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1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8" dur="2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9" dur="2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0" presetID="8" presetClass="emph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animRot by="21600000">
                                      <p:cBhvr>
                                        <p:cTn id="1491" dur="2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2" presetID="45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4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5" dur="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6" dur="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7" presetID="0" presetClass="pat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-0.83073 0.02716 C -0.72222 0.02655 -0.31754 0.02809 -0.17934 0.02346 C -0.04115 0.01883 -0.03837 0.00494 -0.00122 -2.34568E-6 " pathEditMode="relative" rAng="0" ptsTypes="aaa">
                                      <p:cBhvr>
                                        <p:cTn id="1498" dur="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476" y="-1327"/>
                                    </p:animMotion>
                                  </p:childTnLst>
                                </p:cTn>
                              </p:par>
                              <p:par>
                                <p:cTn id="1499" presetID="8" presetClass="emp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1500" dur="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1" presetID="42" presetClass="path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502" dur="30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503" presetID="19" presetClass="entr" presetSubtype="1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5" dur="32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6" dur="32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7" presetID="8" presetClass="emph" presetSubtype="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animRot by="21600000">
                                      <p:cBhvr>
                                        <p:cTn id="1508" dur="32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9" presetID="0" presetClass="path" presetSubtype="0" fill="hold" nodeType="withEffect">
                                  <p:stCondLst>
                                    <p:cond delay="52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510" dur="20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511" presetID="19" presetClass="entr" presetSubtype="1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3" dur="2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4" dur="2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5" presetID="8" presetClass="emph" presetSubtype="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animRot by="21600000">
                                      <p:cBhvr>
                                        <p:cTn id="1516" dur="2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7" presetID="45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9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0" dur="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1" dur="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2" presetID="0" presetClass="pat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-0.86406 0.09629 C -0.75 0.08395 -0.32309 0.0395 -0.17934 0.02345 C -0.03559 0.0074 -0.03837 0.00494 -0.00121 2.59259E-6 " pathEditMode="relative" rAng="0" ptsTypes="aaa">
                                      <p:cBhvr>
                                        <p:cTn id="1523" dur="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142" y="-4815"/>
                                    </p:animMotion>
                                  </p:childTnLst>
                                </p:cTn>
                              </p:par>
                              <p:par>
                                <p:cTn id="1524" presetID="8" presetClass="emp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1525" dur="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26" presetID="42" presetClass="path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527" dur="30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528" presetID="19" presetClass="entr" presetSubtype="1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0" dur="32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1" dur="32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2" presetID="8" presetClass="emph" presetSubtype="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animRot by="21600000">
                                      <p:cBhvr>
                                        <p:cTn id="1533" dur="32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4" presetID="0" presetClass="path" presetSubtype="0" fill="hold" nodeType="withEffect">
                                  <p:stCondLst>
                                    <p:cond delay="52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535" dur="20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536" presetID="19" presetClass="entr" presetSubtype="1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8" dur="2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9" dur="2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0" presetID="8" presetClass="emph" presetSubtype="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animRot by="21600000">
                                      <p:cBhvr>
                                        <p:cTn id="1541" dur="2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42" presetID="45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4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5" dur="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6" dur="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7" presetID="0" presetClass="pat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-0.85816 0.02315 C -0.74514 0.02315 -0.32239 0.02747 -0.17951 0.02346 C -0.03646 0.01945 -0.03837 0.00494 -0.00121 -1.35802E-6 " pathEditMode="relative" rAng="0" ptsTypes="aaa">
                                      <p:cBhvr>
                                        <p:cTn id="1548" dur="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847" y="-957"/>
                                    </p:animMotion>
                                  </p:childTnLst>
                                </p:cTn>
                              </p:par>
                              <p:par>
                                <p:cTn id="1549" presetID="8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21600000">
                                      <p:cBhvr>
                                        <p:cTn id="1550" dur="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1" presetID="42" presetClass="pat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552" dur="30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553" presetID="19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5" dur="32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6" dur="32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7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21600000">
                                      <p:cBhvr>
                                        <p:cTn id="1558" dur="32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9" presetID="0" presetClass="path" presetSubtype="0" fill="hold" nodeType="withEffect">
                                  <p:stCondLst>
                                    <p:cond delay="52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560" dur="20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561" presetID="19" presetClass="entr" presetSubtype="1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1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3" dur="2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4" dur="2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5" presetID="8" presetClass="emph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animRot by="21600000">
                                      <p:cBhvr>
                                        <p:cTn id="1566" dur="2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67" presetID="45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9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0" dur="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1" dur="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2" presetID="0" presetClass="path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animMotion origin="layout" path="M -0.88594 0.04198 C -0.76823 0.03889 -0.32691 0.03056 -0.17951 0.02346 C -0.03212 0.01636 -0.03837 0.00494 -0.00122 -3.08642E-6 " pathEditMode="relative" rAng="0" ptsTypes="aaa">
                                      <p:cBhvr>
                                        <p:cTn id="1573" dur="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36" y="-2099"/>
                                    </p:animMotion>
                                  </p:childTnLst>
                                </p:cTn>
                              </p:par>
                              <p:par>
                                <p:cTn id="1574" presetID="8" presetClass="emph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animRot by="21600000">
                                      <p:cBhvr>
                                        <p:cTn id="1575" dur="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76" presetID="42" presetClass="path" presetSubtype="0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577" dur="30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578" presetID="19" presetClass="entr" presetSubtype="1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0" dur="32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1" dur="32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2" presetID="8" presetClass="emph" presetSubtype="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animRot by="21600000">
                                      <p:cBhvr>
                                        <p:cTn id="1583" dur="32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84" presetID="0" presetClass="path" presetSubtype="0" fill="hold" nodeType="withEffect">
                                  <p:stCondLst>
                                    <p:cond delay="53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585" dur="20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586" presetID="19" presetClass="entr" presetSubtype="10" fill="hold" nodeType="withEffect">
                                  <p:stCondLst>
                                    <p:cond delay="4850"/>
                                  </p:stCondLst>
                                  <p:childTnLst>
                                    <p:set>
                                      <p:cBhvr>
                                        <p:cTn id="1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8" dur="2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9" dur="2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0" presetID="8" presetClass="emph" presetSubtype="0" fill="hold" nodeType="withEffect">
                                  <p:stCondLst>
                                    <p:cond delay="4850"/>
                                  </p:stCondLst>
                                  <p:childTnLst>
                                    <p:animRot by="21600000">
                                      <p:cBhvr>
                                        <p:cTn id="1591" dur="2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2" presetID="45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4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5" dur="5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6" dur="5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7" presetID="0" presetClass="path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-0.88594 0.04198 C -0.76823 0.03889 -0.32691 0.03056 -0.17951 0.02346 C -0.03212 0.01636 -0.03837 0.00494 -0.00122 -3.08642E-6 " pathEditMode="relative" rAng="0" ptsTypes="aaa">
                                      <p:cBhvr>
                                        <p:cTn id="1598" dur="5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36" y="-2099"/>
                                    </p:animMotion>
                                  </p:childTnLst>
                                </p:cTn>
                              </p:par>
                              <p:par>
                                <p:cTn id="1599" presetID="8" presetClass="emph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Rot by="21600000">
                                      <p:cBhvr>
                                        <p:cTn id="1600" dur="5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01" presetID="42" presetClass="path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602" dur="30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603" presetID="19" presetClass="entr" presetSubtype="1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5" dur="32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6" dur="32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7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21600000">
                                      <p:cBhvr>
                                        <p:cTn id="1608" dur="32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09" presetID="0" presetClass="path" presetSubtype="0" fill="hold" nodeType="withEffect">
                                  <p:stCondLst>
                                    <p:cond delay="54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610" dur="20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611" presetID="19" presetClass="entr" presetSubtype="10" fill="hold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3" dur="25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4" dur="25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5" presetID="8" presetClass="emph" presetSubtype="0" fill="hold" nodeType="withEffect">
                                  <p:stCondLst>
                                    <p:cond delay="4900"/>
                                  </p:stCondLst>
                                  <p:childTnLst>
                                    <p:animRot by="21600000">
                                      <p:cBhvr>
                                        <p:cTn id="1616" dur="25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17" presetID="45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9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0" dur="5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1" dur="5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2" presetID="0" presetClass="path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animMotion origin="layout" path="M -0.88594 0.04198 C -0.76823 0.03889 -0.32691 0.03056 -0.17951 0.02346 C -0.03212 0.01636 -0.03837 0.00494 -0.00122 -3.08642E-6 " pathEditMode="relative" rAng="0" ptsTypes="aaa">
                                      <p:cBhvr>
                                        <p:cTn id="1623" dur="5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36" y="-2099"/>
                                    </p:animMotion>
                                  </p:childTnLst>
                                </p:cTn>
                              </p:par>
                              <p:par>
                                <p:cTn id="1624" presetID="8" presetClass="emph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animRot by="21600000">
                                      <p:cBhvr>
                                        <p:cTn id="1625" dur="5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26" presetID="42" presetClass="path" presetSubtype="0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627" dur="30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628" presetID="19" presetClass="entr" presetSubtype="1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0" dur="32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1" dur="32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2" presetID="8" presetClass="emph" presetSubtype="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animRot by="21600000">
                                      <p:cBhvr>
                                        <p:cTn id="1633" dur="32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4" presetID="0" presetClass="path" presetSubtype="0" fill="hold" nodeType="withEffect">
                                  <p:stCondLst>
                                    <p:cond delay="53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635" dur="20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636" presetID="19" presetClass="entr" presetSubtype="10" fill="hold" nodeType="withEffect">
                                  <p:stCondLst>
                                    <p:cond delay="4850"/>
                                  </p:stCondLst>
                                  <p:childTnLst>
                                    <p:set>
                                      <p:cBhvr>
                                        <p:cTn id="1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8" dur="25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9" dur="25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0" presetID="8" presetClass="emph" presetSubtype="0" fill="hold" nodeType="withEffect">
                                  <p:stCondLst>
                                    <p:cond delay="4850"/>
                                  </p:stCondLst>
                                  <p:childTnLst>
                                    <p:animRot by="21600000">
                                      <p:cBhvr>
                                        <p:cTn id="1641" dur="25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42" presetID="45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4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5" dur="5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6" dur="5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7" presetID="0" presetClass="path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animMotion origin="layout" path="M -0.90399 0.01481 C -0.78333 0.01635 -0.33004 0.02592 -0.17952 0.02345 C -0.02899 0.02098 -0.03837 0.00493 -0.00122 4.93827E-6 " pathEditMode="relative" rAng="0" ptsTypes="aaa">
                                      <p:cBhvr>
                                        <p:cTn id="1648" dur="5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139" y="-185"/>
                                    </p:animMotion>
                                  </p:childTnLst>
                                </p:cTn>
                              </p:par>
                              <p:par>
                                <p:cTn id="1649" presetID="8" presetClass="emph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animRot by="21600000">
                                      <p:cBhvr>
                                        <p:cTn id="1650" dur="5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1" presetID="42" presetClass="path" presetSubtype="0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652" dur="30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653" presetID="19" presetClass="entr" presetSubtype="1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5" dur="32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6" dur="32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7" presetID="8" presetClass="emph" presetSubtype="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animRot by="21600000">
                                      <p:cBhvr>
                                        <p:cTn id="1658" dur="32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9" presetID="0" presetClass="path" presetSubtype="0" fill="hold" nodeType="withEffect">
                                  <p:stCondLst>
                                    <p:cond delay="53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660" dur="20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661" presetID="19" presetClass="entr" presetSubtype="10" fill="hold" nodeType="withEffect">
                                  <p:stCondLst>
                                    <p:cond delay="4850"/>
                                  </p:stCondLst>
                                  <p:childTnLst>
                                    <p:set>
                                      <p:cBhvr>
                                        <p:cTn id="1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3" dur="25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4" dur="25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5" presetID="8" presetClass="emph" presetSubtype="0" fill="hold" nodeType="withEffect">
                                  <p:stCondLst>
                                    <p:cond delay="4850"/>
                                  </p:stCondLst>
                                  <p:childTnLst>
                                    <p:animRot by="21600000">
                                      <p:cBhvr>
                                        <p:cTn id="1666" dur="25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67" presetID="45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9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0" dur="5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1" dur="5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2" presetID="0" presetClass="pat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-0.90955 -0.03241 C -0.78785 -0.02315 -0.3309 0.01821 -0.17951 0.02346 C -0.02812 0.0287 -0.03837 0.00494 -0.00121 -9.87654E-7 " pathEditMode="relative" rAng="0" ptsTypes="aaa">
                                      <p:cBhvr>
                                        <p:cTn id="1673" dur="5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417" y="3056"/>
                                    </p:animMotion>
                                  </p:childTnLst>
                                </p:cTn>
                              </p:par>
                              <p:par>
                                <p:cTn id="1674" presetID="8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21600000">
                                      <p:cBhvr>
                                        <p:cTn id="1675" dur="5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6" presetID="42" presetClass="pat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677" dur="30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678" presetID="19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0" dur="32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1" dur="32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2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21600000">
                                      <p:cBhvr>
                                        <p:cTn id="1683" dur="32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4" presetID="0" presetClass="path" presetSubtype="0" fill="hold" nodeType="withEffect">
                                  <p:stCondLst>
                                    <p:cond delay="52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685" dur="20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686" presetID="19" presetClass="entr" presetSubtype="1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1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8" dur="25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9" dur="25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0" presetID="8" presetClass="emph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animRot by="21600000">
                                      <p:cBhvr>
                                        <p:cTn id="1691" dur="25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92" presetID="45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4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5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6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7" presetID="0" presetClass="path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animMotion origin="layout" path="M -0.92656 0.02562 C -0.80208 0.02531 -0.33368 0.02778 -0.17951 0.02346 C -0.02535 0.01914 -0.03837 0.00494 -0.00121 7.40741E-7 " pathEditMode="relative" rAng="0" ptsTypes="aaa">
                                      <p:cBhvr>
                                        <p:cTn id="1698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267" y="-1173"/>
                                    </p:animMotion>
                                  </p:childTnLst>
                                </p:cTn>
                              </p:par>
                              <p:par>
                                <p:cTn id="1699" presetID="8" presetClass="emph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animRot by="21600000">
                                      <p:cBhvr>
                                        <p:cTn id="1700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01" presetID="42" presetClass="path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702" dur="30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703" presetID="19" presetClass="entr" presetSubtype="1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5" dur="32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6" dur="32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7" presetID="8" presetClass="emph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Rot by="21600000">
                                      <p:cBhvr>
                                        <p:cTn id="1708" dur="32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09" presetID="0" presetClass="path" presetSubtype="0" fill="hold" nodeType="withEffect">
                                  <p:stCondLst>
                                    <p:cond delay="54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710" dur="20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711" presetID="19" presetClass="entr" presetSubtype="10" fill="hold" nodeType="withEffect">
                                  <p:stCondLst>
                                    <p:cond delay="4950"/>
                                  </p:stCondLst>
                                  <p:childTnLst>
                                    <p:set>
                                      <p:cBhvr>
                                        <p:cTn id="1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3" dur="2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4" dur="2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5" presetID="8" presetClass="emph" presetSubtype="0" fill="hold" nodeType="withEffect">
                                  <p:stCondLst>
                                    <p:cond delay="4950"/>
                                  </p:stCondLst>
                                  <p:childTnLst>
                                    <p:animRot by="21600000">
                                      <p:cBhvr>
                                        <p:cTn id="1716" dur="2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17" presetID="45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9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0" dur="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1" dur="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2" presetID="0" presetClass="pat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-0.92396 -0.03179 C -0.79983 -0.02284 -0.33333 0.01821 -0.17951 0.02346 C -0.02569 0.02871 -0.03837 0.00494 -0.00121 -2.71605E-6 " pathEditMode="relative" rAng="0" ptsTypes="aaa">
                                      <p:cBhvr>
                                        <p:cTn id="1723" dur="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128" y="3025"/>
                                    </p:animMotion>
                                  </p:childTnLst>
                                </p:cTn>
                              </p:par>
                              <p:par>
                                <p:cTn id="1724" presetID="8" presetClass="emp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1725" dur="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6" presetID="42" presetClass="path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727" dur="30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728" presetID="19" presetClass="entr" presetSubtype="1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0" dur="32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1" dur="32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2" presetID="8" presetClass="emph" presetSubtype="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animRot by="21600000">
                                      <p:cBhvr>
                                        <p:cTn id="1733" dur="32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4" presetID="0" presetClass="path" presetSubtype="0" fill="hold" nodeType="withEffect">
                                  <p:stCondLst>
                                    <p:cond delay="52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735" dur="20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736" presetID="19" presetClass="entr" presetSubtype="1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8" dur="2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9" dur="2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0" presetID="8" presetClass="emph" presetSubtype="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animRot by="21600000">
                                      <p:cBhvr>
                                        <p:cTn id="1741" dur="2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42" presetID="45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4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5" dur="5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6" dur="5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7" presetID="0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93906 0.04198 C -0.8125 0.03889 -0.33576 0.03056 -0.17951 0.02346 C -0.02326 0.01636 -0.03837 0.00494 -0.00122 -2.46914E-6 " pathEditMode="relative" rAng="0" ptsTypes="aaa">
                                      <p:cBhvr>
                                        <p:cTn id="1748" dur="5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92" y="-2099"/>
                                    </p:animMotion>
                                  </p:childTnLst>
                                </p:cTn>
                              </p:par>
                              <p:par>
                                <p:cTn id="1749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21600000">
                                      <p:cBhvr>
                                        <p:cTn id="1750" dur="5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1" presetID="42" presetClass="path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752" dur="30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753" presetID="19" presetClass="entr" presetSubtype="1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5" dur="32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6" dur="32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7" presetID="8" presetClass="emph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Rot by="21600000">
                                      <p:cBhvr>
                                        <p:cTn id="1758" dur="32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9" presetID="0" presetClass="path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760" dur="20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761" presetID="19" presetClass="entr" presetSubtype="1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3" dur="25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4" dur="25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5" presetID="8" presetClass="emph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Rot by="21600000">
                                      <p:cBhvr>
                                        <p:cTn id="1766" dur="25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7" presetID="45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9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0" dur="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1" dur="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2" presetID="0" presetClass="pat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-0.96233 -0.04814 C -0.83194 -0.03642 -0.33993 0.01544 -0.17969 0.02346 C -0.01927 0.03149 -0.03837 0.00494 -0.00122 -3.95062E-6 " pathEditMode="relative" rAng="0" ptsTypes="aaa">
                                      <p:cBhvr>
                                        <p:cTn id="1773" dur="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056" y="3981"/>
                                    </p:animMotion>
                                  </p:childTnLst>
                                </p:cTn>
                              </p:par>
                              <p:par>
                                <p:cTn id="1774" presetID="8" presetClass="emp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1775" dur="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6" presetID="42" presetClass="path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777" dur="30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778" presetID="19" presetClass="entr" presetSubtype="1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0" dur="32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1" dur="32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2" presetID="8" presetClass="emph" presetSubtype="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animRot by="21600000">
                                      <p:cBhvr>
                                        <p:cTn id="1783" dur="32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4" presetID="0" presetClass="path" presetSubtype="0" fill="hold" nodeType="withEffect">
                                  <p:stCondLst>
                                    <p:cond delay="525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785" dur="20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786" presetID="19" presetClass="entr" presetSubtype="1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8" dur="2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9" dur="2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0" presetID="8" presetClass="emph" presetSubtype="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animRot by="21600000">
                                      <p:cBhvr>
                                        <p:cTn id="1791" dur="2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2" presetID="45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4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5" dur="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6" dur="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7" presetID="0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93906 0.04198 C -0.8125 0.03889 -0.33576 0.03056 -0.17951 0.02346 C -0.02326 0.01636 -0.03837 0.00494 -0.00122 -2.46914E-6 " pathEditMode="relative" rAng="0" ptsTypes="aaa">
                                      <p:cBhvr>
                                        <p:cTn id="1798" dur="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92" y="-2099"/>
                                    </p:animMotion>
                                  </p:childTnLst>
                                </p:cTn>
                              </p:par>
                              <p:par>
                                <p:cTn id="1799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21600000">
                                      <p:cBhvr>
                                        <p:cTn id="1800" dur="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01" presetID="42" presetClass="path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3.33333E-6 1.7284E-6 L 0.025 1.7284E-6 " pathEditMode="relative" rAng="0" ptsTypes="AA">
                                      <p:cBhvr>
                                        <p:cTn id="1802" dur="30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1803" presetID="19" presetClass="entr" presetSubtype="1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5" dur="32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6" dur="32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7" presetID="8" presetClass="emph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Rot by="21600000">
                                      <p:cBhvr>
                                        <p:cTn id="1808" dur="32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09" presetID="0" presetClass="path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animMotion origin="layout" path="M 0.025 -9.87654E-7 C 0.07152 -0.05154 0.11805 -0.10309 0.175 -0.07778 C 0.23194 -0.05247 0.28958 0.14877 0.36666 0.15185 C 0.44375 0.15494 0.52777 -0.04815 0.6375 -0.05926 C 0.74722 -0.07037 0.88611 0.00741 1.025 0.08519 " pathEditMode="relative" rAng="0" ptsTypes="aaaaA">
                                      <p:cBhvr>
                                        <p:cTn id="1810" dur="20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0" y="2593"/>
                                    </p:animMotion>
                                  </p:childTnLst>
                                </p:cTn>
                              </p:par>
                              <p:par>
                                <p:cTn id="1811" presetID="19" presetClass="entr" presetSubtype="1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3" dur="2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4" dur="2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5" presetID="8" presetClass="emph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Rot by="21600000">
                                      <p:cBhvr>
                                        <p:cTn id="1816" dur="2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7" presetID="41" presetClass="exit" presetSubtype="0" fill="hold" nodeType="withEffect">
                                  <p:stCondLst>
                                    <p:cond delay="4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818" dur="500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9" dur="500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0" dur="500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h/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1" dur="500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w/1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22" dur="500" tmFilter="0,0; .5, 0; 1, 1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4" presetID="14" presetClass="entr" presetSubtype="10" repeatCount="11000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26" dur="5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/>
          <p:cNvSpPr/>
          <p:nvPr/>
        </p:nvSpPr>
        <p:spPr>
          <a:xfrm>
            <a:off x="2031960" y="2058750"/>
            <a:ext cx="1026000" cy="1026000"/>
          </a:xfrm>
          <a:prstGeom prst="ellipse">
            <a:avLst/>
          </a:prstGeom>
          <a:solidFill>
            <a:srgbClr val="00ADE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任意多边形 11"/>
          <p:cNvSpPr/>
          <p:nvPr/>
        </p:nvSpPr>
        <p:spPr>
          <a:xfrm flipV="1">
            <a:off x="0" y="2571750"/>
            <a:ext cx="9144000" cy="257175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4014860 w 12192000"/>
              <a:gd name="connsiteY3" fmla="*/ 3429000 h 3429000"/>
              <a:gd name="connsiteX4" fmla="*/ 4014860 w 12192000"/>
              <a:gd name="connsiteY4" fmla="*/ 3428999 h 3429000"/>
              <a:gd name="connsiteX5" fmla="*/ 3366860 w 12192000"/>
              <a:gd name="connsiteY5" fmla="*/ 2780999 h 3429000"/>
              <a:gd name="connsiteX6" fmla="*/ 2718860 w 12192000"/>
              <a:gd name="connsiteY6" fmla="*/ 3428999 h 3429000"/>
              <a:gd name="connsiteX7" fmla="*/ 2718860 w 12192000"/>
              <a:gd name="connsiteY7" fmla="*/ 3429000 h 3429000"/>
              <a:gd name="connsiteX8" fmla="*/ 0 w 12192000"/>
              <a:gd name="connsiteY8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4014860" y="3429000"/>
                </a:lnTo>
                <a:lnTo>
                  <a:pt x="4014860" y="3428999"/>
                </a:lnTo>
                <a:cubicBezTo>
                  <a:pt x="4014860" y="3071118"/>
                  <a:pt x="3724741" y="2780999"/>
                  <a:pt x="3366860" y="2780999"/>
                </a:cubicBezTo>
                <a:cubicBezTo>
                  <a:pt x="3008979" y="2780999"/>
                  <a:pt x="2718860" y="3071118"/>
                  <a:pt x="2718860" y="3428999"/>
                </a:cubicBezTo>
                <a:lnTo>
                  <a:pt x="2718860" y="3429000"/>
                </a:lnTo>
                <a:lnTo>
                  <a:pt x="0" y="3429000"/>
                </a:lnTo>
                <a:close/>
              </a:path>
            </a:pathLst>
          </a:custGeom>
          <a:solidFill>
            <a:srgbClr val="00AD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prstClr val="white"/>
              </a:solidFill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0" y="0"/>
            <a:ext cx="9144000" cy="257175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4014860 w 12192000"/>
              <a:gd name="connsiteY3" fmla="*/ 3429000 h 3429000"/>
              <a:gd name="connsiteX4" fmla="*/ 4014860 w 12192000"/>
              <a:gd name="connsiteY4" fmla="*/ 3428999 h 3429000"/>
              <a:gd name="connsiteX5" fmla="*/ 3366860 w 12192000"/>
              <a:gd name="connsiteY5" fmla="*/ 2780999 h 3429000"/>
              <a:gd name="connsiteX6" fmla="*/ 2718860 w 12192000"/>
              <a:gd name="connsiteY6" fmla="*/ 3428999 h 3429000"/>
              <a:gd name="connsiteX7" fmla="*/ 2718860 w 12192000"/>
              <a:gd name="connsiteY7" fmla="*/ 3429000 h 3429000"/>
              <a:gd name="connsiteX8" fmla="*/ 0 w 12192000"/>
              <a:gd name="connsiteY8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4014860" y="3429000"/>
                </a:lnTo>
                <a:lnTo>
                  <a:pt x="4014860" y="3428999"/>
                </a:lnTo>
                <a:cubicBezTo>
                  <a:pt x="4014860" y="3071118"/>
                  <a:pt x="3724741" y="2780999"/>
                  <a:pt x="3366860" y="2780999"/>
                </a:cubicBezTo>
                <a:cubicBezTo>
                  <a:pt x="3008979" y="2780999"/>
                  <a:pt x="2718860" y="3071118"/>
                  <a:pt x="2718860" y="3428999"/>
                </a:cubicBezTo>
                <a:lnTo>
                  <a:pt x="2718860" y="3429000"/>
                </a:lnTo>
                <a:lnTo>
                  <a:pt x="0" y="3429000"/>
                </a:lnTo>
                <a:close/>
              </a:path>
            </a:pathLst>
          </a:custGeom>
          <a:solidFill>
            <a:srgbClr val="00AD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prstClr val="white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000" y="1761750"/>
            <a:ext cx="1620000" cy="1620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143807" y="1285875"/>
            <a:ext cx="3744416" cy="1948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2F2F2F"/>
              </a:buClr>
              <a:buSzPct val="50000"/>
              <a:defRPr/>
            </a:pPr>
            <a:r>
              <a:rPr lang="zh-CN" altLang="en-US" sz="2400" dirty="0" smtClean="0">
                <a:solidFill>
                  <a:srgbClr val="FF0000"/>
                </a:solidFill>
              </a:rPr>
              <a:t>团队介绍：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2F2F2F"/>
              </a:buClr>
              <a:buSzPct val="50000"/>
              <a:defRPr/>
            </a:pPr>
            <a:endParaRPr lang="en-US" altLang="zh-CN" sz="2000" dirty="0" smtClean="0">
              <a:solidFill>
                <a:srgbClr val="FF0000"/>
              </a:solidFill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2F2F2F"/>
              </a:buClr>
              <a:buSzPct val="50000"/>
              <a:defRPr/>
            </a:pPr>
            <a:r>
              <a:rPr lang="zh-CN" altLang="en-US" dirty="0" smtClean="0">
                <a:solidFill>
                  <a:srgbClr val="7030A0"/>
                </a:solidFill>
              </a:rPr>
              <a:t>          </a:t>
            </a:r>
            <a:r>
              <a:rPr lang="zh-CN" altLang="en-US" dirty="0" smtClean="0">
                <a:solidFill>
                  <a:srgbClr val="7030A0"/>
                </a:solidFill>
              </a:rPr>
              <a:t>计算机</a:t>
            </a:r>
            <a:r>
              <a:rPr lang="zh-CN" altLang="en-US" dirty="0" smtClean="0">
                <a:solidFill>
                  <a:srgbClr val="7030A0"/>
                </a:solidFill>
              </a:rPr>
              <a:t>学院  仇    杰</a:t>
            </a:r>
            <a:endParaRPr lang="en-US" altLang="zh-CN" dirty="0">
              <a:solidFill>
                <a:srgbClr val="7030A0"/>
              </a:solidFill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2F2F2F"/>
              </a:buClr>
              <a:buSzPct val="50000"/>
              <a:defRPr/>
            </a:pPr>
            <a:r>
              <a:rPr lang="zh-CN" altLang="en-US" smtClean="0">
                <a:solidFill>
                  <a:srgbClr val="7030A0"/>
                </a:solidFill>
              </a:rPr>
              <a:t>       计算机</a:t>
            </a:r>
            <a:r>
              <a:rPr lang="zh-CN" altLang="en-US" dirty="0">
                <a:solidFill>
                  <a:srgbClr val="7030A0"/>
                </a:solidFill>
              </a:rPr>
              <a:t>学院  鹿方凯 </a:t>
            </a:r>
            <a:endParaRPr lang="en-US" altLang="zh-CN" dirty="0" smtClean="0">
              <a:solidFill>
                <a:srgbClr val="7030A0"/>
              </a:solidFill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2F2F2F"/>
              </a:buClr>
              <a:buSzPct val="50000"/>
              <a:defRPr/>
            </a:pPr>
            <a:endParaRPr lang="en-US" altLang="zh-CN" dirty="0" smtClean="0">
              <a:solidFill>
                <a:srgbClr val="7030A0"/>
              </a:solidFill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2F2F2F"/>
              </a:buClr>
              <a:buSzPct val="50000"/>
              <a:defRPr/>
            </a:pPr>
            <a:endParaRPr lang="en-US" altLang="zh-CN" sz="160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0561" y="5164926"/>
            <a:ext cx="1376903" cy="3670485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1431267" y="1488186"/>
            <a:ext cx="2167128" cy="2167128"/>
          </a:xfrm>
          <a:prstGeom prst="ellipse">
            <a:avLst/>
          </a:prstGeom>
          <a:noFill/>
          <a:ln w="130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431267" y="1488186"/>
            <a:ext cx="2167128" cy="2167128"/>
          </a:xfrm>
          <a:prstGeom prst="ellipse">
            <a:avLst/>
          </a:prstGeom>
          <a:noFill/>
          <a:ln w="130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431267" y="1488186"/>
            <a:ext cx="2167128" cy="2167128"/>
          </a:xfrm>
          <a:prstGeom prst="ellipse">
            <a:avLst/>
          </a:prstGeom>
          <a:noFill/>
          <a:ln w="130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83972" y="1382054"/>
            <a:ext cx="2524892" cy="2516157"/>
            <a:chOff x="4418562" y="1751561"/>
            <a:chExt cx="3366523" cy="3354876"/>
          </a:xfrm>
        </p:grpSpPr>
        <p:sp>
          <p:nvSpPr>
            <p:cNvPr id="3" name="弧形 2"/>
            <p:cNvSpPr/>
            <p:nvPr/>
          </p:nvSpPr>
          <p:spPr>
            <a:xfrm rot="2833931">
              <a:off x="4418562" y="1751561"/>
              <a:ext cx="3354876" cy="3354876"/>
            </a:xfrm>
            <a:prstGeom prst="arc">
              <a:avLst>
                <a:gd name="adj1" fmla="val 16980923"/>
                <a:gd name="adj2" fmla="val 20497075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7621799" y="2862092"/>
              <a:ext cx="163286" cy="1632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364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100" fill="hold"/>
                                        <p:tgtEl>
                                          <p:spTgt spid="4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3" dur="100" fill="hold"/>
                                        <p:tgtEl>
                                          <p:spTgt spid="4"/>
                                        </p:tgtEl>
                                      </p:cBhvr>
                                      <p:by x="85000" y="8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50"/>
                            </p:stCondLst>
                            <p:childTnLst>
                              <p:par>
                                <p:cTn id="1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8" dur="100" fill="hold"/>
                                        <p:tgtEl>
                                          <p:spTgt spid="4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50"/>
                            </p:stCondLst>
                            <p:childTnLst>
                              <p:par>
                                <p:cTn id="2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2331 0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72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5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0" dur="100" fill="hold"/>
                                        <p:tgtEl>
                                          <p:spTgt spid="5"/>
                                        </p:tgtEl>
                                      </p:cBhvr>
                                      <p:by x="85000" y="8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600"/>
                            </p:stCondLst>
                            <p:childTnLst>
                              <p:par>
                                <p:cTn id="32" presetID="6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100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6" presetClass="emph" presetSubtype="0" fill="hold" grpId="4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5" dur="100" fill="hold"/>
                                        <p:tgtEl>
                                          <p:spTgt spid="5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0"/>
                            </p:stCondLst>
                            <p:childTnLst>
                              <p:par>
                                <p:cTn id="3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96296E-6 L 0.00026 -0.47685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23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800"/>
                            </p:stCondLst>
                            <p:childTnLst>
                              <p:par>
                                <p:cTn id="40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250" fill="hold"/>
                                        <p:tgtEl>
                                          <p:spTgt spid="15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300"/>
                            </p:stCondLst>
                            <p:childTnLst>
                              <p:par>
                                <p:cTn id="4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47685 L -0.38347 -0.47685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062" y="1343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6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6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" presetClass="exit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" presetClass="exit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550"/>
                            </p:stCondLst>
                            <p:childTnLst>
                              <p:par>
                                <p:cTn id="8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11" grpId="0" animBg="1"/>
      <p:bldP spid="5" grpId="0"/>
      <p:bldP spid="5" grpId="1"/>
      <p:bldP spid="5" grpId="2"/>
      <p:bldP spid="5" grpId="3"/>
      <p:bldP spid="5" grpId="4"/>
      <p:bldP spid="16" grpId="0" animBg="1"/>
      <p:bldP spid="16" grpId="1" animBg="1"/>
      <p:bldP spid="16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66" name="Rectangle 62"/>
          <p:cNvSpPr>
            <a:spLocks noChangeArrowheads="1"/>
          </p:cNvSpPr>
          <p:nvPr/>
        </p:nvSpPr>
        <p:spPr bwMode="auto">
          <a:xfrm>
            <a:off x="-1627982" y="-2786657"/>
            <a:ext cx="11149013" cy="8990410"/>
          </a:xfrm>
          <a:prstGeom prst="rect">
            <a:avLst/>
          </a:prstGeom>
          <a:gradFill rotWithShape="1">
            <a:gsLst>
              <a:gs pos="0">
                <a:schemeClr val="bg1">
                  <a:alpha val="0"/>
                </a:schemeClr>
              </a:gs>
              <a:gs pos="100000">
                <a:srgbClr val="111111">
                  <a:alpha val="90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96259" name="Freeform 2"/>
          <p:cNvSpPr>
            <a:spLocks/>
          </p:cNvSpPr>
          <p:nvPr/>
        </p:nvSpPr>
        <p:spPr bwMode="auto">
          <a:xfrm>
            <a:off x="2474972" y="1590863"/>
            <a:ext cx="14287" cy="13097"/>
          </a:xfrm>
          <a:custGeom>
            <a:avLst/>
            <a:gdLst>
              <a:gd name="T0" fmla="*/ 2147483647 w 6"/>
              <a:gd name="T1" fmla="*/ 0 h 6"/>
              <a:gd name="T2" fmla="*/ 2147483647 w 6"/>
              <a:gd name="T3" fmla="*/ 2147483647 h 6"/>
              <a:gd name="T4" fmla="*/ 2147483647 w 6"/>
              <a:gd name="T5" fmla="*/ 2147483647 h 6"/>
              <a:gd name="T6" fmla="*/ 0 w 6"/>
              <a:gd name="T7" fmla="*/ 2147483647 h 6"/>
              <a:gd name="T8" fmla="*/ 2147483647 w 6"/>
              <a:gd name="T9" fmla="*/ 0 h 6"/>
              <a:gd name="T10" fmla="*/ 2147483647 w 6"/>
              <a:gd name="T11" fmla="*/ 0 h 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" h="6">
                <a:moveTo>
                  <a:pt x="5" y="0"/>
                </a:moveTo>
                <a:cubicBezTo>
                  <a:pt x="5" y="1"/>
                  <a:pt x="4" y="1"/>
                  <a:pt x="3" y="1"/>
                </a:cubicBezTo>
                <a:cubicBezTo>
                  <a:pt x="2" y="4"/>
                  <a:pt x="6" y="3"/>
                  <a:pt x="5" y="6"/>
                </a:cubicBezTo>
                <a:cubicBezTo>
                  <a:pt x="3" y="5"/>
                  <a:pt x="0" y="4"/>
                  <a:pt x="0" y="1"/>
                </a:cubicBezTo>
                <a:cubicBezTo>
                  <a:pt x="2" y="1"/>
                  <a:pt x="3" y="1"/>
                  <a:pt x="3" y="0"/>
                </a:cubicBezTo>
                <a:cubicBezTo>
                  <a:pt x="3" y="0"/>
                  <a:pt x="4" y="0"/>
                  <a:pt x="5" y="0"/>
                </a:cubicBezTo>
                <a:close/>
              </a:path>
            </a:pathLst>
          </a:custGeom>
          <a:solidFill>
            <a:srgbClr val="000000">
              <a:alpha val="2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08" name="Oval 4"/>
          <p:cNvSpPr>
            <a:spLocks noChangeArrowheads="1"/>
          </p:cNvSpPr>
          <p:nvPr/>
        </p:nvSpPr>
        <p:spPr bwMode="auto">
          <a:xfrm>
            <a:off x="2073276" y="2283619"/>
            <a:ext cx="268288" cy="24765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09" name="Line 5"/>
          <p:cNvSpPr>
            <a:spLocks noChangeShapeType="1"/>
          </p:cNvSpPr>
          <p:nvPr/>
        </p:nvSpPr>
        <p:spPr bwMode="auto">
          <a:xfrm>
            <a:off x="111125" y="1083648"/>
            <a:ext cx="2097088" cy="13227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10" name="Oval 6"/>
          <p:cNvSpPr>
            <a:spLocks noChangeArrowheads="1"/>
          </p:cNvSpPr>
          <p:nvPr/>
        </p:nvSpPr>
        <p:spPr bwMode="auto">
          <a:xfrm>
            <a:off x="1693875" y="2324287"/>
            <a:ext cx="268287" cy="245269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11" name="Line 7"/>
          <p:cNvSpPr>
            <a:spLocks noChangeShapeType="1"/>
          </p:cNvSpPr>
          <p:nvPr/>
        </p:nvSpPr>
        <p:spPr bwMode="auto">
          <a:xfrm>
            <a:off x="-468313" y="1481229"/>
            <a:ext cx="2297113" cy="966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12" name="Oval 8"/>
          <p:cNvSpPr>
            <a:spLocks noChangeArrowheads="1"/>
          </p:cNvSpPr>
          <p:nvPr/>
        </p:nvSpPr>
        <p:spPr bwMode="auto">
          <a:xfrm>
            <a:off x="3111500" y="1584722"/>
            <a:ext cx="266700" cy="24765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13" name="Line 9"/>
          <p:cNvSpPr>
            <a:spLocks noChangeShapeType="1"/>
          </p:cNvSpPr>
          <p:nvPr/>
        </p:nvSpPr>
        <p:spPr bwMode="auto">
          <a:xfrm>
            <a:off x="2743201" y="-596503"/>
            <a:ext cx="490538" cy="23050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14" name="Oval 10"/>
          <p:cNvSpPr>
            <a:spLocks noChangeArrowheads="1"/>
          </p:cNvSpPr>
          <p:nvPr/>
        </p:nvSpPr>
        <p:spPr bwMode="auto">
          <a:xfrm>
            <a:off x="5197475" y="1706166"/>
            <a:ext cx="266700" cy="24765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15" name="Line 11"/>
          <p:cNvSpPr>
            <a:spLocks noChangeShapeType="1"/>
          </p:cNvSpPr>
          <p:nvPr/>
        </p:nvSpPr>
        <p:spPr bwMode="auto">
          <a:xfrm flipH="1">
            <a:off x="5330827" y="-1337073"/>
            <a:ext cx="52388" cy="31682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16" name="Oval 12"/>
          <p:cNvSpPr>
            <a:spLocks noChangeArrowheads="1"/>
          </p:cNvSpPr>
          <p:nvPr/>
        </p:nvSpPr>
        <p:spPr bwMode="auto">
          <a:xfrm>
            <a:off x="6735781" y="1481138"/>
            <a:ext cx="268287" cy="24765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17" name="Line 13"/>
          <p:cNvSpPr>
            <a:spLocks noChangeShapeType="1"/>
          </p:cNvSpPr>
          <p:nvPr/>
        </p:nvSpPr>
        <p:spPr bwMode="auto">
          <a:xfrm flipH="1">
            <a:off x="6870700" y="-309563"/>
            <a:ext cx="846138" cy="1914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18" name="Oval 14"/>
          <p:cNvSpPr>
            <a:spLocks noChangeArrowheads="1"/>
          </p:cNvSpPr>
          <p:nvPr/>
        </p:nvSpPr>
        <p:spPr bwMode="auto">
          <a:xfrm>
            <a:off x="7048500" y="2942035"/>
            <a:ext cx="266700" cy="24765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19" name="Line 15"/>
          <p:cNvSpPr>
            <a:spLocks noChangeShapeType="1"/>
          </p:cNvSpPr>
          <p:nvPr/>
        </p:nvSpPr>
        <p:spPr bwMode="auto">
          <a:xfrm flipH="1" flipV="1">
            <a:off x="7292977" y="3107625"/>
            <a:ext cx="1739900" cy="369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20" name="Oval 16"/>
          <p:cNvSpPr>
            <a:spLocks noChangeArrowheads="1"/>
          </p:cNvSpPr>
          <p:nvPr/>
        </p:nvSpPr>
        <p:spPr bwMode="auto">
          <a:xfrm>
            <a:off x="1717677" y="3352987"/>
            <a:ext cx="268288" cy="245269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21" name="Oval 17"/>
          <p:cNvSpPr>
            <a:spLocks noChangeArrowheads="1"/>
          </p:cNvSpPr>
          <p:nvPr/>
        </p:nvSpPr>
        <p:spPr bwMode="auto">
          <a:xfrm>
            <a:off x="1495425" y="3107716"/>
            <a:ext cx="266700" cy="245269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22" name="Line 18"/>
          <p:cNvSpPr>
            <a:spLocks noChangeShapeType="1"/>
          </p:cNvSpPr>
          <p:nvPr/>
        </p:nvSpPr>
        <p:spPr bwMode="auto">
          <a:xfrm flipV="1">
            <a:off x="-133348" y="3228975"/>
            <a:ext cx="1762125" cy="247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23" name="Oval 19"/>
          <p:cNvSpPr>
            <a:spLocks noChangeArrowheads="1"/>
          </p:cNvSpPr>
          <p:nvPr/>
        </p:nvSpPr>
        <p:spPr bwMode="auto">
          <a:xfrm>
            <a:off x="1538294" y="4112419"/>
            <a:ext cx="268287" cy="24765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24" name="Line 20"/>
          <p:cNvSpPr>
            <a:spLocks noChangeShapeType="1"/>
          </p:cNvSpPr>
          <p:nvPr/>
        </p:nvSpPr>
        <p:spPr bwMode="auto">
          <a:xfrm flipV="1">
            <a:off x="75" y="4237622"/>
            <a:ext cx="1673225" cy="766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25" name="Oval 21"/>
          <p:cNvSpPr>
            <a:spLocks noChangeArrowheads="1"/>
          </p:cNvSpPr>
          <p:nvPr/>
        </p:nvSpPr>
        <p:spPr bwMode="auto">
          <a:xfrm>
            <a:off x="4126088" y="4237435"/>
            <a:ext cx="268287" cy="24765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26" name="Line 22"/>
          <p:cNvSpPr>
            <a:spLocks noChangeShapeType="1"/>
          </p:cNvSpPr>
          <p:nvPr/>
        </p:nvSpPr>
        <p:spPr bwMode="auto">
          <a:xfrm flipV="1">
            <a:off x="4260850" y="4360256"/>
            <a:ext cx="0" cy="14608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27" name="Oval 23"/>
          <p:cNvSpPr>
            <a:spLocks noChangeArrowheads="1"/>
          </p:cNvSpPr>
          <p:nvPr/>
        </p:nvSpPr>
        <p:spPr bwMode="auto">
          <a:xfrm>
            <a:off x="4394200" y="3786291"/>
            <a:ext cx="266700" cy="24646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28" name="Line 24"/>
          <p:cNvSpPr>
            <a:spLocks noChangeShapeType="1"/>
          </p:cNvSpPr>
          <p:nvPr/>
        </p:nvSpPr>
        <p:spPr bwMode="auto">
          <a:xfrm flipH="1" flipV="1">
            <a:off x="4527552" y="3929065"/>
            <a:ext cx="88900" cy="32504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29" name="Oval 25"/>
          <p:cNvSpPr>
            <a:spLocks noChangeArrowheads="1"/>
          </p:cNvSpPr>
          <p:nvPr/>
        </p:nvSpPr>
        <p:spPr bwMode="auto">
          <a:xfrm>
            <a:off x="3055938" y="3929166"/>
            <a:ext cx="266700" cy="24646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30" name="Line 26"/>
          <p:cNvSpPr>
            <a:spLocks noChangeShapeType="1"/>
          </p:cNvSpPr>
          <p:nvPr/>
        </p:nvSpPr>
        <p:spPr bwMode="auto">
          <a:xfrm flipV="1">
            <a:off x="2743200" y="4052887"/>
            <a:ext cx="446088" cy="2466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31" name="Oval 27"/>
          <p:cNvSpPr>
            <a:spLocks noChangeArrowheads="1"/>
          </p:cNvSpPr>
          <p:nvPr/>
        </p:nvSpPr>
        <p:spPr bwMode="auto">
          <a:xfrm>
            <a:off x="5597525" y="4195763"/>
            <a:ext cx="266700" cy="24765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32" name="Line 28"/>
          <p:cNvSpPr>
            <a:spLocks noChangeShapeType="1"/>
          </p:cNvSpPr>
          <p:nvPr/>
        </p:nvSpPr>
        <p:spPr bwMode="auto">
          <a:xfrm flipH="1" flipV="1">
            <a:off x="5730920" y="4319588"/>
            <a:ext cx="536575" cy="1666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33" name="Oval 29"/>
          <p:cNvSpPr>
            <a:spLocks noChangeArrowheads="1"/>
          </p:cNvSpPr>
          <p:nvPr/>
        </p:nvSpPr>
        <p:spPr bwMode="auto">
          <a:xfrm>
            <a:off x="7450138" y="2531297"/>
            <a:ext cx="266700" cy="245269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34" name="Line 30"/>
          <p:cNvSpPr>
            <a:spLocks noChangeShapeType="1"/>
          </p:cNvSpPr>
          <p:nvPr/>
        </p:nvSpPr>
        <p:spPr bwMode="auto">
          <a:xfrm flipH="1">
            <a:off x="7585075" y="2652713"/>
            <a:ext cx="1581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35" name="Oval 31"/>
          <p:cNvSpPr>
            <a:spLocks noChangeArrowheads="1"/>
          </p:cNvSpPr>
          <p:nvPr/>
        </p:nvSpPr>
        <p:spPr bwMode="auto">
          <a:xfrm>
            <a:off x="7181850" y="3805237"/>
            <a:ext cx="266700" cy="24765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36" name="Line 32"/>
          <p:cNvSpPr>
            <a:spLocks noChangeShapeType="1"/>
          </p:cNvSpPr>
          <p:nvPr/>
        </p:nvSpPr>
        <p:spPr bwMode="auto">
          <a:xfrm flipH="1" flipV="1">
            <a:off x="7315218" y="3929251"/>
            <a:ext cx="1114425" cy="1646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37" name="Oval 33"/>
          <p:cNvSpPr>
            <a:spLocks noChangeArrowheads="1"/>
          </p:cNvSpPr>
          <p:nvPr/>
        </p:nvSpPr>
        <p:spPr bwMode="auto">
          <a:xfrm>
            <a:off x="7494588" y="1564662"/>
            <a:ext cx="266700" cy="245269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38" name="Line 34"/>
          <p:cNvSpPr>
            <a:spLocks noChangeShapeType="1"/>
          </p:cNvSpPr>
          <p:nvPr/>
        </p:nvSpPr>
        <p:spPr bwMode="auto">
          <a:xfrm flipH="1">
            <a:off x="7627938" y="638175"/>
            <a:ext cx="1471612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39" name="Oval 35"/>
          <p:cNvSpPr>
            <a:spLocks noChangeArrowheads="1"/>
          </p:cNvSpPr>
          <p:nvPr/>
        </p:nvSpPr>
        <p:spPr bwMode="auto">
          <a:xfrm>
            <a:off x="4349750" y="1235912"/>
            <a:ext cx="266700" cy="245269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40" name="Line 36"/>
          <p:cNvSpPr>
            <a:spLocks noChangeShapeType="1"/>
          </p:cNvSpPr>
          <p:nvPr/>
        </p:nvSpPr>
        <p:spPr bwMode="auto">
          <a:xfrm flipH="1">
            <a:off x="4483102" y="-596504"/>
            <a:ext cx="44450" cy="19538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41" name="Oval 37"/>
          <p:cNvSpPr>
            <a:spLocks noChangeArrowheads="1"/>
          </p:cNvSpPr>
          <p:nvPr/>
        </p:nvSpPr>
        <p:spPr bwMode="auto">
          <a:xfrm>
            <a:off x="1538294" y="1540669"/>
            <a:ext cx="268287" cy="24765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42" name="Line 38"/>
          <p:cNvSpPr>
            <a:spLocks noChangeShapeType="1"/>
          </p:cNvSpPr>
          <p:nvPr/>
        </p:nvSpPr>
        <p:spPr bwMode="auto">
          <a:xfrm>
            <a:off x="-133341" y="266880"/>
            <a:ext cx="1806575" cy="13989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43" name="Line 39"/>
          <p:cNvSpPr>
            <a:spLocks noChangeShapeType="1"/>
          </p:cNvSpPr>
          <p:nvPr/>
        </p:nvSpPr>
        <p:spPr bwMode="auto">
          <a:xfrm flipV="1">
            <a:off x="-468313" y="3476727"/>
            <a:ext cx="2274888" cy="6357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44" name="Freeform 40"/>
          <p:cNvSpPr>
            <a:spLocks/>
          </p:cNvSpPr>
          <p:nvPr/>
        </p:nvSpPr>
        <p:spPr bwMode="auto">
          <a:xfrm rot="2172561">
            <a:off x="65264" y="2182513"/>
            <a:ext cx="4124325" cy="5699522"/>
          </a:xfrm>
          <a:custGeom>
            <a:avLst/>
            <a:gdLst>
              <a:gd name="T0" fmla="*/ 2147483647 w 4194"/>
              <a:gd name="T1" fmla="*/ 2147483647 h 6283"/>
              <a:gd name="T2" fmla="*/ 2147483647 w 4194"/>
              <a:gd name="T3" fmla="*/ 2147483647 h 6283"/>
              <a:gd name="T4" fmla="*/ 2147483647 w 4194"/>
              <a:gd name="T5" fmla="*/ 2147483647 h 6283"/>
              <a:gd name="T6" fmla="*/ 2147483647 w 4194"/>
              <a:gd name="T7" fmla="*/ 2147483647 h 6283"/>
              <a:gd name="T8" fmla="*/ 2147483647 w 4194"/>
              <a:gd name="T9" fmla="*/ 2147483647 h 6283"/>
              <a:gd name="T10" fmla="*/ 2147483647 w 4194"/>
              <a:gd name="T11" fmla="*/ 2147483647 h 6283"/>
              <a:gd name="T12" fmla="*/ 2147483647 w 4194"/>
              <a:gd name="T13" fmla="*/ 2147483647 h 6283"/>
              <a:gd name="T14" fmla="*/ 2147483647 w 4194"/>
              <a:gd name="T15" fmla="*/ 2147483647 h 6283"/>
              <a:gd name="T16" fmla="*/ 2147483647 w 4194"/>
              <a:gd name="T17" fmla="*/ 2147483647 h 6283"/>
              <a:gd name="T18" fmla="*/ 2147483647 w 4194"/>
              <a:gd name="T19" fmla="*/ 2147483647 h 6283"/>
              <a:gd name="T20" fmla="*/ 2147483647 w 4194"/>
              <a:gd name="T21" fmla="*/ 2147483647 h 6283"/>
              <a:gd name="T22" fmla="*/ 2147483647 w 4194"/>
              <a:gd name="T23" fmla="*/ 2147483647 h 6283"/>
              <a:gd name="T24" fmla="*/ 2147483647 w 4194"/>
              <a:gd name="T25" fmla="*/ 2147483647 h 6283"/>
              <a:gd name="T26" fmla="*/ 2147483647 w 4194"/>
              <a:gd name="T27" fmla="*/ 2147483647 h 6283"/>
              <a:gd name="T28" fmla="*/ 2147483647 w 4194"/>
              <a:gd name="T29" fmla="*/ 2147483647 h 6283"/>
              <a:gd name="T30" fmla="*/ 2147483647 w 4194"/>
              <a:gd name="T31" fmla="*/ 2147483647 h 6283"/>
              <a:gd name="T32" fmla="*/ 2147483647 w 4194"/>
              <a:gd name="T33" fmla="*/ 2147483647 h 6283"/>
              <a:gd name="T34" fmla="*/ 2147483647 w 4194"/>
              <a:gd name="T35" fmla="*/ 2147483647 h 6283"/>
              <a:gd name="T36" fmla="*/ 2147483647 w 4194"/>
              <a:gd name="T37" fmla="*/ 2147483647 h 6283"/>
              <a:gd name="T38" fmla="*/ 2147483647 w 4194"/>
              <a:gd name="T39" fmla="*/ 2147483647 h 6283"/>
              <a:gd name="T40" fmla="*/ 2147483647 w 4194"/>
              <a:gd name="T41" fmla="*/ 2147483647 h 6283"/>
              <a:gd name="T42" fmla="*/ 2147483647 w 4194"/>
              <a:gd name="T43" fmla="*/ 2147483647 h 6283"/>
              <a:gd name="T44" fmla="*/ 2147483647 w 4194"/>
              <a:gd name="T45" fmla="*/ 2147483647 h 6283"/>
              <a:gd name="T46" fmla="*/ 2147483647 w 4194"/>
              <a:gd name="T47" fmla="*/ 2147483647 h 6283"/>
              <a:gd name="T48" fmla="*/ 2147483647 w 4194"/>
              <a:gd name="T49" fmla="*/ 2147483647 h 6283"/>
              <a:gd name="T50" fmla="*/ 2147483647 w 4194"/>
              <a:gd name="T51" fmla="*/ 2147483647 h 6283"/>
              <a:gd name="T52" fmla="*/ 2147483647 w 4194"/>
              <a:gd name="T53" fmla="*/ 2147483647 h 6283"/>
              <a:gd name="T54" fmla="*/ 2147483647 w 4194"/>
              <a:gd name="T55" fmla="*/ 2147483647 h 6283"/>
              <a:gd name="T56" fmla="*/ 2147483647 w 4194"/>
              <a:gd name="T57" fmla="*/ 2147483647 h 6283"/>
              <a:gd name="T58" fmla="*/ 2147483647 w 4194"/>
              <a:gd name="T59" fmla="*/ 2147483647 h 6283"/>
              <a:gd name="T60" fmla="*/ 2147483647 w 4194"/>
              <a:gd name="T61" fmla="*/ 2147483647 h 6283"/>
              <a:gd name="T62" fmla="*/ 2147483647 w 4194"/>
              <a:gd name="T63" fmla="*/ 2147483647 h 6283"/>
              <a:gd name="T64" fmla="*/ 2147483647 w 4194"/>
              <a:gd name="T65" fmla="*/ 2147483647 h 6283"/>
              <a:gd name="T66" fmla="*/ 2147483647 w 4194"/>
              <a:gd name="T67" fmla="*/ 2147483647 h 6283"/>
              <a:gd name="T68" fmla="*/ 2147483647 w 4194"/>
              <a:gd name="T69" fmla="*/ 2147483647 h 6283"/>
              <a:gd name="T70" fmla="*/ 2147483647 w 4194"/>
              <a:gd name="T71" fmla="*/ 2147483647 h 6283"/>
              <a:gd name="T72" fmla="*/ 2147483647 w 4194"/>
              <a:gd name="T73" fmla="*/ 2147483647 h 6283"/>
              <a:gd name="T74" fmla="*/ 2147483647 w 4194"/>
              <a:gd name="T75" fmla="*/ 2147483647 h 6283"/>
              <a:gd name="T76" fmla="*/ 2147483647 w 4194"/>
              <a:gd name="T77" fmla="*/ 2147483647 h 6283"/>
              <a:gd name="T78" fmla="*/ 2147483647 w 4194"/>
              <a:gd name="T79" fmla="*/ 2147483647 h 6283"/>
              <a:gd name="T80" fmla="*/ 2147483647 w 4194"/>
              <a:gd name="T81" fmla="*/ 2147483647 h 6283"/>
              <a:gd name="T82" fmla="*/ 2147483647 w 4194"/>
              <a:gd name="T83" fmla="*/ 2147483647 h 6283"/>
              <a:gd name="T84" fmla="*/ 2147483647 w 4194"/>
              <a:gd name="T85" fmla="*/ 2147483647 h 6283"/>
              <a:gd name="T86" fmla="*/ 2147483647 w 4194"/>
              <a:gd name="T87" fmla="*/ 2147483647 h 6283"/>
              <a:gd name="T88" fmla="*/ 2147483647 w 4194"/>
              <a:gd name="T89" fmla="*/ 2147483647 h 6283"/>
              <a:gd name="T90" fmla="*/ 2147483647 w 4194"/>
              <a:gd name="T91" fmla="*/ 2147483647 h 6283"/>
              <a:gd name="T92" fmla="*/ 2147483647 w 4194"/>
              <a:gd name="T93" fmla="*/ 2147483647 h 6283"/>
              <a:gd name="T94" fmla="*/ 2147483647 w 4194"/>
              <a:gd name="T95" fmla="*/ 2147483647 h 6283"/>
              <a:gd name="T96" fmla="*/ 2147483647 w 4194"/>
              <a:gd name="T97" fmla="*/ 2147483647 h 6283"/>
              <a:gd name="T98" fmla="*/ 2147483647 w 4194"/>
              <a:gd name="T99" fmla="*/ 2147483647 h 6283"/>
              <a:gd name="T100" fmla="*/ 2147483647 w 4194"/>
              <a:gd name="T101" fmla="*/ 2147483647 h 6283"/>
              <a:gd name="T102" fmla="*/ 2147483647 w 4194"/>
              <a:gd name="T103" fmla="*/ 2147483647 h 6283"/>
              <a:gd name="T104" fmla="*/ 2147483647 w 4194"/>
              <a:gd name="T105" fmla="*/ 2147483647 h 6283"/>
              <a:gd name="T106" fmla="*/ 2147483647 w 4194"/>
              <a:gd name="T107" fmla="*/ 2147483647 h 6283"/>
              <a:gd name="T108" fmla="*/ 2147483647 w 4194"/>
              <a:gd name="T109" fmla="*/ 2147483647 h 6283"/>
              <a:gd name="T110" fmla="*/ 2147483647 w 4194"/>
              <a:gd name="T111" fmla="*/ 2147483647 h 6283"/>
              <a:gd name="T112" fmla="*/ 2147483647 w 4194"/>
              <a:gd name="T113" fmla="*/ 2147483647 h 6283"/>
              <a:gd name="T114" fmla="*/ 2147483647 w 4194"/>
              <a:gd name="T115" fmla="*/ 2147483647 h 6283"/>
              <a:gd name="T116" fmla="*/ 2147483647 w 4194"/>
              <a:gd name="T117" fmla="*/ 2147483647 h 6283"/>
              <a:gd name="T118" fmla="*/ 2147483647 w 4194"/>
              <a:gd name="T119" fmla="*/ 2147483647 h 6283"/>
              <a:gd name="T120" fmla="*/ 2147483647 w 4194"/>
              <a:gd name="T121" fmla="*/ 2147483647 h 6283"/>
              <a:gd name="T122" fmla="*/ 2147483647 w 4194"/>
              <a:gd name="T123" fmla="*/ 2147483647 h 628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4194" h="6283">
                <a:moveTo>
                  <a:pt x="3413" y="4747"/>
                </a:moveTo>
                <a:cubicBezTo>
                  <a:pt x="3525" y="4944"/>
                  <a:pt x="4194" y="5675"/>
                  <a:pt x="4085" y="5931"/>
                </a:cubicBezTo>
                <a:cubicBezTo>
                  <a:pt x="3831" y="5931"/>
                  <a:pt x="3012" y="6283"/>
                  <a:pt x="2757" y="6283"/>
                </a:cubicBezTo>
                <a:cubicBezTo>
                  <a:pt x="2619" y="6283"/>
                  <a:pt x="1816" y="4438"/>
                  <a:pt x="1816" y="4314"/>
                </a:cubicBezTo>
                <a:lnTo>
                  <a:pt x="1611" y="3879"/>
                </a:lnTo>
                <a:lnTo>
                  <a:pt x="1179" y="3037"/>
                </a:lnTo>
                <a:cubicBezTo>
                  <a:pt x="1092" y="2874"/>
                  <a:pt x="1155" y="2968"/>
                  <a:pt x="1100" y="2892"/>
                </a:cubicBezTo>
                <a:cubicBezTo>
                  <a:pt x="1044" y="2815"/>
                  <a:pt x="915" y="2690"/>
                  <a:pt x="848" y="2582"/>
                </a:cubicBezTo>
                <a:cubicBezTo>
                  <a:pt x="781" y="2474"/>
                  <a:pt x="742" y="2361"/>
                  <a:pt x="694" y="2245"/>
                </a:cubicBezTo>
                <a:cubicBezTo>
                  <a:pt x="643" y="2131"/>
                  <a:pt x="598" y="1957"/>
                  <a:pt x="560" y="1876"/>
                </a:cubicBezTo>
                <a:cubicBezTo>
                  <a:pt x="523" y="1795"/>
                  <a:pt x="508" y="1804"/>
                  <a:pt x="470" y="1759"/>
                </a:cubicBezTo>
                <a:cubicBezTo>
                  <a:pt x="433" y="1714"/>
                  <a:pt x="375" y="1657"/>
                  <a:pt x="331" y="1606"/>
                </a:cubicBezTo>
                <a:cubicBezTo>
                  <a:pt x="288" y="1555"/>
                  <a:pt x="255" y="1530"/>
                  <a:pt x="205" y="1455"/>
                </a:cubicBezTo>
                <a:cubicBezTo>
                  <a:pt x="160" y="1378"/>
                  <a:pt x="63" y="1224"/>
                  <a:pt x="37" y="1154"/>
                </a:cubicBezTo>
                <a:cubicBezTo>
                  <a:pt x="7" y="1083"/>
                  <a:pt x="0" y="1053"/>
                  <a:pt x="25" y="1028"/>
                </a:cubicBezTo>
                <a:cubicBezTo>
                  <a:pt x="25" y="962"/>
                  <a:pt x="136" y="962"/>
                  <a:pt x="192" y="999"/>
                </a:cubicBezTo>
                <a:cubicBezTo>
                  <a:pt x="247" y="1037"/>
                  <a:pt x="304" y="1179"/>
                  <a:pt x="361" y="1251"/>
                </a:cubicBezTo>
                <a:cubicBezTo>
                  <a:pt x="420" y="1325"/>
                  <a:pt x="488" y="1380"/>
                  <a:pt x="536" y="1432"/>
                </a:cubicBezTo>
                <a:lnTo>
                  <a:pt x="653" y="1567"/>
                </a:lnTo>
                <a:cubicBezTo>
                  <a:pt x="915" y="1567"/>
                  <a:pt x="665" y="1278"/>
                  <a:pt x="665" y="1173"/>
                </a:cubicBezTo>
                <a:lnTo>
                  <a:pt x="631" y="1013"/>
                </a:lnTo>
                <a:cubicBezTo>
                  <a:pt x="610" y="927"/>
                  <a:pt x="559" y="739"/>
                  <a:pt x="538" y="664"/>
                </a:cubicBezTo>
                <a:cubicBezTo>
                  <a:pt x="518" y="589"/>
                  <a:pt x="518" y="607"/>
                  <a:pt x="506" y="565"/>
                </a:cubicBezTo>
                <a:cubicBezTo>
                  <a:pt x="494" y="523"/>
                  <a:pt x="442" y="451"/>
                  <a:pt x="464" y="409"/>
                </a:cubicBezTo>
                <a:cubicBezTo>
                  <a:pt x="464" y="313"/>
                  <a:pt x="646" y="298"/>
                  <a:pt x="646" y="313"/>
                </a:cubicBezTo>
                <a:cubicBezTo>
                  <a:pt x="757" y="366"/>
                  <a:pt x="797" y="676"/>
                  <a:pt x="835" y="770"/>
                </a:cubicBezTo>
                <a:lnTo>
                  <a:pt x="875" y="878"/>
                </a:lnTo>
                <a:lnTo>
                  <a:pt x="1041" y="1292"/>
                </a:lnTo>
                <a:cubicBezTo>
                  <a:pt x="1067" y="1293"/>
                  <a:pt x="1005" y="914"/>
                  <a:pt x="987" y="788"/>
                </a:cubicBezTo>
                <a:lnTo>
                  <a:pt x="947" y="523"/>
                </a:lnTo>
                <a:cubicBezTo>
                  <a:pt x="947" y="360"/>
                  <a:pt x="748" y="1"/>
                  <a:pt x="974" y="1"/>
                </a:cubicBezTo>
                <a:cubicBezTo>
                  <a:pt x="974" y="1"/>
                  <a:pt x="1031" y="0"/>
                  <a:pt x="1047" y="7"/>
                </a:cubicBezTo>
                <a:cubicBezTo>
                  <a:pt x="1064" y="15"/>
                  <a:pt x="1065" y="25"/>
                  <a:pt x="1077" y="51"/>
                </a:cubicBezTo>
                <a:cubicBezTo>
                  <a:pt x="1089" y="76"/>
                  <a:pt x="1086" y="61"/>
                  <a:pt x="1118" y="163"/>
                </a:cubicBezTo>
                <a:cubicBezTo>
                  <a:pt x="1149" y="265"/>
                  <a:pt x="1235" y="521"/>
                  <a:pt x="1271" y="667"/>
                </a:cubicBezTo>
                <a:cubicBezTo>
                  <a:pt x="1307" y="812"/>
                  <a:pt x="1304" y="951"/>
                  <a:pt x="1333" y="1035"/>
                </a:cubicBezTo>
                <a:cubicBezTo>
                  <a:pt x="1365" y="1100"/>
                  <a:pt x="1369" y="1337"/>
                  <a:pt x="1455" y="1170"/>
                </a:cubicBezTo>
                <a:cubicBezTo>
                  <a:pt x="1473" y="1142"/>
                  <a:pt x="1464" y="936"/>
                  <a:pt x="1464" y="856"/>
                </a:cubicBezTo>
                <a:cubicBezTo>
                  <a:pt x="1464" y="775"/>
                  <a:pt x="1458" y="734"/>
                  <a:pt x="1458" y="688"/>
                </a:cubicBezTo>
                <a:cubicBezTo>
                  <a:pt x="1462" y="589"/>
                  <a:pt x="1464" y="610"/>
                  <a:pt x="1464" y="572"/>
                </a:cubicBezTo>
                <a:cubicBezTo>
                  <a:pt x="1464" y="535"/>
                  <a:pt x="1455" y="527"/>
                  <a:pt x="1458" y="458"/>
                </a:cubicBezTo>
                <a:cubicBezTo>
                  <a:pt x="1458" y="366"/>
                  <a:pt x="1434" y="204"/>
                  <a:pt x="1483" y="154"/>
                </a:cubicBezTo>
                <a:cubicBezTo>
                  <a:pt x="1519" y="118"/>
                  <a:pt x="1665" y="108"/>
                  <a:pt x="1665" y="178"/>
                </a:cubicBezTo>
                <a:cubicBezTo>
                  <a:pt x="1701" y="241"/>
                  <a:pt x="1713" y="261"/>
                  <a:pt x="1738" y="478"/>
                </a:cubicBezTo>
                <a:cubicBezTo>
                  <a:pt x="1764" y="695"/>
                  <a:pt x="1793" y="1293"/>
                  <a:pt x="1816" y="1480"/>
                </a:cubicBezTo>
                <a:lnTo>
                  <a:pt x="1871" y="1599"/>
                </a:lnTo>
                <a:lnTo>
                  <a:pt x="1930" y="1671"/>
                </a:lnTo>
                <a:lnTo>
                  <a:pt x="2047" y="1788"/>
                </a:lnTo>
                <a:cubicBezTo>
                  <a:pt x="2128" y="1791"/>
                  <a:pt x="2232" y="1621"/>
                  <a:pt x="2285" y="1563"/>
                </a:cubicBezTo>
                <a:cubicBezTo>
                  <a:pt x="2345" y="1494"/>
                  <a:pt x="2354" y="1437"/>
                  <a:pt x="2411" y="1374"/>
                </a:cubicBezTo>
                <a:cubicBezTo>
                  <a:pt x="2511" y="1272"/>
                  <a:pt x="2559" y="1205"/>
                  <a:pt x="2627" y="1181"/>
                </a:cubicBezTo>
                <a:cubicBezTo>
                  <a:pt x="2694" y="1157"/>
                  <a:pt x="2790" y="1209"/>
                  <a:pt x="2815" y="1229"/>
                </a:cubicBezTo>
                <a:cubicBezTo>
                  <a:pt x="2841" y="1248"/>
                  <a:pt x="2800" y="1262"/>
                  <a:pt x="2779" y="1301"/>
                </a:cubicBezTo>
                <a:cubicBezTo>
                  <a:pt x="2758" y="1340"/>
                  <a:pt x="2713" y="1410"/>
                  <a:pt x="2688" y="1461"/>
                </a:cubicBezTo>
                <a:cubicBezTo>
                  <a:pt x="2662" y="1512"/>
                  <a:pt x="2658" y="1548"/>
                  <a:pt x="2628" y="1611"/>
                </a:cubicBezTo>
                <a:cubicBezTo>
                  <a:pt x="2598" y="1674"/>
                  <a:pt x="2544" y="1752"/>
                  <a:pt x="2507" y="1835"/>
                </a:cubicBezTo>
                <a:cubicBezTo>
                  <a:pt x="2469" y="1919"/>
                  <a:pt x="2445" y="2020"/>
                  <a:pt x="2403" y="2117"/>
                </a:cubicBezTo>
                <a:cubicBezTo>
                  <a:pt x="2361" y="2215"/>
                  <a:pt x="2295" y="2328"/>
                  <a:pt x="2250" y="2420"/>
                </a:cubicBezTo>
                <a:lnTo>
                  <a:pt x="2179" y="2531"/>
                </a:lnTo>
                <a:lnTo>
                  <a:pt x="2143" y="2666"/>
                </a:lnTo>
                <a:cubicBezTo>
                  <a:pt x="2155" y="2733"/>
                  <a:pt x="2156" y="2755"/>
                  <a:pt x="2250" y="2940"/>
                </a:cubicBezTo>
                <a:lnTo>
                  <a:pt x="2707" y="3776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45" name="Freeform 41"/>
          <p:cNvSpPr>
            <a:spLocks/>
          </p:cNvSpPr>
          <p:nvPr/>
        </p:nvSpPr>
        <p:spPr bwMode="auto">
          <a:xfrm rot="19185568" flipH="1">
            <a:off x="5118117" y="1605064"/>
            <a:ext cx="4124325" cy="5699522"/>
          </a:xfrm>
          <a:custGeom>
            <a:avLst/>
            <a:gdLst>
              <a:gd name="T0" fmla="*/ 2147483647 w 4194"/>
              <a:gd name="T1" fmla="*/ 2147483647 h 6283"/>
              <a:gd name="T2" fmla="*/ 2147483647 w 4194"/>
              <a:gd name="T3" fmla="*/ 2147483647 h 6283"/>
              <a:gd name="T4" fmla="*/ 2147483647 w 4194"/>
              <a:gd name="T5" fmla="*/ 2147483647 h 6283"/>
              <a:gd name="T6" fmla="*/ 2147483647 w 4194"/>
              <a:gd name="T7" fmla="*/ 2147483647 h 6283"/>
              <a:gd name="T8" fmla="*/ 2147483647 w 4194"/>
              <a:gd name="T9" fmla="*/ 2147483647 h 6283"/>
              <a:gd name="T10" fmla="*/ 2147483647 w 4194"/>
              <a:gd name="T11" fmla="*/ 2147483647 h 6283"/>
              <a:gd name="T12" fmla="*/ 2147483647 w 4194"/>
              <a:gd name="T13" fmla="*/ 2147483647 h 6283"/>
              <a:gd name="T14" fmla="*/ 2147483647 w 4194"/>
              <a:gd name="T15" fmla="*/ 2147483647 h 6283"/>
              <a:gd name="T16" fmla="*/ 2147483647 w 4194"/>
              <a:gd name="T17" fmla="*/ 2147483647 h 6283"/>
              <a:gd name="T18" fmla="*/ 2147483647 w 4194"/>
              <a:gd name="T19" fmla="*/ 2147483647 h 6283"/>
              <a:gd name="T20" fmla="*/ 2147483647 w 4194"/>
              <a:gd name="T21" fmla="*/ 2147483647 h 6283"/>
              <a:gd name="T22" fmla="*/ 2147483647 w 4194"/>
              <a:gd name="T23" fmla="*/ 2147483647 h 6283"/>
              <a:gd name="T24" fmla="*/ 2147483647 w 4194"/>
              <a:gd name="T25" fmla="*/ 2147483647 h 6283"/>
              <a:gd name="T26" fmla="*/ 2147483647 w 4194"/>
              <a:gd name="T27" fmla="*/ 2147483647 h 6283"/>
              <a:gd name="T28" fmla="*/ 2147483647 w 4194"/>
              <a:gd name="T29" fmla="*/ 2147483647 h 6283"/>
              <a:gd name="T30" fmla="*/ 2147483647 w 4194"/>
              <a:gd name="T31" fmla="*/ 2147483647 h 6283"/>
              <a:gd name="T32" fmla="*/ 2147483647 w 4194"/>
              <a:gd name="T33" fmla="*/ 2147483647 h 6283"/>
              <a:gd name="T34" fmla="*/ 2147483647 w 4194"/>
              <a:gd name="T35" fmla="*/ 2147483647 h 6283"/>
              <a:gd name="T36" fmla="*/ 2147483647 w 4194"/>
              <a:gd name="T37" fmla="*/ 2147483647 h 6283"/>
              <a:gd name="T38" fmla="*/ 2147483647 w 4194"/>
              <a:gd name="T39" fmla="*/ 2147483647 h 6283"/>
              <a:gd name="T40" fmla="*/ 2147483647 w 4194"/>
              <a:gd name="T41" fmla="*/ 2147483647 h 6283"/>
              <a:gd name="T42" fmla="*/ 2147483647 w 4194"/>
              <a:gd name="T43" fmla="*/ 2147483647 h 6283"/>
              <a:gd name="T44" fmla="*/ 2147483647 w 4194"/>
              <a:gd name="T45" fmla="*/ 2147483647 h 6283"/>
              <a:gd name="T46" fmla="*/ 2147483647 w 4194"/>
              <a:gd name="T47" fmla="*/ 2147483647 h 6283"/>
              <a:gd name="T48" fmla="*/ 2147483647 w 4194"/>
              <a:gd name="T49" fmla="*/ 2147483647 h 6283"/>
              <a:gd name="T50" fmla="*/ 2147483647 w 4194"/>
              <a:gd name="T51" fmla="*/ 2147483647 h 6283"/>
              <a:gd name="T52" fmla="*/ 2147483647 w 4194"/>
              <a:gd name="T53" fmla="*/ 2147483647 h 6283"/>
              <a:gd name="T54" fmla="*/ 2147483647 w 4194"/>
              <a:gd name="T55" fmla="*/ 2147483647 h 6283"/>
              <a:gd name="T56" fmla="*/ 2147483647 w 4194"/>
              <a:gd name="T57" fmla="*/ 2147483647 h 6283"/>
              <a:gd name="T58" fmla="*/ 2147483647 w 4194"/>
              <a:gd name="T59" fmla="*/ 2147483647 h 6283"/>
              <a:gd name="T60" fmla="*/ 2147483647 w 4194"/>
              <a:gd name="T61" fmla="*/ 2147483647 h 6283"/>
              <a:gd name="T62" fmla="*/ 2147483647 w 4194"/>
              <a:gd name="T63" fmla="*/ 2147483647 h 6283"/>
              <a:gd name="T64" fmla="*/ 2147483647 w 4194"/>
              <a:gd name="T65" fmla="*/ 2147483647 h 6283"/>
              <a:gd name="T66" fmla="*/ 2147483647 w 4194"/>
              <a:gd name="T67" fmla="*/ 2147483647 h 6283"/>
              <a:gd name="T68" fmla="*/ 2147483647 w 4194"/>
              <a:gd name="T69" fmla="*/ 2147483647 h 6283"/>
              <a:gd name="T70" fmla="*/ 2147483647 w 4194"/>
              <a:gd name="T71" fmla="*/ 2147483647 h 6283"/>
              <a:gd name="T72" fmla="*/ 2147483647 w 4194"/>
              <a:gd name="T73" fmla="*/ 2147483647 h 6283"/>
              <a:gd name="T74" fmla="*/ 2147483647 w 4194"/>
              <a:gd name="T75" fmla="*/ 2147483647 h 6283"/>
              <a:gd name="T76" fmla="*/ 2147483647 w 4194"/>
              <a:gd name="T77" fmla="*/ 2147483647 h 6283"/>
              <a:gd name="T78" fmla="*/ 2147483647 w 4194"/>
              <a:gd name="T79" fmla="*/ 2147483647 h 6283"/>
              <a:gd name="T80" fmla="*/ 2147483647 w 4194"/>
              <a:gd name="T81" fmla="*/ 2147483647 h 6283"/>
              <a:gd name="T82" fmla="*/ 2147483647 w 4194"/>
              <a:gd name="T83" fmla="*/ 2147483647 h 6283"/>
              <a:gd name="T84" fmla="*/ 2147483647 w 4194"/>
              <a:gd name="T85" fmla="*/ 2147483647 h 6283"/>
              <a:gd name="T86" fmla="*/ 2147483647 w 4194"/>
              <a:gd name="T87" fmla="*/ 2147483647 h 6283"/>
              <a:gd name="T88" fmla="*/ 2147483647 w 4194"/>
              <a:gd name="T89" fmla="*/ 2147483647 h 6283"/>
              <a:gd name="T90" fmla="*/ 2147483647 w 4194"/>
              <a:gd name="T91" fmla="*/ 2147483647 h 6283"/>
              <a:gd name="T92" fmla="*/ 2147483647 w 4194"/>
              <a:gd name="T93" fmla="*/ 2147483647 h 6283"/>
              <a:gd name="T94" fmla="*/ 2147483647 w 4194"/>
              <a:gd name="T95" fmla="*/ 2147483647 h 6283"/>
              <a:gd name="T96" fmla="*/ 2147483647 w 4194"/>
              <a:gd name="T97" fmla="*/ 2147483647 h 6283"/>
              <a:gd name="T98" fmla="*/ 2147483647 w 4194"/>
              <a:gd name="T99" fmla="*/ 2147483647 h 6283"/>
              <a:gd name="T100" fmla="*/ 2147483647 w 4194"/>
              <a:gd name="T101" fmla="*/ 2147483647 h 6283"/>
              <a:gd name="T102" fmla="*/ 2147483647 w 4194"/>
              <a:gd name="T103" fmla="*/ 2147483647 h 6283"/>
              <a:gd name="T104" fmla="*/ 2147483647 w 4194"/>
              <a:gd name="T105" fmla="*/ 2147483647 h 6283"/>
              <a:gd name="T106" fmla="*/ 2147483647 w 4194"/>
              <a:gd name="T107" fmla="*/ 2147483647 h 6283"/>
              <a:gd name="T108" fmla="*/ 2147483647 w 4194"/>
              <a:gd name="T109" fmla="*/ 2147483647 h 6283"/>
              <a:gd name="T110" fmla="*/ 2147483647 w 4194"/>
              <a:gd name="T111" fmla="*/ 2147483647 h 6283"/>
              <a:gd name="T112" fmla="*/ 2147483647 w 4194"/>
              <a:gd name="T113" fmla="*/ 2147483647 h 6283"/>
              <a:gd name="T114" fmla="*/ 2147483647 w 4194"/>
              <a:gd name="T115" fmla="*/ 2147483647 h 6283"/>
              <a:gd name="T116" fmla="*/ 2147483647 w 4194"/>
              <a:gd name="T117" fmla="*/ 2147483647 h 6283"/>
              <a:gd name="T118" fmla="*/ 2147483647 w 4194"/>
              <a:gd name="T119" fmla="*/ 2147483647 h 6283"/>
              <a:gd name="T120" fmla="*/ 2147483647 w 4194"/>
              <a:gd name="T121" fmla="*/ 2147483647 h 6283"/>
              <a:gd name="T122" fmla="*/ 2147483647 w 4194"/>
              <a:gd name="T123" fmla="*/ 2147483647 h 628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4194" h="6283">
                <a:moveTo>
                  <a:pt x="3413" y="4747"/>
                </a:moveTo>
                <a:cubicBezTo>
                  <a:pt x="3525" y="4944"/>
                  <a:pt x="4194" y="5675"/>
                  <a:pt x="4085" y="5931"/>
                </a:cubicBezTo>
                <a:cubicBezTo>
                  <a:pt x="3831" y="5931"/>
                  <a:pt x="3012" y="6283"/>
                  <a:pt x="2757" y="6283"/>
                </a:cubicBezTo>
                <a:cubicBezTo>
                  <a:pt x="2619" y="6283"/>
                  <a:pt x="1816" y="4438"/>
                  <a:pt x="1816" y="4314"/>
                </a:cubicBezTo>
                <a:lnTo>
                  <a:pt x="1611" y="3879"/>
                </a:lnTo>
                <a:lnTo>
                  <a:pt x="1179" y="3037"/>
                </a:lnTo>
                <a:cubicBezTo>
                  <a:pt x="1092" y="2874"/>
                  <a:pt x="1155" y="2968"/>
                  <a:pt x="1100" y="2892"/>
                </a:cubicBezTo>
                <a:cubicBezTo>
                  <a:pt x="1044" y="2815"/>
                  <a:pt x="915" y="2690"/>
                  <a:pt x="848" y="2582"/>
                </a:cubicBezTo>
                <a:cubicBezTo>
                  <a:pt x="781" y="2474"/>
                  <a:pt x="742" y="2361"/>
                  <a:pt x="694" y="2245"/>
                </a:cubicBezTo>
                <a:cubicBezTo>
                  <a:pt x="643" y="2131"/>
                  <a:pt x="598" y="1957"/>
                  <a:pt x="560" y="1876"/>
                </a:cubicBezTo>
                <a:cubicBezTo>
                  <a:pt x="523" y="1795"/>
                  <a:pt x="508" y="1804"/>
                  <a:pt x="470" y="1759"/>
                </a:cubicBezTo>
                <a:cubicBezTo>
                  <a:pt x="433" y="1714"/>
                  <a:pt x="375" y="1657"/>
                  <a:pt x="331" y="1606"/>
                </a:cubicBezTo>
                <a:cubicBezTo>
                  <a:pt x="288" y="1555"/>
                  <a:pt x="255" y="1530"/>
                  <a:pt x="205" y="1455"/>
                </a:cubicBezTo>
                <a:cubicBezTo>
                  <a:pt x="160" y="1378"/>
                  <a:pt x="63" y="1224"/>
                  <a:pt x="37" y="1154"/>
                </a:cubicBezTo>
                <a:cubicBezTo>
                  <a:pt x="7" y="1083"/>
                  <a:pt x="0" y="1053"/>
                  <a:pt x="25" y="1028"/>
                </a:cubicBezTo>
                <a:cubicBezTo>
                  <a:pt x="25" y="962"/>
                  <a:pt x="136" y="962"/>
                  <a:pt x="192" y="999"/>
                </a:cubicBezTo>
                <a:cubicBezTo>
                  <a:pt x="247" y="1037"/>
                  <a:pt x="304" y="1179"/>
                  <a:pt x="361" y="1251"/>
                </a:cubicBezTo>
                <a:cubicBezTo>
                  <a:pt x="420" y="1325"/>
                  <a:pt x="488" y="1380"/>
                  <a:pt x="536" y="1432"/>
                </a:cubicBezTo>
                <a:lnTo>
                  <a:pt x="653" y="1567"/>
                </a:lnTo>
                <a:cubicBezTo>
                  <a:pt x="915" y="1567"/>
                  <a:pt x="665" y="1278"/>
                  <a:pt x="665" y="1173"/>
                </a:cubicBezTo>
                <a:lnTo>
                  <a:pt x="631" y="1013"/>
                </a:lnTo>
                <a:cubicBezTo>
                  <a:pt x="610" y="927"/>
                  <a:pt x="559" y="739"/>
                  <a:pt x="538" y="664"/>
                </a:cubicBezTo>
                <a:cubicBezTo>
                  <a:pt x="518" y="589"/>
                  <a:pt x="518" y="607"/>
                  <a:pt x="506" y="565"/>
                </a:cubicBezTo>
                <a:cubicBezTo>
                  <a:pt x="494" y="523"/>
                  <a:pt x="442" y="451"/>
                  <a:pt x="464" y="409"/>
                </a:cubicBezTo>
                <a:cubicBezTo>
                  <a:pt x="464" y="313"/>
                  <a:pt x="646" y="298"/>
                  <a:pt x="646" y="313"/>
                </a:cubicBezTo>
                <a:cubicBezTo>
                  <a:pt x="757" y="366"/>
                  <a:pt x="797" y="676"/>
                  <a:pt x="835" y="770"/>
                </a:cubicBezTo>
                <a:lnTo>
                  <a:pt x="875" y="878"/>
                </a:lnTo>
                <a:lnTo>
                  <a:pt x="1041" y="1292"/>
                </a:lnTo>
                <a:cubicBezTo>
                  <a:pt x="1067" y="1293"/>
                  <a:pt x="1005" y="914"/>
                  <a:pt x="987" y="788"/>
                </a:cubicBezTo>
                <a:lnTo>
                  <a:pt x="947" y="523"/>
                </a:lnTo>
                <a:cubicBezTo>
                  <a:pt x="947" y="360"/>
                  <a:pt x="748" y="1"/>
                  <a:pt x="974" y="1"/>
                </a:cubicBezTo>
                <a:cubicBezTo>
                  <a:pt x="974" y="1"/>
                  <a:pt x="1031" y="0"/>
                  <a:pt x="1047" y="7"/>
                </a:cubicBezTo>
                <a:cubicBezTo>
                  <a:pt x="1064" y="15"/>
                  <a:pt x="1065" y="25"/>
                  <a:pt x="1077" y="51"/>
                </a:cubicBezTo>
                <a:cubicBezTo>
                  <a:pt x="1089" y="76"/>
                  <a:pt x="1086" y="61"/>
                  <a:pt x="1118" y="163"/>
                </a:cubicBezTo>
                <a:cubicBezTo>
                  <a:pt x="1149" y="265"/>
                  <a:pt x="1235" y="521"/>
                  <a:pt x="1271" y="667"/>
                </a:cubicBezTo>
                <a:cubicBezTo>
                  <a:pt x="1307" y="812"/>
                  <a:pt x="1304" y="951"/>
                  <a:pt x="1333" y="1035"/>
                </a:cubicBezTo>
                <a:cubicBezTo>
                  <a:pt x="1365" y="1100"/>
                  <a:pt x="1369" y="1337"/>
                  <a:pt x="1455" y="1170"/>
                </a:cubicBezTo>
                <a:cubicBezTo>
                  <a:pt x="1473" y="1142"/>
                  <a:pt x="1464" y="936"/>
                  <a:pt x="1464" y="856"/>
                </a:cubicBezTo>
                <a:cubicBezTo>
                  <a:pt x="1464" y="775"/>
                  <a:pt x="1458" y="734"/>
                  <a:pt x="1458" y="688"/>
                </a:cubicBezTo>
                <a:cubicBezTo>
                  <a:pt x="1462" y="589"/>
                  <a:pt x="1464" y="610"/>
                  <a:pt x="1464" y="572"/>
                </a:cubicBezTo>
                <a:cubicBezTo>
                  <a:pt x="1464" y="535"/>
                  <a:pt x="1455" y="527"/>
                  <a:pt x="1458" y="458"/>
                </a:cubicBezTo>
                <a:cubicBezTo>
                  <a:pt x="1458" y="366"/>
                  <a:pt x="1434" y="204"/>
                  <a:pt x="1483" y="154"/>
                </a:cubicBezTo>
                <a:cubicBezTo>
                  <a:pt x="1519" y="118"/>
                  <a:pt x="1665" y="108"/>
                  <a:pt x="1665" y="178"/>
                </a:cubicBezTo>
                <a:cubicBezTo>
                  <a:pt x="1701" y="241"/>
                  <a:pt x="1713" y="261"/>
                  <a:pt x="1738" y="478"/>
                </a:cubicBezTo>
                <a:cubicBezTo>
                  <a:pt x="1764" y="695"/>
                  <a:pt x="1793" y="1293"/>
                  <a:pt x="1816" y="1480"/>
                </a:cubicBezTo>
                <a:lnTo>
                  <a:pt x="1871" y="1599"/>
                </a:lnTo>
                <a:lnTo>
                  <a:pt x="1930" y="1671"/>
                </a:lnTo>
                <a:lnTo>
                  <a:pt x="2047" y="1788"/>
                </a:lnTo>
                <a:cubicBezTo>
                  <a:pt x="2128" y="1791"/>
                  <a:pt x="2232" y="1621"/>
                  <a:pt x="2285" y="1563"/>
                </a:cubicBezTo>
                <a:cubicBezTo>
                  <a:pt x="2345" y="1494"/>
                  <a:pt x="2354" y="1437"/>
                  <a:pt x="2411" y="1374"/>
                </a:cubicBezTo>
                <a:cubicBezTo>
                  <a:pt x="2511" y="1272"/>
                  <a:pt x="2559" y="1205"/>
                  <a:pt x="2627" y="1181"/>
                </a:cubicBezTo>
                <a:cubicBezTo>
                  <a:pt x="2694" y="1157"/>
                  <a:pt x="2790" y="1209"/>
                  <a:pt x="2815" y="1229"/>
                </a:cubicBezTo>
                <a:cubicBezTo>
                  <a:pt x="2841" y="1248"/>
                  <a:pt x="2800" y="1262"/>
                  <a:pt x="2779" y="1301"/>
                </a:cubicBezTo>
                <a:cubicBezTo>
                  <a:pt x="2758" y="1340"/>
                  <a:pt x="2713" y="1410"/>
                  <a:pt x="2688" y="1461"/>
                </a:cubicBezTo>
                <a:cubicBezTo>
                  <a:pt x="2662" y="1512"/>
                  <a:pt x="2658" y="1548"/>
                  <a:pt x="2628" y="1611"/>
                </a:cubicBezTo>
                <a:cubicBezTo>
                  <a:pt x="2598" y="1674"/>
                  <a:pt x="2544" y="1752"/>
                  <a:pt x="2507" y="1835"/>
                </a:cubicBezTo>
                <a:cubicBezTo>
                  <a:pt x="2469" y="1919"/>
                  <a:pt x="2445" y="2020"/>
                  <a:pt x="2403" y="2117"/>
                </a:cubicBezTo>
                <a:cubicBezTo>
                  <a:pt x="2361" y="2215"/>
                  <a:pt x="2295" y="2328"/>
                  <a:pt x="2250" y="2420"/>
                </a:cubicBezTo>
                <a:lnTo>
                  <a:pt x="2179" y="2531"/>
                </a:lnTo>
                <a:lnTo>
                  <a:pt x="2143" y="2666"/>
                </a:lnTo>
                <a:cubicBezTo>
                  <a:pt x="2155" y="2733"/>
                  <a:pt x="2156" y="2755"/>
                  <a:pt x="2250" y="2940"/>
                </a:cubicBezTo>
                <a:lnTo>
                  <a:pt x="2707" y="3776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46" name="Freeform 42"/>
          <p:cNvSpPr>
            <a:spLocks/>
          </p:cNvSpPr>
          <p:nvPr/>
        </p:nvSpPr>
        <p:spPr bwMode="auto">
          <a:xfrm rot="521093">
            <a:off x="-63499" y="2906325"/>
            <a:ext cx="1800225" cy="6672263"/>
          </a:xfrm>
          <a:custGeom>
            <a:avLst/>
            <a:gdLst>
              <a:gd name="T0" fmla="*/ 2147483647 w 1561"/>
              <a:gd name="T1" fmla="*/ 2147483647 h 6264"/>
              <a:gd name="T2" fmla="*/ 2147483647 w 1561"/>
              <a:gd name="T3" fmla="*/ 2147483647 h 6264"/>
              <a:gd name="T4" fmla="*/ 2147483647 w 1561"/>
              <a:gd name="T5" fmla="*/ 2147483647 h 6264"/>
              <a:gd name="T6" fmla="*/ 2147483647 w 1561"/>
              <a:gd name="T7" fmla="*/ 2147483647 h 6264"/>
              <a:gd name="T8" fmla="*/ 2147483647 w 1561"/>
              <a:gd name="T9" fmla="*/ 2147483647 h 6264"/>
              <a:gd name="T10" fmla="*/ 2147483647 w 1561"/>
              <a:gd name="T11" fmla="*/ 2147483647 h 6264"/>
              <a:gd name="T12" fmla="*/ 2147483647 w 1561"/>
              <a:gd name="T13" fmla="*/ 2147483647 h 6264"/>
              <a:gd name="T14" fmla="*/ 2147483647 w 1561"/>
              <a:gd name="T15" fmla="*/ 2147483647 h 6264"/>
              <a:gd name="T16" fmla="*/ 2147483647 w 1561"/>
              <a:gd name="T17" fmla="*/ 2147483647 h 6264"/>
              <a:gd name="T18" fmla="*/ 2147483647 w 1561"/>
              <a:gd name="T19" fmla="*/ 2147483647 h 6264"/>
              <a:gd name="T20" fmla="*/ 2147483647 w 1561"/>
              <a:gd name="T21" fmla="*/ 2147483647 h 6264"/>
              <a:gd name="T22" fmla="*/ 2147483647 w 1561"/>
              <a:gd name="T23" fmla="*/ 0 h 6264"/>
              <a:gd name="T24" fmla="*/ 2147483647 w 1561"/>
              <a:gd name="T25" fmla="*/ 2147483647 h 6264"/>
              <a:gd name="T26" fmla="*/ 2147483647 w 1561"/>
              <a:gd name="T27" fmla="*/ 2147483647 h 6264"/>
              <a:gd name="T28" fmla="*/ 2147483647 w 1561"/>
              <a:gd name="T29" fmla="*/ 2147483647 h 6264"/>
              <a:gd name="T30" fmla="*/ 2147483647 w 1561"/>
              <a:gd name="T31" fmla="*/ 2147483647 h 6264"/>
              <a:gd name="T32" fmla="*/ 2147483647 w 1561"/>
              <a:gd name="T33" fmla="*/ 2147483647 h 6264"/>
              <a:gd name="T34" fmla="*/ 2147483647 w 1561"/>
              <a:gd name="T35" fmla="*/ 2147483647 h 6264"/>
              <a:gd name="T36" fmla="*/ 2147483647 w 1561"/>
              <a:gd name="T37" fmla="*/ 2147483647 h 6264"/>
              <a:gd name="T38" fmla="*/ 2147483647 w 1561"/>
              <a:gd name="T39" fmla="*/ 2147483647 h 6264"/>
              <a:gd name="T40" fmla="*/ 2147483647 w 1561"/>
              <a:gd name="T41" fmla="*/ 2147483647 h 6264"/>
              <a:gd name="T42" fmla="*/ 2147483647 w 1561"/>
              <a:gd name="T43" fmla="*/ 2147483647 h 6264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561" h="6264">
                <a:moveTo>
                  <a:pt x="1152" y="5899"/>
                </a:moveTo>
                <a:cubicBezTo>
                  <a:pt x="972" y="6161"/>
                  <a:pt x="363" y="6264"/>
                  <a:pt x="163" y="6000"/>
                </a:cubicBezTo>
                <a:cubicBezTo>
                  <a:pt x="0" y="5665"/>
                  <a:pt x="121" y="4795"/>
                  <a:pt x="124" y="4145"/>
                </a:cubicBezTo>
                <a:cubicBezTo>
                  <a:pt x="121" y="3635"/>
                  <a:pt x="141" y="3280"/>
                  <a:pt x="149" y="2939"/>
                </a:cubicBezTo>
                <a:cubicBezTo>
                  <a:pt x="158" y="2597"/>
                  <a:pt x="170" y="2272"/>
                  <a:pt x="177" y="2098"/>
                </a:cubicBezTo>
                <a:cubicBezTo>
                  <a:pt x="180" y="1923"/>
                  <a:pt x="190" y="1974"/>
                  <a:pt x="191" y="1893"/>
                </a:cubicBezTo>
                <a:cubicBezTo>
                  <a:pt x="193" y="1811"/>
                  <a:pt x="194" y="1679"/>
                  <a:pt x="184" y="1604"/>
                </a:cubicBezTo>
                <a:cubicBezTo>
                  <a:pt x="179" y="1549"/>
                  <a:pt x="148" y="1502"/>
                  <a:pt x="135" y="1441"/>
                </a:cubicBezTo>
                <a:cubicBezTo>
                  <a:pt x="82" y="1201"/>
                  <a:pt x="118" y="922"/>
                  <a:pt x="87" y="664"/>
                </a:cubicBezTo>
                <a:cubicBezTo>
                  <a:pt x="72" y="499"/>
                  <a:pt x="45" y="537"/>
                  <a:pt x="45" y="458"/>
                </a:cubicBezTo>
                <a:cubicBezTo>
                  <a:pt x="39" y="361"/>
                  <a:pt x="96" y="208"/>
                  <a:pt x="152" y="162"/>
                </a:cubicBezTo>
                <a:cubicBezTo>
                  <a:pt x="450" y="79"/>
                  <a:pt x="745" y="48"/>
                  <a:pt x="1096" y="0"/>
                </a:cubicBezTo>
                <a:cubicBezTo>
                  <a:pt x="1169" y="55"/>
                  <a:pt x="1235" y="108"/>
                  <a:pt x="1235" y="229"/>
                </a:cubicBezTo>
                <a:cubicBezTo>
                  <a:pt x="1385" y="217"/>
                  <a:pt x="1488" y="253"/>
                  <a:pt x="1530" y="344"/>
                </a:cubicBezTo>
                <a:cubicBezTo>
                  <a:pt x="1561" y="513"/>
                  <a:pt x="1463" y="645"/>
                  <a:pt x="1415" y="778"/>
                </a:cubicBezTo>
                <a:cubicBezTo>
                  <a:pt x="1354" y="959"/>
                  <a:pt x="1330" y="1146"/>
                  <a:pt x="1277" y="1261"/>
                </a:cubicBezTo>
                <a:cubicBezTo>
                  <a:pt x="1277" y="1272"/>
                  <a:pt x="1270" y="1309"/>
                  <a:pt x="1259" y="1326"/>
                </a:cubicBezTo>
                <a:cubicBezTo>
                  <a:pt x="1191" y="1459"/>
                  <a:pt x="1006" y="1580"/>
                  <a:pt x="980" y="1736"/>
                </a:cubicBezTo>
                <a:cubicBezTo>
                  <a:pt x="942" y="1922"/>
                  <a:pt x="980" y="2210"/>
                  <a:pt x="1001" y="2449"/>
                </a:cubicBezTo>
                <a:cubicBezTo>
                  <a:pt x="1014" y="2691"/>
                  <a:pt x="1031" y="2840"/>
                  <a:pt x="1056" y="3187"/>
                </a:cubicBezTo>
                <a:cubicBezTo>
                  <a:pt x="1081" y="3534"/>
                  <a:pt x="1136" y="4079"/>
                  <a:pt x="1152" y="4531"/>
                </a:cubicBezTo>
                <a:cubicBezTo>
                  <a:pt x="1168" y="4983"/>
                  <a:pt x="1132" y="5614"/>
                  <a:pt x="1152" y="5899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47" name="Freeform 43"/>
          <p:cNvSpPr>
            <a:spLocks/>
          </p:cNvSpPr>
          <p:nvPr/>
        </p:nvSpPr>
        <p:spPr bwMode="auto">
          <a:xfrm rot="20081063" flipH="1">
            <a:off x="7589838" y="2668211"/>
            <a:ext cx="1803400" cy="6673453"/>
          </a:xfrm>
          <a:custGeom>
            <a:avLst/>
            <a:gdLst>
              <a:gd name="T0" fmla="*/ 2147483647 w 1561"/>
              <a:gd name="T1" fmla="*/ 2147483647 h 6264"/>
              <a:gd name="T2" fmla="*/ 2147483647 w 1561"/>
              <a:gd name="T3" fmla="*/ 2147483647 h 6264"/>
              <a:gd name="T4" fmla="*/ 2147483647 w 1561"/>
              <a:gd name="T5" fmla="*/ 2147483647 h 6264"/>
              <a:gd name="T6" fmla="*/ 2147483647 w 1561"/>
              <a:gd name="T7" fmla="*/ 2147483647 h 6264"/>
              <a:gd name="T8" fmla="*/ 2147483647 w 1561"/>
              <a:gd name="T9" fmla="*/ 2147483647 h 6264"/>
              <a:gd name="T10" fmla="*/ 2147483647 w 1561"/>
              <a:gd name="T11" fmla="*/ 2147483647 h 6264"/>
              <a:gd name="T12" fmla="*/ 2147483647 w 1561"/>
              <a:gd name="T13" fmla="*/ 2147483647 h 6264"/>
              <a:gd name="T14" fmla="*/ 2147483647 w 1561"/>
              <a:gd name="T15" fmla="*/ 2147483647 h 6264"/>
              <a:gd name="T16" fmla="*/ 2147483647 w 1561"/>
              <a:gd name="T17" fmla="*/ 2147483647 h 6264"/>
              <a:gd name="T18" fmla="*/ 2147483647 w 1561"/>
              <a:gd name="T19" fmla="*/ 2147483647 h 6264"/>
              <a:gd name="T20" fmla="*/ 2147483647 w 1561"/>
              <a:gd name="T21" fmla="*/ 2147483647 h 6264"/>
              <a:gd name="T22" fmla="*/ 2147483647 w 1561"/>
              <a:gd name="T23" fmla="*/ 0 h 6264"/>
              <a:gd name="T24" fmla="*/ 2147483647 w 1561"/>
              <a:gd name="T25" fmla="*/ 2147483647 h 6264"/>
              <a:gd name="T26" fmla="*/ 2147483647 w 1561"/>
              <a:gd name="T27" fmla="*/ 2147483647 h 6264"/>
              <a:gd name="T28" fmla="*/ 2147483647 w 1561"/>
              <a:gd name="T29" fmla="*/ 2147483647 h 6264"/>
              <a:gd name="T30" fmla="*/ 2147483647 w 1561"/>
              <a:gd name="T31" fmla="*/ 2147483647 h 6264"/>
              <a:gd name="T32" fmla="*/ 2147483647 w 1561"/>
              <a:gd name="T33" fmla="*/ 2147483647 h 6264"/>
              <a:gd name="T34" fmla="*/ 2147483647 w 1561"/>
              <a:gd name="T35" fmla="*/ 2147483647 h 6264"/>
              <a:gd name="T36" fmla="*/ 2147483647 w 1561"/>
              <a:gd name="T37" fmla="*/ 2147483647 h 6264"/>
              <a:gd name="T38" fmla="*/ 2147483647 w 1561"/>
              <a:gd name="T39" fmla="*/ 2147483647 h 6264"/>
              <a:gd name="T40" fmla="*/ 2147483647 w 1561"/>
              <a:gd name="T41" fmla="*/ 2147483647 h 6264"/>
              <a:gd name="T42" fmla="*/ 2147483647 w 1561"/>
              <a:gd name="T43" fmla="*/ 2147483647 h 6264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561" h="6264">
                <a:moveTo>
                  <a:pt x="1152" y="5899"/>
                </a:moveTo>
                <a:cubicBezTo>
                  <a:pt x="972" y="6161"/>
                  <a:pt x="363" y="6264"/>
                  <a:pt x="163" y="6000"/>
                </a:cubicBezTo>
                <a:cubicBezTo>
                  <a:pt x="0" y="5665"/>
                  <a:pt x="121" y="4795"/>
                  <a:pt x="124" y="4145"/>
                </a:cubicBezTo>
                <a:cubicBezTo>
                  <a:pt x="121" y="3635"/>
                  <a:pt x="141" y="3280"/>
                  <a:pt x="149" y="2939"/>
                </a:cubicBezTo>
                <a:cubicBezTo>
                  <a:pt x="158" y="2597"/>
                  <a:pt x="170" y="2272"/>
                  <a:pt x="177" y="2098"/>
                </a:cubicBezTo>
                <a:cubicBezTo>
                  <a:pt x="180" y="1923"/>
                  <a:pt x="190" y="1974"/>
                  <a:pt x="191" y="1893"/>
                </a:cubicBezTo>
                <a:cubicBezTo>
                  <a:pt x="193" y="1811"/>
                  <a:pt x="194" y="1679"/>
                  <a:pt x="184" y="1604"/>
                </a:cubicBezTo>
                <a:cubicBezTo>
                  <a:pt x="179" y="1549"/>
                  <a:pt x="148" y="1502"/>
                  <a:pt x="135" y="1441"/>
                </a:cubicBezTo>
                <a:cubicBezTo>
                  <a:pt x="82" y="1201"/>
                  <a:pt x="118" y="922"/>
                  <a:pt x="87" y="664"/>
                </a:cubicBezTo>
                <a:cubicBezTo>
                  <a:pt x="72" y="499"/>
                  <a:pt x="45" y="537"/>
                  <a:pt x="45" y="458"/>
                </a:cubicBezTo>
                <a:cubicBezTo>
                  <a:pt x="39" y="361"/>
                  <a:pt x="96" y="208"/>
                  <a:pt x="152" y="162"/>
                </a:cubicBezTo>
                <a:cubicBezTo>
                  <a:pt x="450" y="79"/>
                  <a:pt x="745" y="48"/>
                  <a:pt x="1096" y="0"/>
                </a:cubicBezTo>
                <a:cubicBezTo>
                  <a:pt x="1169" y="55"/>
                  <a:pt x="1235" y="108"/>
                  <a:pt x="1235" y="229"/>
                </a:cubicBezTo>
                <a:cubicBezTo>
                  <a:pt x="1385" y="217"/>
                  <a:pt x="1488" y="253"/>
                  <a:pt x="1530" y="344"/>
                </a:cubicBezTo>
                <a:cubicBezTo>
                  <a:pt x="1561" y="513"/>
                  <a:pt x="1463" y="645"/>
                  <a:pt x="1415" y="778"/>
                </a:cubicBezTo>
                <a:cubicBezTo>
                  <a:pt x="1354" y="959"/>
                  <a:pt x="1330" y="1146"/>
                  <a:pt x="1277" y="1261"/>
                </a:cubicBezTo>
                <a:cubicBezTo>
                  <a:pt x="1277" y="1272"/>
                  <a:pt x="1270" y="1309"/>
                  <a:pt x="1259" y="1326"/>
                </a:cubicBezTo>
                <a:cubicBezTo>
                  <a:pt x="1191" y="1459"/>
                  <a:pt x="1006" y="1580"/>
                  <a:pt x="980" y="1736"/>
                </a:cubicBezTo>
                <a:cubicBezTo>
                  <a:pt x="942" y="1922"/>
                  <a:pt x="980" y="2210"/>
                  <a:pt x="1001" y="2449"/>
                </a:cubicBezTo>
                <a:cubicBezTo>
                  <a:pt x="1014" y="2691"/>
                  <a:pt x="1031" y="2840"/>
                  <a:pt x="1056" y="3187"/>
                </a:cubicBezTo>
                <a:cubicBezTo>
                  <a:pt x="1081" y="3534"/>
                  <a:pt x="1136" y="4079"/>
                  <a:pt x="1152" y="4531"/>
                </a:cubicBezTo>
                <a:cubicBezTo>
                  <a:pt x="1168" y="4983"/>
                  <a:pt x="1132" y="5614"/>
                  <a:pt x="1152" y="5899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6300" name="Freeform 44"/>
          <p:cNvSpPr>
            <a:spLocks/>
          </p:cNvSpPr>
          <p:nvPr/>
        </p:nvSpPr>
        <p:spPr bwMode="auto">
          <a:xfrm>
            <a:off x="5368927" y="4448278"/>
            <a:ext cx="14288" cy="14288"/>
          </a:xfrm>
          <a:custGeom>
            <a:avLst/>
            <a:gdLst>
              <a:gd name="T0" fmla="*/ 2147483647 w 6"/>
              <a:gd name="T1" fmla="*/ 0 h 6"/>
              <a:gd name="T2" fmla="*/ 2147483647 w 6"/>
              <a:gd name="T3" fmla="*/ 2147483647 h 6"/>
              <a:gd name="T4" fmla="*/ 2147483647 w 6"/>
              <a:gd name="T5" fmla="*/ 2147483647 h 6"/>
              <a:gd name="T6" fmla="*/ 0 w 6"/>
              <a:gd name="T7" fmla="*/ 2147483647 h 6"/>
              <a:gd name="T8" fmla="*/ 2147483647 w 6"/>
              <a:gd name="T9" fmla="*/ 0 h 6"/>
              <a:gd name="T10" fmla="*/ 2147483647 w 6"/>
              <a:gd name="T11" fmla="*/ 0 h 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" h="6">
                <a:moveTo>
                  <a:pt x="5" y="0"/>
                </a:moveTo>
                <a:cubicBezTo>
                  <a:pt x="5" y="1"/>
                  <a:pt x="4" y="1"/>
                  <a:pt x="3" y="1"/>
                </a:cubicBezTo>
                <a:cubicBezTo>
                  <a:pt x="2" y="4"/>
                  <a:pt x="6" y="3"/>
                  <a:pt x="5" y="6"/>
                </a:cubicBezTo>
                <a:cubicBezTo>
                  <a:pt x="3" y="5"/>
                  <a:pt x="0" y="4"/>
                  <a:pt x="0" y="1"/>
                </a:cubicBezTo>
                <a:cubicBezTo>
                  <a:pt x="2" y="1"/>
                  <a:pt x="3" y="1"/>
                  <a:pt x="3" y="0"/>
                </a:cubicBezTo>
                <a:cubicBezTo>
                  <a:pt x="3" y="0"/>
                  <a:pt x="4" y="0"/>
                  <a:pt x="5" y="0"/>
                </a:cubicBezTo>
                <a:close/>
              </a:path>
            </a:pathLst>
          </a:custGeom>
          <a:solidFill>
            <a:srgbClr val="000000">
              <a:alpha val="2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49" name="Oval 45"/>
          <p:cNvSpPr>
            <a:spLocks noChangeArrowheads="1"/>
          </p:cNvSpPr>
          <p:nvPr/>
        </p:nvSpPr>
        <p:spPr bwMode="auto">
          <a:xfrm>
            <a:off x="2573367" y="1419228"/>
            <a:ext cx="268287" cy="24646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50" name="Line 46"/>
          <p:cNvSpPr>
            <a:spLocks noChangeShapeType="1"/>
          </p:cNvSpPr>
          <p:nvPr/>
        </p:nvSpPr>
        <p:spPr bwMode="auto">
          <a:xfrm>
            <a:off x="1495426" y="-596503"/>
            <a:ext cx="1214438" cy="21371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51" name="Oval 47"/>
          <p:cNvSpPr>
            <a:spLocks noChangeArrowheads="1"/>
          </p:cNvSpPr>
          <p:nvPr/>
        </p:nvSpPr>
        <p:spPr bwMode="auto">
          <a:xfrm>
            <a:off x="5064125" y="3805237"/>
            <a:ext cx="266700" cy="24765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52" name="Line 48"/>
          <p:cNvSpPr>
            <a:spLocks noChangeShapeType="1"/>
          </p:cNvSpPr>
          <p:nvPr/>
        </p:nvSpPr>
        <p:spPr bwMode="auto">
          <a:xfrm flipH="1" flipV="1">
            <a:off x="5197475" y="3948113"/>
            <a:ext cx="533400" cy="2571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53" name="Oval 49"/>
          <p:cNvSpPr>
            <a:spLocks noChangeArrowheads="1"/>
          </p:cNvSpPr>
          <p:nvPr/>
        </p:nvSpPr>
        <p:spPr bwMode="auto">
          <a:xfrm>
            <a:off x="3646579" y="1338267"/>
            <a:ext cx="269875" cy="24646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54" name="Line 50"/>
          <p:cNvSpPr>
            <a:spLocks noChangeShapeType="1"/>
          </p:cNvSpPr>
          <p:nvPr/>
        </p:nvSpPr>
        <p:spPr bwMode="auto">
          <a:xfrm flipH="1">
            <a:off x="3770404" y="-556020"/>
            <a:ext cx="22225" cy="19752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55" name="Oval 51"/>
          <p:cNvSpPr>
            <a:spLocks noChangeArrowheads="1"/>
          </p:cNvSpPr>
          <p:nvPr/>
        </p:nvSpPr>
        <p:spPr bwMode="auto">
          <a:xfrm>
            <a:off x="5753100" y="1706166"/>
            <a:ext cx="268288" cy="24765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56" name="Line 52"/>
          <p:cNvSpPr>
            <a:spLocks noChangeShapeType="1"/>
          </p:cNvSpPr>
          <p:nvPr/>
        </p:nvSpPr>
        <p:spPr bwMode="auto">
          <a:xfrm flipH="1">
            <a:off x="5888055" y="-617935"/>
            <a:ext cx="847725" cy="24491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57" name="Oval 53"/>
          <p:cNvSpPr>
            <a:spLocks noChangeArrowheads="1"/>
          </p:cNvSpPr>
          <p:nvPr/>
        </p:nvSpPr>
        <p:spPr bwMode="auto">
          <a:xfrm>
            <a:off x="5597525" y="1338267"/>
            <a:ext cx="266700" cy="24646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58" name="Line 54"/>
          <p:cNvSpPr>
            <a:spLocks noChangeShapeType="1"/>
          </p:cNvSpPr>
          <p:nvPr/>
        </p:nvSpPr>
        <p:spPr bwMode="auto">
          <a:xfrm flipH="1">
            <a:off x="5730920" y="-1337072"/>
            <a:ext cx="536575" cy="27991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959" name="Oval 55"/>
          <p:cNvSpPr>
            <a:spLocks noChangeArrowheads="1"/>
          </p:cNvSpPr>
          <p:nvPr/>
        </p:nvSpPr>
        <p:spPr bwMode="auto">
          <a:xfrm>
            <a:off x="3679825" y="3845719"/>
            <a:ext cx="266700" cy="247650"/>
          </a:xfrm>
          <a:prstGeom prst="ellipse">
            <a:avLst/>
          </a:prstGeom>
          <a:solidFill>
            <a:schemeClr val="tx1">
              <a:alpha val="2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2" tIns="30729" rIns="61452" bIns="30729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23960" name="Line 56"/>
          <p:cNvSpPr>
            <a:spLocks noChangeShapeType="1"/>
          </p:cNvSpPr>
          <p:nvPr/>
        </p:nvSpPr>
        <p:spPr bwMode="auto">
          <a:xfrm flipV="1">
            <a:off x="3322719" y="3970735"/>
            <a:ext cx="492125" cy="2549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52" tIns="30729" rIns="61452" bIns="30729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123968" name="Group 64"/>
          <p:cNvGrpSpPr>
            <a:grpSpLocks/>
          </p:cNvGrpSpPr>
          <p:nvPr/>
        </p:nvGrpSpPr>
        <p:grpSpPr bwMode="auto">
          <a:xfrm>
            <a:off x="3352810" y="5456816"/>
            <a:ext cx="5675313" cy="5300663"/>
            <a:chOff x="4425" y="-11421"/>
            <a:chExt cx="10403" cy="4997"/>
          </a:xfrm>
        </p:grpSpPr>
        <p:grpSp>
          <p:nvGrpSpPr>
            <p:cNvPr id="96376" name="Group 65"/>
            <p:cNvGrpSpPr>
              <a:grpSpLocks/>
            </p:cNvGrpSpPr>
            <p:nvPr/>
          </p:nvGrpSpPr>
          <p:grpSpPr bwMode="auto">
            <a:xfrm>
              <a:off x="4425" y="-10832"/>
              <a:ext cx="10346" cy="4408"/>
              <a:chOff x="3984" y="-6944"/>
              <a:chExt cx="10346" cy="4408"/>
            </a:xfrm>
          </p:grpSpPr>
          <p:sp>
            <p:nvSpPr>
              <p:cNvPr id="96378" name="Oval 66"/>
              <p:cNvSpPr>
                <a:spLocks noChangeArrowheads="1"/>
              </p:cNvSpPr>
              <p:nvPr/>
            </p:nvSpPr>
            <p:spPr bwMode="auto">
              <a:xfrm>
                <a:off x="4720" y="-6626"/>
                <a:ext cx="3512" cy="1975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20000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  <p:sp>
            <p:nvSpPr>
              <p:cNvPr id="96379" name="Oval 67"/>
              <p:cNvSpPr>
                <a:spLocks noChangeArrowheads="1"/>
              </p:cNvSpPr>
              <p:nvPr/>
            </p:nvSpPr>
            <p:spPr bwMode="auto">
              <a:xfrm>
                <a:off x="5740" y="-6944"/>
                <a:ext cx="3512" cy="1975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20000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  <p:sp>
            <p:nvSpPr>
              <p:cNvPr id="96380" name="Oval 68"/>
              <p:cNvSpPr>
                <a:spLocks noChangeArrowheads="1"/>
              </p:cNvSpPr>
              <p:nvPr/>
            </p:nvSpPr>
            <p:spPr bwMode="auto">
              <a:xfrm>
                <a:off x="5377" y="-5957"/>
                <a:ext cx="3512" cy="1975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20000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  <p:sp>
            <p:nvSpPr>
              <p:cNvPr id="96381" name="Oval 69"/>
              <p:cNvSpPr>
                <a:spLocks noChangeArrowheads="1"/>
              </p:cNvSpPr>
              <p:nvPr/>
            </p:nvSpPr>
            <p:spPr bwMode="auto">
              <a:xfrm>
                <a:off x="6968" y="-6263"/>
                <a:ext cx="3512" cy="1975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20000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  <p:sp>
            <p:nvSpPr>
              <p:cNvPr id="96382" name="Oval 70"/>
              <p:cNvSpPr>
                <a:spLocks noChangeArrowheads="1"/>
              </p:cNvSpPr>
              <p:nvPr/>
            </p:nvSpPr>
            <p:spPr bwMode="auto">
              <a:xfrm rot="922112">
                <a:off x="5037" y="-5715"/>
                <a:ext cx="3512" cy="1652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20000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  <p:sp>
            <p:nvSpPr>
              <p:cNvPr id="96383" name="Oval 71"/>
              <p:cNvSpPr>
                <a:spLocks noChangeArrowheads="1"/>
              </p:cNvSpPr>
              <p:nvPr/>
            </p:nvSpPr>
            <p:spPr bwMode="auto">
              <a:xfrm>
                <a:off x="5724" y="-6105"/>
                <a:ext cx="6708" cy="3482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20000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  <p:sp>
            <p:nvSpPr>
              <p:cNvPr id="96384" name="Oval 72"/>
              <p:cNvSpPr>
                <a:spLocks noChangeArrowheads="1"/>
              </p:cNvSpPr>
              <p:nvPr/>
            </p:nvSpPr>
            <p:spPr bwMode="auto">
              <a:xfrm>
                <a:off x="9309" y="-6358"/>
                <a:ext cx="2489" cy="2070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20000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  <p:sp>
            <p:nvSpPr>
              <p:cNvPr id="96385" name="Oval 73"/>
              <p:cNvSpPr>
                <a:spLocks noChangeArrowheads="1"/>
              </p:cNvSpPr>
              <p:nvPr/>
            </p:nvSpPr>
            <p:spPr bwMode="auto">
              <a:xfrm>
                <a:off x="9556" y="-5686"/>
                <a:ext cx="3801" cy="2070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20000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  <p:sp>
            <p:nvSpPr>
              <p:cNvPr id="96386" name="Oval 74"/>
              <p:cNvSpPr>
                <a:spLocks noChangeArrowheads="1"/>
              </p:cNvSpPr>
              <p:nvPr/>
            </p:nvSpPr>
            <p:spPr bwMode="auto">
              <a:xfrm>
                <a:off x="9691" y="-6146"/>
                <a:ext cx="2954" cy="1495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20000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  <p:sp>
            <p:nvSpPr>
              <p:cNvPr id="96387" name="Oval 75"/>
              <p:cNvSpPr>
                <a:spLocks noChangeArrowheads="1"/>
              </p:cNvSpPr>
              <p:nvPr/>
            </p:nvSpPr>
            <p:spPr bwMode="auto">
              <a:xfrm>
                <a:off x="8400" y="-4969"/>
                <a:ext cx="5930" cy="2433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20000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  <p:sp>
            <p:nvSpPr>
              <p:cNvPr id="96388" name="Oval 76"/>
              <p:cNvSpPr>
                <a:spLocks noChangeArrowheads="1"/>
              </p:cNvSpPr>
              <p:nvPr/>
            </p:nvSpPr>
            <p:spPr bwMode="auto">
              <a:xfrm rot="-1061453">
                <a:off x="6968" y="-5477"/>
                <a:ext cx="5930" cy="2433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20000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  <p:sp>
            <p:nvSpPr>
              <p:cNvPr id="96389" name="Oval 77"/>
              <p:cNvSpPr>
                <a:spLocks noChangeArrowheads="1"/>
              </p:cNvSpPr>
              <p:nvPr/>
            </p:nvSpPr>
            <p:spPr bwMode="auto">
              <a:xfrm rot="-919313">
                <a:off x="3984" y="-5477"/>
                <a:ext cx="3512" cy="1652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20000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96377" name="Oval 78"/>
            <p:cNvSpPr>
              <a:spLocks noChangeArrowheads="1"/>
            </p:cNvSpPr>
            <p:nvPr/>
          </p:nvSpPr>
          <p:spPr bwMode="auto">
            <a:xfrm rot="-437733">
              <a:off x="8121" y="-11421"/>
              <a:ext cx="6707" cy="2752"/>
            </a:xfrm>
            <a:prstGeom prst="ellipse">
              <a:avLst/>
            </a:prstGeom>
            <a:gradFill rotWithShape="1">
              <a:gsLst>
                <a:gs pos="0">
                  <a:schemeClr val="tx2">
                    <a:alpha val="20000"/>
                  </a:schemeClr>
                </a:gs>
                <a:gs pos="100000">
                  <a:schemeClr val="tx2">
                    <a:alpha val="1999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23983" name="Group 79"/>
          <p:cNvGrpSpPr>
            <a:grpSpLocks/>
          </p:cNvGrpSpPr>
          <p:nvPr/>
        </p:nvGrpSpPr>
        <p:grpSpPr bwMode="auto">
          <a:xfrm>
            <a:off x="-468313" y="5895977"/>
            <a:ext cx="9678988" cy="7534275"/>
            <a:chOff x="15350" y="-11627"/>
            <a:chExt cx="10368" cy="6954"/>
          </a:xfrm>
        </p:grpSpPr>
        <p:grpSp>
          <p:nvGrpSpPr>
            <p:cNvPr id="96331" name="Group 80"/>
            <p:cNvGrpSpPr>
              <a:grpSpLocks/>
            </p:cNvGrpSpPr>
            <p:nvPr/>
          </p:nvGrpSpPr>
          <p:grpSpPr bwMode="auto">
            <a:xfrm flipV="1">
              <a:off x="15778" y="-9085"/>
              <a:ext cx="6096" cy="3850"/>
              <a:chOff x="4425" y="-11421"/>
              <a:chExt cx="10403" cy="4997"/>
            </a:xfrm>
          </p:grpSpPr>
          <p:grpSp>
            <p:nvGrpSpPr>
              <p:cNvPr id="96362" name="Group 81"/>
              <p:cNvGrpSpPr>
                <a:grpSpLocks/>
              </p:cNvGrpSpPr>
              <p:nvPr/>
            </p:nvGrpSpPr>
            <p:grpSpPr bwMode="auto">
              <a:xfrm>
                <a:off x="4425" y="-10832"/>
                <a:ext cx="10346" cy="4408"/>
                <a:chOff x="3984" y="-6944"/>
                <a:chExt cx="10346" cy="4408"/>
              </a:xfrm>
            </p:grpSpPr>
            <p:sp>
              <p:nvSpPr>
                <p:cNvPr id="96364" name="Oval 82"/>
                <p:cNvSpPr>
                  <a:spLocks noChangeArrowheads="1"/>
                </p:cNvSpPr>
                <p:nvPr/>
              </p:nvSpPr>
              <p:spPr bwMode="auto">
                <a:xfrm>
                  <a:off x="4720" y="-6626"/>
                  <a:ext cx="3512" cy="197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65" name="Oval 83"/>
                <p:cNvSpPr>
                  <a:spLocks noChangeArrowheads="1"/>
                </p:cNvSpPr>
                <p:nvPr/>
              </p:nvSpPr>
              <p:spPr bwMode="auto">
                <a:xfrm>
                  <a:off x="5740" y="-6944"/>
                  <a:ext cx="3512" cy="197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66" name="Oval 84"/>
                <p:cNvSpPr>
                  <a:spLocks noChangeArrowheads="1"/>
                </p:cNvSpPr>
                <p:nvPr/>
              </p:nvSpPr>
              <p:spPr bwMode="auto">
                <a:xfrm>
                  <a:off x="5377" y="-5957"/>
                  <a:ext cx="3512" cy="197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67" name="Oval 85"/>
                <p:cNvSpPr>
                  <a:spLocks noChangeArrowheads="1"/>
                </p:cNvSpPr>
                <p:nvPr/>
              </p:nvSpPr>
              <p:spPr bwMode="auto">
                <a:xfrm>
                  <a:off x="6968" y="-6263"/>
                  <a:ext cx="3512" cy="197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68" name="Oval 86"/>
                <p:cNvSpPr>
                  <a:spLocks noChangeArrowheads="1"/>
                </p:cNvSpPr>
                <p:nvPr/>
              </p:nvSpPr>
              <p:spPr bwMode="auto">
                <a:xfrm rot="922112">
                  <a:off x="5037" y="-5715"/>
                  <a:ext cx="3512" cy="165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69" name="Oval 87"/>
                <p:cNvSpPr>
                  <a:spLocks noChangeArrowheads="1"/>
                </p:cNvSpPr>
                <p:nvPr/>
              </p:nvSpPr>
              <p:spPr bwMode="auto">
                <a:xfrm>
                  <a:off x="5724" y="-6105"/>
                  <a:ext cx="6708" cy="348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70" name="Oval 88"/>
                <p:cNvSpPr>
                  <a:spLocks noChangeArrowheads="1"/>
                </p:cNvSpPr>
                <p:nvPr/>
              </p:nvSpPr>
              <p:spPr bwMode="auto">
                <a:xfrm>
                  <a:off x="9309" y="-6358"/>
                  <a:ext cx="2489" cy="20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71" name="Oval 89"/>
                <p:cNvSpPr>
                  <a:spLocks noChangeArrowheads="1"/>
                </p:cNvSpPr>
                <p:nvPr/>
              </p:nvSpPr>
              <p:spPr bwMode="auto">
                <a:xfrm>
                  <a:off x="9556" y="-5686"/>
                  <a:ext cx="3801" cy="20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72" name="Oval 90"/>
                <p:cNvSpPr>
                  <a:spLocks noChangeArrowheads="1"/>
                </p:cNvSpPr>
                <p:nvPr/>
              </p:nvSpPr>
              <p:spPr bwMode="auto">
                <a:xfrm>
                  <a:off x="9691" y="-6146"/>
                  <a:ext cx="2954" cy="149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73" name="Oval 91"/>
                <p:cNvSpPr>
                  <a:spLocks noChangeArrowheads="1"/>
                </p:cNvSpPr>
                <p:nvPr/>
              </p:nvSpPr>
              <p:spPr bwMode="auto">
                <a:xfrm>
                  <a:off x="8400" y="-4969"/>
                  <a:ext cx="5930" cy="243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74" name="Oval 92"/>
                <p:cNvSpPr>
                  <a:spLocks noChangeArrowheads="1"/>
                </p:cNvSpPr>
                <p:nvPr/>
              </p:nvSpPr>
              <p:spPr bwMode="auto">
                <a:xfrm rot="-1061453">
                  <a:off x="6968" y="-5477"/>
                  <a:ext cx="5930" cy="243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75" name="Oval 93"/>
                <p:cNvSpPr>
                  <a:spLocks noChangeArrowheads="1"/>
                </p:cNvSpPr>
                <p:nvPr/>
              </p:nvSpPr>
              <p:spPr bwMode="auto">
                <a:xfrm rot="-919313">
                  <a:off x="3984" y="-5477"/>
                  <a:ext cx="3512" cy="165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96363" name="Oval 94"/>
              <p:cNvSpPr>
                <a:spLocks noChangeArrowheads="1"/>
              </p:cNvSpPr>
              <p:nvPr/>
            </p:nvSpPr>
            <p:spPr bwMode="auto">
              <a:xfrm rot="-437733">
                <a:off x="8121" y="-11421"/>
                <a:ext cx="6707" cy="2752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17998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96332" name="Group 95"/>
            <p:cNvGrpSpPr>
              <a:grpSpLocks/>
            </p:cNvGrpSpPr>
            <p:nvPr/>
          </p:nvGrpSpPr>
          <p:grpSpPr bwMode="auto">
            <a:xfrm flipV="1">
              <a:off x="19622" y="-8523"/>
              <a:ext cx="6096" cy="3850"/>
              <a:chOff x="4425" y="-11421"/>
              <a:chExt cx="10403" cy="4997"/>
            </a:xfrm>
          </p:grpSpPr>
          <p:grpSp>
            <p:nvGrpSpPr>
              <p:cNvPr id="96348" name="Group 96"/>
              <p:cNvGrpSpPr>
                <a:grpSpLocks/>
              </p:cNvGrpSpPr>
              <p:nvPr/>
            </p:nvGrpSpPr>
            <p:grpSpPr bwMode="auto">
              <a:xfrm>
                <a:off x="4425" y="-10832"/>
                <a:ext cx="10346" cy="4408"/>
                <a:chOff x="3984" y="-6944"/>
                <a:chExt cx="10346" cy="4408"/>
              </a:xfrm>
            </p:grpSpPr>
            <p:sp>
              <p:nvSpPr>
                <p:cNvPr id="96350" name="Oval 97"/>
                <p:cNvSpPr>
                  <a:spLocks noChangeArrowheads="1"/>
                </p:cNvSpPr>
                <p:nvPr/>
              </p:nvSpPr>
              <p:spPr bwMode="auto">
                <a:xfrm>
                  <a:off x="4720" y="-6626"/>
                  <a:ext cx="3512" cy="197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51" name="Oval 98"/>
                <p:cNvSpPr>
                  <a:spLocks noChangeArrowheads="1"/>
                </p:cNvSpPr>
                <p:nvPr/>
              </p:nvSpPr>
              <p:spPr bwMode="auto">
                <a:xfrm>
                  <a:off x="5740" y="-6944"/>
                  <a:ext cx="3512" cy="197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52" name="Oval 99"/>
                <p:cNvSpPr>
                  <a:spLocks noChangeArrowheads="1"/>
                </p:cNvSpPr>
                <p:nvPr/>
              </p:nvSpPr>
              <p:spPr bwMode="auto">
                <a:xfrm>
                  <a:off x="5377" y="-5957"/>
                  <a:ext cx="3512" cy="197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53" name="Oval 100"/>
                <p:cNvSpPr>
                  <a:spLocks noChangeArrowheads="1"/>
                </p:cNvSpPr>
                <p:nvPr/>
              </p:nvSpPr>
              <p:spPr bwMode="auto">
                <a:xfrm>
                  <a:off x="6968" y="-6263"/>
                  <a:ext cx="3512" cy="197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54" name="Oval 101"/>
                <p:cNvSpPr>
                  <a:spLocks noChangeArrowheads="1"/>
                </p:cNvSpPr>
                <p:nvPr/>
              </p:nvSpPr>
              <p:spPr bwMode="auto">
                <a:xfrm rot="922112">
                  <a:off x="5037" y="-5715"/>
                  <a:ext cx="3512" cy="165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55" name="Oval 102"/>
                <p:cNvSpPr>
                  <a:spLocks noChangeArrowheads="1"/>
                </p:cNvSpPr>
                <p:nvPr/>
              </p:nvSpPr>
              <p:spPr bwMode="auto">
                <a:xfrm>
                  <a:off x="5724" y="-6105"/>
                  <a:ext cx="6708" cy="348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56" name="Oval 103"/>
                <p:cNvSpPr>
                  <a:spLocks noChangeArrowheads="1"/>
                </p:cNvSpPr>
                <p:nvPr/>
              </p:nvSpPr>
              <p:spPr bwMode="auto">
                <a:xfrm>
                  <a:off x="9309" y="-6358"/>
                  <a:ext cx="2489" cy="20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57" name="Oval 104"/>
                <p:cNvSpPr>
                  <a:spLocks noChangeArrowheads="1"/>
                </p:cNvSpPr>
                <p:nvPr/>
              </p:nvSpPr>
              <p:spPr bwMode="auto">
                <a:xfrm>
                  <a:off x="9556" y="-5686"/>
                  <a:ext cx="3801" cy="20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58" name="Oval 105"/>
                <p:cNvSpPr>
                  <a:spLocks noChangeArrowheads="1"/>
                </p:cNvSpPr>
                <p:nvPr/>
              </p:nvSpPr>
              <p:spPr bwMode="auto">
                <a:xfrm>
                  <a:off x="9691" y="-6146"/>
                  <a:ext cx="2954" cy="149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59" name="Oval 106"/>
                <p:cNvSpPr>
                  <a:spLocks noChangeArrowheads="1"/>
                </p:cNvSpPr>
                <p:nvPr/>
              </p:nvSpPr>
              <p:spPr bwMode="auto">
                <a:xfrm>
                  <a:off x="8400" y="-4969"/>
                  <a:ext cx="5930" cy="243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60" name="Oval 107"/>
                <p:cNvSpPr>
                  <a:spLocks noChangeArrowheads="1"/>
                </p:cNvSpPr>
                <p:nvPr/>
              </p:nvSpPr>
              <p:spPr bwMode="auto">
                <a:xfrm rot="-1061453">
                  <a:off x="6968" y="-5477"/>
                  <a:ext cx="5930" cy="243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61" name="Oval 108"/>
                <p:cNvSpPr>
                  <a:spLocks noChangeArrowheads="1"/>
                </p:cNvSpPr>
                <p:nvPr/>
              </p:nvSpPr>
              <p:spPr bwMode="auto">
                <a:xfrm rot="-919313">
                  <a:off x="3984" y="-5477"/>
                  <a:ext cx="3512" cy="165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96349" name="Oval 109"/>
              <p:cNvSpPr>
                <a:spLocks noChangeArrowheads="1"/>
              </p:cNvSpPr>
              <p:nvPr/>
            </p:nvSpPr>
            <p:spPr bwMode="auto">
              <a:xfrm rot="-437733">
                <a:off x="8121" y="-11421"/>
                <a:ext cx="6707" cy="2752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17998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96333" name="Group 110"/>
            <p:cNvGrpSpPr>
              <a:grpSpLocks/>
            </p:cNvGrpSpPr>
            <p:nvPr/>
          </p:nvGrpSpPr>
          <p:grpSpPr bwMode="auto">
            <a:xfrm flipH="1" flipV="1">
              <a:off x="15350" y="-11627"/>
              <a:ext cx="6752" cy="4448"/>
              <a:chOff x="4425" y="-11421"/>
              <a:chExt cx="10403" cy="4997"/>
            </a:xfrm>
          </p:grpSpPr>
          <p:grpSp>
            <p:nvGrpSpPr>
              <p:cNvPr id="96334" name="Group 111"/>
              <p:cNvGrpSpPr>
                <a:grpSpLocks/>
              </p:cNvGrpSpPr>
              <p:nvPr/>
            </p:nvGrpSpPr>
            <p:grpSpPr bwMode="auto">
              <a:xfrm>
                <a:off x="4425" y="-10832"/>
                <a:ext cx="10346" cy="4408"/>
                <a:chOff x="3984" y="-6944"/>
                <a:chExt cx="10346" cy="4408"/>
              </a:xfrm>
            </p:grpSpPr>
            <p:sp>
              <p:nvSpPr>
                <p:cNvPr id="96336" name="Oval 112"/>
                <p:cNvSpPr>
                  <a:spLocks noChangeArrowheads="1"/>
                </p:cNvSpPr>
                <p:nvPr/>
              </p:nvSpPr>
              <p:spPr bwMode="auto">
                <a:xfrm>
                  <a:off x="4720" y="-6626"/>
                  <a:ext cx="3512" cy="197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37" name="Oval 113"/>
                <p:cNvSpPr>
                  <a:spLocks noChangeArrowheads="1"/>
                </p:cNvSpPr>
                <p:nvPr/>
              </p:nvSpPr>
              <p:spPr bwMode="auto">
                <a:xfrm>
                  <a:off x="5740" y="-6944"/>
                  <a:ext cx="3512" cy="197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38" name="Oval 114"/>
                <p:cNvSpPr>
                  <a:spLocks noChangeArrowheads="1"/>
                </p:cNvSpPr>
                <p:nvPr/>
              </p:nvSpPr>
              <p:spPr bwMode="auto">
                <a:xfrm>
                  <a:off x="5377" y="-5957"/>
                  <a:ext cx="3512" cy="197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39" name="Oval 115"/>
                <p:cNvSpPr>
                  <a:spLocks noChangeArrowheads="1"/>
                </p:cNvSpPr>
                <p:nvPr/>
              </p:nvSpPr>
              <p:spPr bwMode="auto">
                <a:xfrm>
                  <a:off x="6968" y="-6263"/>
                  <a:ext cx="3512" cy="197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40" name="Oval 116"/>
                <p:cNvSpPr>
                  <a:spLocks noChangeArrowheads="1"/>
                </p:cNvSpPr>
                <p:nvPr/>
              </p:nvSpPr>
              <p:spPr bwMode="auto">
                <a:xfrm rot="922112">
                  <a:off x="5037" y="-5715"/>
                  <a:ext cx="3512" cy="165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41" name="Oval 117"/>
                <p:cNvSpPr>
                  <a:spLocks noChangeArrowheads="1"/>
                </p:cNvSpPr>
                <p:nvPr/>
              </p:nvSpPr>
              <p:spPr bwMode="auto">
                <a:xfrm>
                  <a:off x="5724" y="-6105"/>
                  <a:ext cx="6708" cy="348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42" name="Oval 118"/>
                <p:cNvSpPr>
                  <a:spLocks noChangeArrowheads="1"/>
                </p:cNvSpPr>
                <p:nvPr/>
              </p:nvSpPr>
              <p:spPr bwMode="auto">
                <a:xfrm>
                  <a:off x="9309" y="-6358"/>
                  <a:ext cx="2489" cy="20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43" name="Oval 119"/>
                <p:cNvSpPr>
                  <a:spLocks noChangeArrowheads="1"/>
                </p:cNvSpPr>
                <p:nvPr/>
              </p:nvSpPr>
              <p:spPr bwMode="auto">
                <a:xfrm>
                  <a:off x="9556" y="-5686"/>
                  <a:ext cx="3801" cy="20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44" name="Oval 120"/>
                <p:cNvSpPr>
                  <a:spLocks noChangeArrowheads="1"/>
                </p:cNvSpPr>
                <p:nvPr/>
              </p:nvSpPr>
              <p:spPr bwMode="auto">
                <a:xfrm>
                  <a:off x="9691" y="-6146"/>
                  <a:ext cx="2954" cy="1495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45" name="Oval 121"/>
                <p:cNvSpPr>
                  <a:spLocks noChangeArrowheads="1"/>
                </p:cNvSpPr>
                <p:nvPr/>
              </p:nvSpPr>
              <p:spPr bwMode="auto">
                <a:xfrm>
                  <a:off x="8400" y="-4969"/>
                  <a:ext cx="5930" cy="243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46" name="Oval 122"/>
                <p:cNvSpPr>
                  <a:spLocks noChangeArrowheads="1"/>
                </p:cNvSpPr>
                <p:nvPr/>
              </p:nvSpPr>
              <p:spPr bwMode="auto">
                <a:xfrm rot="-1061453">
                  <a:off x="6968" y="-5477"/>
                  <a:ext cx="5930" cy="243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347" name="Oval 123"/>
                <p:cNvSpPr>
                  <a:spLocks noChangeArrowheads="1"/>
                </p:cNvSpPr>
                <p:nvPr/>
              </p:nvSpPr>
              <p:spPr bwMode="auto">
                <a:xfrm rot="-919313">
                  <a:off x="3984" y="-5477"/>
                  <a:ext cx="3512" cy="165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2">
                        <a:alpha val="17998"/>
                      </a:schemeClr>
                    </a:gs>
                    <a:gs pos="100000">
                      <a:schemeClr val="tx2">
                        <a:alpha val="1999"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50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96335" name="Oval 124"/>
              <p:cNvSpPr>
                <a:spLocks noChangeArrowheads="1"/>
              </p:cNvSpPr>
              <p:nvPr/>
            </p:nvSpPr>
            <p:spPr bwMode="auto">
              <a:xfrm rot="-437733">
                <a:off x="8121" y="-11421"/>
                <a:ext cx="6707" cy="2752"/>
              </a:xfrm>
              <a:prstGeom prst="ellipse">
                <a:avLst/>
              </a:prstGeom>
              <a:gradFill rotWithShape="1">
                <a:gsLst>
                  <a:gs pos="0">
                    <a:schemeClr val="tx2">
                      <a:alpha val="17998"/>
                    </a:schemeClr>
                  </a:gs>
                  <a:gs pos="100000">
                    <a:schemeClr val="tx2">
                      <a:alpha val="1999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124029" name="Group 125"/>
          <p:cNvGrpSpPr>
            <a:grpSpLocks/>
          </p:cNvGrpSpPr>
          <p:nvPr/>
        </p:nvGrpSpPr>
        <p:grpSpPr bwMode="auto">
          <a:xfrm rot="10206182" flipH="1">
            <a:off x="-1238250" y="5459116"/>
            <a:ext cx="9983788" cy="7479506"/>
            <a:chOff x="-3076" y="-9004"/>
            <a:chExt cx="12638" cy="5458"/>
          </a:xfrm>
        </p:grpSpPr>
        <p:sp>
          <p:nvSpPr>
            <p:cNvPr id="96318" name="Oval 126"/>
            <p:cNvSpPr>
              <a:spLocks noChangeArrowheads="1"/>
            </p:cNvSpPr>
            <p:nvPr/>
          </p:nvSpPr>
          <p:spPr bwMode="auto">
            <a:xfrm>
              <a:off x="-742" y="-6347"/>
              <a:ext cx="3512" cy="1975"/>
            </a:xfrm>
            <a:prstGeom prst="ellipse">
              <a:avLst/>
            </a:prstGeom>
            <a:gradFill rotWithShape="1">
              <a:gsLst>
                <a:gs pos="0">
                  <a:schemeClr val="tx2">
                    <a:alpha val="35999"/>
                  </a:schemeClr>
                </a:gs>
                <a:gs pos="100000">
                  <a:schemeClr val="tx2">
                    <a:alpha val="1999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6319" name="Oval 127"/>
            <p:cNvSpPr>
              <a:spLocks noChangeArrowheads="1"/>
            </p:cNvSpPr>
            <p:nvPr/>
          </p:nvSpPr>
          <p:spPr bwMode="auto">
            <a:xfrm>
              <a:off x="278" y="-6665"/>
              <a:ext cx="3512" cy="1975"/>
            </a:xfrm>
            <a:prstGeom prst="ellipse">
              <a:avLst/>
            </a:prstGeom>
            <a:gradFill rotWithShape="1">
              <a:gsLst>
                <a:gs pos="0">
                  <a:schemeClr val="tx2">
                    <a:alpha val="35999"/>
                  </a:schemeClr>
                </a:gs>
                <a:gs pos="100000">
                  <a:schemeClr val="tx2">
                    <a:alpha val="1999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6320" name="Oval 128"/>
            <p:cNvSpPr>
              <a:spLocks noChangeArrowheads="1"/>
            </p:cNvSpPr>
            <p:nvPr/>
          </p:nvSpPr>
          <p:spPr bwMode="auto">
            <a:xfrm>
              <a:off x="-85" y="-5678"/>
              <a:ext cx="3512" cy="1975"/>
            </a:xfrm>
            <a:prstGeom prst="ellipse">
              <a:avLst/>
            </a:prstGeom>
            <a:gradFill rotWithShape="1">
              <a:gsLst>
                <a:gs pos="0">
                  <a:schemeClr val="tx2">
                    <a:alpha val="35999"/>
                  </a:schemeClr>
                </a:gs>
                <a:gs pos="100000">
                  <a:schemeClr val="tx2">
                    <a:alpha val="1999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6321" name="Oval 129"/>
            <p:cNvSpPr>
              <a:spLocks noChangeArrowheads="1"/>
            </p:cNvSpPr>
            <p:nvPr/>
          </p:nvSpPr>
          <p:spPr bwMode="auto">
            <a:xfrm>
              <a:off x="1506" y="-5984"/>
              <a:ext cx="3512" cy="1975"/>
            </a:xfrm>
            <a:prstGeom prst="ellipse">
              <a:avLst/>
            </a:prstGeom>
            <a:gradFill rotWithShape="1">
              <a:gsLst>
                <a:gs pos="0">
                  <a:schemeClr val="tx2">
                    <a:alpha val="35999"/>
                  </a:schemeClr>
                </a:gs>
                <a:gs pos="100000">
                  <a:schemeClr val="tx2">
                    <a:alpha val="1999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6322" name="Oval 130"/>
            <p:cNvSpPr>
              <a:spLocks noChangeArrowheads="1"/>
            </p:cNvSpPr>
            <p:nvPr/>
          </p:nvSpPr>
          <p:spPr bwMode="auto">
            <a:xfrm rot="-919313">
              <a:off x="-742" y="-6652"/>
              <a:ext cx="3512" cy="1652"/>
            </a:xfrm>
            <a:prstGeom prst="ellipse">
              <a:avLst/>
            </a:prstGeom>
            <a:gradFill rotWithShape="1">
              <a:gsLst>
                <a:gs pos="0">
                  <a:schemeClr val="tx2">
                    <a:alpha val="35999"/>
                  </a:schemeClr>
                </a:gs>
                <a:gs pos="100000">
                  <a:schemeClr val="tx2">
                    <a:alpha val="1999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6323" name="Oval 131"/>
            <p:cNvSpPr>
              <a:spLocks noChangeArrowheads="1"/>
            </p:cNvSpPr>
            <p:nvPr/>
          </p:nvSpPr>
          <p:spPr bwMode="auto">
            <a:xfrm>
              <a:off x="-3076" y="-7985"/>
              <a:ext cx="6708" cy="3482"/>
            </a:xfrm>
            <a:prstGeom prst="ellipse">
              <a:avLst/>
            </a:prstGeom>
            <a:gradFill rotWithShape="1">
              <a:gsLst>
                <a:gs pos="0">
                  <a:schemeClr val="tx2">
                    <a:alpha val="35999"/>
                  </a:schemeClr>
                </a:gs>
                <a:gs pos="100000">
                  <a:schemeClr val="tx2">
                    <a:alpha val="1999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6324" name="Oval 132"/>
            <p:cNvSpPr>
              <a:spLocks noChangeArrowheads="1"/>
            </p:cNvSpPr>
            <p:nvPr/>
          </p:nvSpPr>
          <p:spPr bwMode="auto">
            <a:xfrm>
              <a:off x="3847" y="-6079"/>
              <a:ext cx="2489" cy="2070"/>
            </a:xfrm>
            <a:prstGeom prst="ellipse">
              <a:avLst/>
            </a:prstGeom>
            <a:gradFill rotWithShape="1">
              <a:gsLst>
                <a:gs pos="0">
                  <a:schemeClr val="tx2">
                    <a:alpha val="35999"/>
                  </a:schemeClr>
                </a:gs>
                <a:gs pos="100000">
                  <a:schemeClr val="tx2">
                    <a:alpha val="1999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6325" name="Oval 133"/>
            <p:cNvSpPr>
              <a:spLocks noChangeArrowheads="1"/>
            </p:cNvSpPr>
            <p:nvPr/>
          </p:nvSpPr>
          <p:spPr bwMode="auto">
            <a:xfrm>
              <a:off x="4859" y="-7268"/>
              <a:ext cx="3801" cy="2070"/>
            </a:xfrm>
            <a:prstGeom prst="ellipse">
              <a:avLst/>
            </a:prstGeom>
            <a:gradFill rotWithShape="1">
              <a:gsLst>
                <a:gs pos="0">
                  <a:schemeClr val="tx2">
                    <a:alpha val="35999"/>
                  </a:schemeClr>
                </a:gs>
                <a:gs pos="100000">
                  <a:schemeClr val="tx2">
                    <a:alpha val="1999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6326" name="Oval 134"/>
            <p:cNvSpPr>
              <a:spLocks noChangeArrowheads="1"/>
            </p:cNvSpPr>
            <p:nvPr/>
          </p:nvSpPr>
          <p:spPr bwMode="auto">
            <a:xfrm>
              <a:off x="4298" y="-9004"/>
              <a:ext cx="2954" cy="2433"/>
            </a:xfrm>
            <a:prstGeom prst="ellipse">
              <a:avLst/>
            </a:prstGeom>
            <a:gradFill rotWithShape="1">
              <a:gsLst>
                <a:gs pos="0">
                  <a:schemeClr val="tx2">
                    <a:alpha val="35999"/>
                  </a:schemeClr>
                </a:gs>
                <a:gs pos="100000">
                  <a:schemeClr val="tx2">
                    <a:alpha val="1999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6327" name="Oval 135"/>
            <p:cNvSpPr>
              <a:spLocks noChangeArrowheads="1"/>
            </p:cNvSpPr>
            <p:nvPr/>
          </p:nvSpPr>
          <p:spPr bwMode="auto">
            <a:xfrm>
              <a:off x="912" y="-8417"/>
              <a:ext cx="5930" cy="2433"/>
            </a:xfrm>
            <a:prstGeom prst="ellipse">
              <a:avLst/>
            </a:prstGeom>
            <a:gradFill rotWithShape="1">
              <a:gsLst>
                <a:gs pos="0">
                  <a:schemeClr val="tx2">
                    <a:alpha val="35999"/>
                  </a:schemeClr>
                </a:gs>
                <a:gs pos="100000">
                  <a:schemeClr val="tx2">
                    <a:alpha val="1999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6328" name="Oval 136"/>
            <p:cNvSpPr>
              <a:spLocks noChangeArrowheads="1"/>
            </p:cNvSpPr>
            <p:nvPr/>
          </p:nvSpPr>
          <p:spPr bwMode="auto">
            <a:xfrm rot="-1061453">
              <a:off x="3632" y="-6079"/>
              <a:ext cx="5930" cy="2433"/>
            </a:xfrm>
            <a:prstGeom prst="ellipse">
              <a:avLst/>
            </a:prstGeom>
            <a:gradFill rotWithShape="1">
              <a:gsLst>
                <a:gs pos="0">
                  <a:schemeClr val="tx2">
                    <a:alpha val="35999"/>
                  </a:schemeClr>
                </a:gs>
                <a:gs pos="100000">
                  <a:schemeClr val="tx2">
                    <a:alpha val="1999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6329" name="Oval 137"/>
            <p:cNvSpPr>
              <a:spLocks noChangeArrowheads="1"/>
            </p:cNvSpPr>
            <p:nvPr/>
          </p:nvSpPr>
          <p:spPr bwMode="auto">
            <a:xfrm rot="-919313">
              <a:off x="-1478" y="-5198"/>
              <a:ext cx="3512" cy="1652"/>
            </a:xfrm>
            <a:prstGeom prst="ellipse">
              <a:avLst/>
            </a:prstGeom>
            <a:gradFill rotWithShape="1">
              <a:gsLst>
                <a:gs pos="0">
                  <a:schemeClr val="tx2">
                    <a:alpha val="35999"/>
                  </a:schemeClr>
                </a:gs>
                <a:gs pos="100000">
                  <a:schemeClr val="tx2">
                    <a:alpha val="1999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6330" name="Oval 138"/>
            <p:cNvSpPr>
              <a:spLocks noChangeArrowheads="1"/>
            </p:cNvSpPr>
            <p:nvPr/>
          </p:nvSpPr>
          <p:spPr bwMode="auto">
            <a:xfrm>
              <a:off x="-1848" y="-7054"/>
              <a:ext cx="6707" cy="2752"/>
            </a:xfrm>
            <a:prstGeom prst="ellipse">
              <a:avLst/>
            </a:prstGeom>
            <a:gradFill rotWithShape="1">
              <a:gsLst>
                <a:gs pos="0">
                  <a:schemeClr val="tx2">
                    <a:alpha val="15999"/>
                  </a:schemeClr>
                </a:gs>
                <a:gs pos="100000">
                  <a:schemeClr val="tx2">
                    <a:alpha val="1999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sp>
        <p:nvSpPr>
          <p:cNvPr id="124092" name="Text Box 188"/>
          <p:cNvSpPr txBox="1">
            <a:spLocks noChangeArrowheads="1"/>
          </p:cNvSpPr>
          <p:nvPr/>
        </p:nvSpPr>
        <p:spPr bwMode="auto">
          <a:xfrm>
            <a:off x="1002055" y="1540669"/>
            <a:ext cx="6559530" cy="985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1444" tIns="30721" rIns="61444" bIns="30721">
            <a:spAutoFit/>
          </a:bodyPr>
          <a:lstStyle>
            <a:lvl1pPr defTabSz="981075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981075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981075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981075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981075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9810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9810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9810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9810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zh-CN" sz="2000" dirty="0"/>
              <a:t>当一个设备给另外一个设备通过无线传输技术发送信息时，周围的其他同类设备都是能够收到这些信息</a:t>
            </a:r>
            <a:r>
              <a:rPr lang="zh-CN" altLang="zh-CN" sz="2000" dirty="0" smtClean="0"/>
              <a:t>的</a:t>
            </a:r>
            <a:r>
              <a:rPr lang="zh-CN" altLang="en-US" sz="2000" dirty="0" smtClean="0"/>
              <a:t>一种技术，</a:t>
            </a:r>
            <a:r>
              <a:rPr lang="zh-CN" altLang="en-US" sz="2000" dirty="0"/>
              <a:t>就像是网站上的</a:t>
            </a:r>
            <a:r>
              <a:rPr lang="en-US" altLang="zh-CN" sz="2000" dirty="0"/>
              <a:t>Cookie</a:t>
            </a:r>
            <a:r>
              <a:rPr lang="zh-CN" altLang="en-US" sz="2000" dirty="0"/>
              <a:t>，他会记录你的访问行为和轨迹</a:t>
            </a:r>
            <a:endParaRPr lang="en-US" altLang="zh-CN" sz="2000" dirty="0">
              <a:solidFill>
                <a:srgbClr val="333333"/>
              </a:solidFill>
              <a:ea typeface="黑体" pitchFamily="49" charset="-122"/>
            </a:endParaRPr>
          </a:p>
        </p:txBody>
      </p:sp>
      <p:sp>
        <p:nvSpPr>
          <p:cNvPr id="124094" name="Text Box 190"/>
          <p:cNvSpPr txBox="1">
            <a:spLocks noChangeArrowheads="1"/>
          </p:cNvSpPr>
          <p:nvPr/>
        </p:nvSpPr>
        <p:spPr bwMode="auto">
          <a:xfrm>
            <a:off x="2928765" y="2667227"/>
            <a:ext cx="3983037" cy="431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44" tIns="30721" rIns="61444" bIns="30721">
            <a:spAutoFit/>
          </a:bodyPr>
          <a:lstStyle>
            <a:lvl1pPr defTabSz="981075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981075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981075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981075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981075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9810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9810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9810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9810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/>
              <a:t>WIFI</a:t>
            </a:r>
            <a:r>
              <a:rPr lang="zh-CN" altLang="zh-CN" sz="2400" dirty="0"/>
              <a:t>探针技术</a:t>
            </a:r>
            <a:endParaRPr lang="zh-CN" altLang="en-US" sz="1500" dirty="0">
              <a:solidFill>
                <a:srgbClr val="333333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7911" y="380404"/>
            <a:ext cx="190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一、背景介绍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142945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240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12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xit" presetSubtype="1" accel="50000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2000"/>
                                        <p:tgtEl>
                                          <p:spTgt spid="123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/>
                                        <p:tgtEl>
                                          <p:spTgt spid="123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xit" presetSubtype="1" accel="50000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24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24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xit" presetSubtype="1" accel="50000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1500"/>
                                        <p:tgtEl>
                                          <p:spTgt spid="123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/>
                                        <p:tgtEl>
                                          <p:spTgt spid="123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2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3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23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23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23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23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23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6" presetClass="emph" presetSubtype="0" accel="50000" decel="5000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41" dur="100" fill="hold"/>
                                        <p:tgtEl>
                                          <p:spTgt spid="123944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6" presetClass="emph" presetSubtype="0" accel="50000" decel="5000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49" dur="100" fill="hold"/>
                                        <p:tgtEl>
                                          <p:spTgt spid="12394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0"/>
                                            </p:cond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3" presetID="10" presetClass="exit" presetSubtype="0" repeatCount="5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"/>
                                        <p:tgtEl>
                                          <p:spTgt spid="1239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2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3" presetClass="entr" presetSubtype="16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6" presetClass="emph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61" dur="700" fill="hold"/>
                                        <p:tgtEl>
                                          <p:spTgt spid="123908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2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7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"/>
                                        <p:tgtEl>
                                          <p:spTgt spid="1239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5"/>
                                            </p:cond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8" presetID="2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6" presetClass="emph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animScale>
                                      <p:cBhvr>
                                        <p:cTn id="73" dur="700" fill="hold"/>
                                        <p:tgtEl>
                                          <p:spTgt spid="123910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2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700"/>
                                        <p:tgtEl>
                                          <p:spTgt spid="1239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100"/>
                                        <p:tgtEl>
                                          <p:spTgt spid="1239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7"/>
                                            </p:cond>
                                          </p:stCondLst>
                                        </p:cTn>
                                        <p:tgtEl>
                                          <p:spTgt spid="12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0" presetID="23" presetClass="entr" presetSubtype="16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50" fill="hold"/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6" presetClass="emph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85" dur="700" fill="hold"/>
                                        <p:tgtEl>
                                          <p:spTgt spid="1239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2" nodeType="withEffect">
                                  <p:stCondLst>
                                    <p:cond delay="2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700"/>
                                        <p:tgtEl>
                                          <p:spTgt spid="1239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100"/>
                                        <p:tgtEl>
                                          <p:spTgt spid="1239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9"/>
                                            </p:cond>
                                          </p:stCondLst>
                                        </p:cTn>
                                        <p:tgtEl>
                                          <p:spTgt spid="12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2" presetID="2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250" fill="hold"/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50" fill="hold"/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6" presetClass="emph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animScale>
                                      <p:cBhvr>
                                        <p:cTn id="97" dur="700" fill="hold"/>
                                        <p:tgtEl>
                                          <p:spTgt spid="1239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2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700"/>
                                        <p:tgtEl>
                                          <p:spTgt spid="1239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100"/>
                                        <p:tgtEl>
                                          <p:spTgt spid="1239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1"/>
                                            </p:cond>
                                          </p:stCondLst>
                                        </p:cTn>
                                        <p:tgtEl>
                                          <p:spTgt spid="12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4" presetID="2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250" fill="hold"/>
                                        <p:tgtEl>
                                          <p:spTgt spid="123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250" fill="hold"/>
                                        <p:tgtEl>
                                          <p:spTgt spid="123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6" presetClass="emph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09" dur="700" fill="hold"/>
                                        <p:tgtEl>
                                          <p:spTgt spid="1239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2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700"/>
                                        <p:tgtEl>
                                          <p:spTgt spid="1239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2" presetClass="entr" presetSubtype="2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100"/>
                                        <p:tgtEl>
                                          <p:spTgt spid="1239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3"/>
                                            </p:cond>
                                          </p:stCondLst>
                                        </p:cTn>
                                        <p:tgtEl>
                                          <p:spTgt spid="12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6" presetID="23" presetClass="entr" presetSubtype="16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250" fill="hold"/>
                                        <p:tgtEl>
                                          <p:spTgt spid="123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50" fill="hold"/>
                                        <p:tgtEl>
                                          <p:spTgt spid="123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6" presetClass="emph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121" dur="700" fill="hold"/>
                                        <p:tgtEl>
                                          <p:spTgt spid="1239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2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700"/>
                                        <p:tgtEl>
                                          <p:spTgt spid="1239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100"/>
                                        <p:tgtEl>
                                          <p:spTgt spid="1239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5"/>
                                            </p:cond>
                                          </p:stCondLst>
                                        </p:cTn>
                                        <p:tgtEl>
                                          <p:spTgt spid="12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8" presetID="2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250" fill="hold"/>
                                        <p:tgtEl>
                                          <p:spTgt spid="123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250" fill="hold"/>
                                        <p:tgtEl>
                                          <p:spTgt spid="123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6" presetClass="emph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33" dur="700" fill="hold"/>
                                        <p:tgtEl>
                                          <p:spTgt spid="123920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2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700"/>
                                        <p:tgtEl>
                                          <p:spTgt spid="1239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100"/>
                                        <p:tgtEl>
                                          <p:spTgt spid="1239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7"/>
                                            </p:cond>
                                          </p:stCondLst>
                                        </p:cTn>
                                        <p:tgtEl>
                                          <p:spTgt spid="12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0" presetID="23" presetClass="entr" presetSubtype="16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250" fill="hold"/>
                                        <p:tgtEl>
                                          <p:spTgt spid="123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50" fill="hold"/>
                                        <p:tgtEl>
                                          <p:spTgt spid="123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6" presetClass="emph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145" dur="700" fill="hold"/>
                                        <p:tgtEl>
                                          <p:spTgt spid="1239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2" nodeType="withEffect">
                                  <p:stCondLst>
                                    <p:cond delay="2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700"/>
                                        <p:tgtEl>
                                          <p:spTgt spid="1239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100"/>
                                        <p:tgtEl>
                                          <p:spTgt spid="123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9"/>
                                            </p:cond>
                                          </p:stCondLst>
                                        </p:cTn>
                                        <p:tgtEl>
                                          <p:spTgt spid="12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2" presetID="23" presetClass="entr" presetSubtype="16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250" fill="hold"/>
                                        <p:tgtEl>
                                          <p:spTgt spid="123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250" fill="hold"/>
                                        <p:tgtEl>
                                          <p:spTgt spid="123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6" presetClass="emph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7" dur="700" fill="hold"/>
                                        <p:tgtEl>
                                          <p:spTgt spid="12392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2" nodeType="withEffect">
                                  <p:stCondLst>
                                    <p:cond delay="2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700"/>
                                        <p:tgtEl>
                                          <p:spTgt spid="123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100"/>
                                        <p:tgtEl>
                                          <p:spTgt spid="1239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1"/>
                                            </p:cond>
                                          </p:stCondLst>
                                        </p:cTn>
                                        <p:tgtEl>
                                          <p:spTgt spid="12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4" presetID="2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250" fill="hold"/>
                                        <p:tgtEl>
                                          <p:spTgt spid="123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250" fill="hold"/>
                                        <p:tgtEl>
                                          <p:spTgt spid="123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6" presetClass="emph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animScale>
                                      <p:cBhvr>
                                        <p:cTn id="169" dur="700" fill="hold"/>
                                        <p:tgtEl>
                                          <p:spTgt spid="12392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2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700"/>
                                        <p:tgtEl>
                                          <p:spTgt spid="1239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100"/>
                                        <p:tgtEl>
                                          <p:spTgt spid="1239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3"/>
                                            </p:cond>
                                          </p:stCondLst>
                                        </p:cTn>
                                        <p:tgtEl>
                                          <p:spTgt spid="12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6" presetID="2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250" fill="hold"/>
                                        <p:tgtEl>
                                          <p:spTgt spid="123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250" fill="hold"/>
                                        <p:tgtEl>
                                          <p:spTgt spid="123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81" dur="700" fill="hold"/>
                                        <p:tgtEl>
                                          <p:spTgt spid="12392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700"/>
                                        <p:tgtEl>
                                          <p:spTgt spid="1239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100"/>
                                        <p:tgtEl>
                                          <p:spTgt spid="1239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85"/>
                                            </p:cond>
                                          </p:stCondLst>
                                        </p:cTn>
                                        <p:tgtEl>
                                          <p:spTgt spid="12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88" presetID="2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250" fill="hold"/>
                                        <p:tgtEl>
                                          <p:spTgt spid="123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250" fill="hold"/>
                                        <p:tgtEl>
                                          <p:spTgt spid="123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6" presetClass="emph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93" dur="700" fill="hold"/>
                                        <p:tgtEl>
                                          <p:spTgt spid="12392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2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700"/>
                                        <p:tgtEl>
                                          <p:spTgt spid="1239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100"/>
                                        <p:tgtEl>
                                          <p:spTgt spid="1239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7"/>
                                            </p:cond>
                                          </p:stCondLst>
                                        </p:cTn>
                                        <p:tgtEl>
                                          <p:spTgt spid="12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00" presetID="23" presetClass="entr" presetSubtype="16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250" fill="hold"/>
                                        <p:tgtEl>
                                          <p:spTgt spid="123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250" fill="hold"/>
                                        <p:tgtEl>
                                          <p:spTgt spid="123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6" presetClass="emph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205" dur="700" fill="hold"/>
                                        <p:tgtEl>
                                          <p:spTgt spid="12393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06" presetID="10" presetClass="exit" presetSubtype="0" fill="hold" grpId="2" nodeType="withEffect">
                                  <p:stCondLst>
                                    <p:cond delay="2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700"/>
                                        <p:tgtEl>
                                          <p:spTgt spid="1239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22" presetClass="entr" presetSubtype="2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1" dur="100"/>
                                        <p:tgtEl>
                                          <p:spTgt spid="123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9"/>
                                            </p:cond>
                                          </p:stCondLst>
                                        </p:cTn>
                                        <p:tgtEl>
                                          <p:spTgt spid="12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2" presetID="2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250" fill="hold"/>
                                        <p:tgtEl>
                                          <p:spTgt spid="123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250" fill="hold"/>
                                        <p:tgtEl>
                                          <p:spTgt spid="123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217" dur="700" fill="hold"/>
                                        <p:tgtEl>
                                          <p:spTgt spid="12393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18" presetID="10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700"/>
                                        <p:tgtEl>
                                          <p:spTgt spid="1239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22" presetClass="entr" presetSubtype="4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100"/>
                                        <p:tgtEl>
                                          <p:spTgt spid="1239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21"/>
                                            </p:cond>
                                          </p:stCondLst>
                                        </p:cTn>
                                        <p:tgtEl>
                                          <p:spTgt spid="12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24" presetID="23" presetClass="entr" presetSubtype="16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250" fill="hold"/>
                                        <p:tgtEl>
                                          <p:spTgt spid="123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250" fill="hold"/>
                                        <p:tgtEl>
                                          <p:spTgt spid="123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8" presetID="6" presetClass="emph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229" dur="700" fill="hold"/>
                                        <p:tgtEl>
                                          <p:spTgt spid="123935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grpId="2" nodeType="withEffect">
                                  <p:stCondLst>
                                    <p:cond delay="2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700"/>
                                        <p:tgtEl>
                                          <p:spTgt spid="1239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2" presetClass="entr" presetSubtype="2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5" dur="100"/>
                                        <p:tgtEl>
                                          <p:spTgt spid="123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3"/>
                                            </p:cond>
                                          </p:stCondLst>
                                        </p:cTn>
                                        <p:tgtEl>
                                          <p:spTgt spid="1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6" presetID="2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250" fill="hold"/>
                                        <p:tgtEl>
                                          <p:spTgt spid="123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250" fill="hold"/>
                                        <p:tgtEl>
                                          <p:spTgt spid="123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241" dur="700" fill="hold"/>
                                        <p:tgtEl>
                                          <p:spTgt spid="12393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700"/>
                                        <p:tgtEl>
                                          <p:spTgt spid="1239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22" presetClass="entr" presetSubtype="1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100"/>
                                        <p:tgtEl>
                                          <p:spTgt spid="1239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45"/>
                                            </p:cond>
                                          </p:stCondLst>
                                        </p:cTn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8" presetID="23" presetClass="entr" presetSubtype="16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250" fill="hold"/>
                                        <p:tgtEl>
                                          <p:spTgt spid="123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250" fill="hold"/>
                                        <p:tgtEl>
                                          <p:spTgt spid="123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6" presetClass="emph" presetSubtype="0" fill="hold" grpId="1" nodeType="withEffect">
                                  <p:stCondLst>
                                    <p:cond delay="2800"/>
                                  </p:stCondLst>
                                  <p:childTnLst>
                                    <p:animScale>
                                      <p:cBhvr>
                                        <p:cTn id="253" dur="700" fill="hold"/>
                                        <p:tgtEl>
                                          <p:spTgt spid="12393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grpId="2" nodeType="withEffect">
                                  <p:stCondLst>
                                    <p:cond delay="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700"/>
                                        <p:tgtEl>
                                          <p:spTgt spid="1239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22" presetClass="entr" presetSubtype="8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100"/>
                                        <p:tgtEl>
                                          <p:spTgt spid="1239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57"/>
                                            </p:cond>
                                          </p:stCondLst>
                                        </p:cTn>
                                        <p:tgtEl>
                                          <p:spTgt spid="1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60" presetID="2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250" fill="hold"/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250" fill="hold"/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6" presetClass="emph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animScale>
                                      <p:cBhvr>
                                        <p:cTn id="265" dur="700" fill="hold"/>
                                        <p:tgtEl>
                                          <p:spTgt spid="12394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66" presetID="10" presetClass="exit" presetSubtype="0" fill="hold" grpId="2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700"/>
                                        <p:tgtEl>
                                          <p:spTgt spid="1239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2" presetClass="exit" presetSubtype="2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0" dur="1000"/>
                                        <p:tgtEl>
                                          <p:spTgt spid="123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1000"/>
                                        <p:tgtEl>
                                          <p:spTgt spid="123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2" presetClass="exit" presetSubtype="8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4" dur="1000"/>
                                        <p:tgtEl>
                                          <p:spTgt spid="123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1000"/>
                                        <p:tgtEl>
                                          <p:spTgt spid="123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8" presetClass="emph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1500000">
                                      <p:cBhvr>
                                        <p:cTn id="278" dur="1000" fill="hold"/>
                                        <p:tgtEl>
                                          <p:spTgt spid="1239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9" presetID="8" presetClass="emph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-1500000">
                                      <p:cBhvr>
                                        <p:cTn id="280" dur="1000" fill="hold"/>
                                        <p:tgtEl>
                                          <p:spTgt spid="1239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1" presetID="22" presetClass="entr" presetSubtype="1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3" dur="100"/>
                                        <p:tgtEl>
                                          <p:spTgt spid="1239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81"/>
                                            </p:cond>
                                          </p:stCondLst>
                                        </p:cTn>
                                        <p:tgtEl>
                                          <p:spTgt spid="12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84" presetID="23" presetClass="entr" presetSubtype="16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250" fill="hold"/>
                                        <p:tgtEl>
                                          <p:spTgt spid="123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250" fill="hold"/>
                                        <p:tgtEl>
                                          <p:spTgt spid="123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presetID="6" presetClass="emph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Scale>
                                      <p:cBhvr>
                                        <p:cTn id="289" dur="300" fill="hold"/>
                                        <p:tgtEl>
                                          <p:spTgt spid="12394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90" presetID="10" presetClass="exit" presetSubtype="0" fill="hold" grpId="2" nodeType="withEffect">
                                  <p:stCondLst>
                                    <p:cond delay="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300"/>
                                        <p:tgtEl>
                                          <p:spTgt spid="1239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22" presetClass="entr" presetSubtype="4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5" dur="100"/>
                                        <p:tgtEl>
                                          <p:spTgt spid="1239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3"/>
                                            </p:cond>
                                          </p:stCondLst>
                                        </p:cTn>
                                        <p:tgtEl>
                                          <p:spTgt spid="12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6" presetID="23" presetClass="entr" presetSubtype="16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250" fill="hold"/>
                                        <p:tgtEl>
                                          <p:spTgt spid="123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250" fill="hold"/>
                                        <p:tgtEl>
                                          <p:spTgt spid="123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presetID="6" presetClass="emph" presetSubtype="0" fill="hold" grpId="1" nodeType="withEffect">
                                  <p:stCondLst>
                                    <p:cond delay="3900"/>
                                  </p:stCondLst>
                                  <p:childTnLst>
                                    <p:animScale>
                                      <p:cBhvr>
                                        <p:cTn id="301" dur="300" fill="hold"/>
                                        <p:tgtEl>
                                          <p:spTgt spid="12395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02" presetID="10" presetClass="exit" presetSubtype="0" fill="hold" grpId="2" nodeType="withEffect">
                                  <p:stCondLst>
                                    <p:cond delay="3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300"/>
                                        <p:tgtEl>
                                          <p:spTgt spid="123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22" presetClass="entr" presetSubtype="1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7" dur="100"/>
                                        <p:tgtEl>
                                          <p:spTgt spid="1239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05"/>
                                            </p:cond>
                                          </p:stCondLst>
                                        </p:cTn>
                                        <p:tgtEl>
                                          <p:spTgt spid="12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08" presetID="23" presetClass="entr" presetSubtype="16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0" dur="250" fill="hold"/>
                                        <p:tgtEl>
                                          <p:spTgt spid="123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250" fill="hold"/>
                                        <p:tgtEl>
                                          <p:spTgt spid="123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6" presetClass="emph" presetSubtype="0" fill="hold" grpId="1" nodeType="withEffect">
                                  <p:stCondLst>
                                    <p:cond delay="3700"/>
                                  </p:stCondLst>
                                  <p:childTnLst>
                                    <p:animScale>
                                      <p:cBhvr>
                                        <p:cTn id="313" dur="300" fill="hold"/>
                                        <p:tgtEl>
                                          <p:spTgt spid="12395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14" presetID="10" presetClass="exit" presetSubtype="0" fill="hold" grpId="2" nodeType="withEffect">
                                  <p:stCondLst>
                                    <p:cond delay="3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5" dur="300"/>
                                        <p:tgtEl>
                                          <p:spTgt spid="1239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22" presetClass="entr" presetSubtype="1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9" dur="100"/>
                                        <p:tgtEl>
                                          <p:spTgt spid="1239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17"/>
                                            </p:cond>
                                          </p:stCondLst>
                                        </p:cTn>
                                        <p:tgtEl>
                                          <p:spTgt spid="12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20" presetID="23" presetClass="entr" presetSubtype="16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250" fill="hold"/>
                                        <p:tgtEl>
                                          <p:spTgt spid="123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250" fill="hold"/>
                                        <p:tgtEl>
                                          <p:spTgt spid="123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4" presetID="6" presetClass="emph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Scale>
                                      <p:cBhvr>
                                        <p:cTn id="325" dur="700" fill="hold"/>
                                        <p:tgtEl>
                                          <p:spTgt spid="12395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26" presetID="10" presetClass="exit" presetSubtype="0" fill="hold" grpId="2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700"/>
                                        <p:tgtEl>
                                          <p:spTgt spid="1239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22" presetClass="entr" presetSubtype="1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1" dur="100"/>
                                        <p:tgtEl>
                                          <p:spTgt spid="1239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29"/>
                                            </p:cond>
                                          </p:stCondLst>
                                        </p:cTn>
                                        <p:tgtEl>
                                          <p:spTgt spid="1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32" presetID="23" presetClass="entr" presetSubtype="16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4" dur="250" fill="hold"/>
                                        <p:tgtEl>
                                          <p:spTgt spid="123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250" fill="hold"/>
                                        <p:tgtEl>
                                          <p:spTgt spid="123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6" presetID="6" presetClass="emph" presetSubtype="0" fill="hold" grpId="1" nodeType="withEffect">
                                  <p:stCondLst>
                                    <p:cond delay="3700"/>
                                  </p:stCondLst>
                                  <p:childTnLst>
                                    <p:animScale>
                                      <p:cBhvr>
                                        <p:cTn id="337" dur="300" fill="hold"/>
                                        <p:tgtEl>
                                          <p:spTgt spid="12395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38" presetID="10" presetClass="exit" presetSubtype="0" fill="hold" grpId="2" nodeType="withEffect">
                                  <p:stCondLst>
                                    <p:cond delay="3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9" dur="300"/>
                                        <p:tgtEl>
                                          <p:spTgt spid="1239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22" presetClass="entr" presetSubtype="4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3" dur="100"/>
                                        <p:tgtEl>
                                          <p:spTgt spid="1239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41"/>
                                            </p:cond>
                                          </p:stCondLst>
                                        </p:cTn>
                                        <p:tgtEl>
                                          <p:spTgt spid="12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44" presetID="23" presetClass="entr" presetSubtype="16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6" dur="250" fill="hold"/>
                                        <p:tgtEl>
                                          <p:spTgt spid="123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250" fill="hold"/>
                                        <p:tgtEl>
                                          <p:spTgt spid="123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6" presetClass="emph" presetSubtype="0" fill="hold" grpId="1" nodeType="withEffect">
                                  <p:stCondLst>
                                    <p:cond delay="3700"/>
                                  </p:stCondLst>
                                  <p:childTnLst>
                                    <p:animScale>
                                      <p:cBhvr>
                                        <p:cTn id="349" dur="300" fill="hold"/>
                                        <p:tgtEl>
                                          <p:spTgt spid="12395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2" nodeType="withEffect">
                                  <p:stCondLst>
                                    <p:cond delay="3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300"/>
                                        <p:tgtEl>
                                          <p:spTgt spid="1239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66" grpId="0" animBg="1"/>
      <p:bldP spid="123966" grpId="1" animBg="1"/>
      <p:bldP spid="123908" grpId="0" animBg="1"/>
      <p:bldP spid="123908" grpId="1" animBg="1"/>
      <p:bldP spid="123908" grpId="2" animBg="1"/>
      <p:bldP spid="123909" grpId="0" animBg="1"/>
      <p:bldP spid="123910" grpId="0" animBg="1"/>
      <p:bldP spid="123910" grpId="1" animBg="1"/>
      <p:bldP spid="123910" grpId="2" animBg="1"/>
      <p:bldP spid="123911" grpId="0" animBg="1"/>
      <p:bldP spid="123912" grpId="0" animBg="1"/>
      <p:bldP spid="123912" grpId="1" animBg="1"/>
      <p:bldP spid="123912" grpId="2" animBg="1"/>
      <p:bldP spid="123913" grpId="0" animBg="1"/>
      <p:bldP spid="123914" grpId="0" animBg="1"/>
      <p:bldP spid="123914" grpId="1" animBg="1"/>
      <p:bldP spid="123914" grpId="2" animBg="1"/>
      <p:bldP spid="123915" grpId="0" animBg="1"/>
      <p:bldP spid="123916" grpId="0" animBg="1"/>
      <p:bldP spid="123916" grpId="1" animBg="1"/>
      <p:bldP spid="123916" grpId="2" animBg="1"/>
      <p:bldP spid="123917" grpId="0" animBg="1"/>
      <p:bldP spid="123918" grpId="0" animBg="1"/>
      <p:bldP spid="123918" grpId="1" animBg="1"/>
      <p:bldP spid="123918" grpId="2" animBg="1"/>
      <p:bldP spid="123919" grpId="0" animBg="1"/>
      <p:bldP spid="123920" grpId="0" animBg="1"/>
      <p:bldP spid="123920" grpId="1" animBg="1"/>
      <p:bldP spid="123920" grpId="2" animBg="1"/>
      <p:bldP spid="123921" grpId="0" animBg="1"/>
      <p:bldP spid="123921" grpId="1" animBg="1"/>
      <p:bldP spid="123921" grpId="2" animBg="1"/>
      <p:bldP spid="123922" grpId="0" animBg="1"/>
      <p:bldP spid="123923" grpId="0" animBg="1"/>
      <p:bldP spid="123923" grpId="1" animBg="1"/>
      <p:bldP spid="123923" grpId="2" animBg="1"/>
      <p:bldP spid="123924" grpId="0" animBg="1"/>
      <p:bldP spid="123925" grpId="0" animBg="1"/>
      <p:bldP spid="123925" grpId="1" animBg="1"/>
      <p:bldP spid="123925" grpId="2" animBg="1"/>
      <p:bldP spid="123926" grpId="0" animBg="1"/>
      <p:bldP spid="123927" grpId="0" animBg="1"/>
      <p:bldP spid="123927" grpId="1" animBg="1"/>
      <p:bldP spid="123927" grpId="2" animBg="1"/>
      <p:bldP spid="123928" grpId="0" animBg="1"/>
      <p:bldP spid="123929" grpId="0" animBg="1"/>
      <p:bldP spid="123929" grpId="1" animBg="1"/>
      <p:bldP spid="123929" grpId="2" animBg="1"/>
      <p:bldP spid="123930" grpId="0" animBg="1"/>
      <p:bldP spid="123931" grpId="0" animBg="1"/>
      <p:bldP spid="123931" grpId="1" animBg="1"/>
      <p:bldP spid="123931" grpId="2" animBg="1"/>
      <p:bldP spid="123932" grpId="0" animBg="1"/>
      <p:bldP spid="123933" grpId="0" animBg="1"/>
      <p:bldP spid="123933" grpId="1" animBg="1"/>
      <p:bldP spid="123933" grpId="2" animBg="1"/>
      <p:bldP spid="123934" grpId="0" animBg="1"/>
      <p:bldP spid="123935" grpId="0" animBg="1"/>
      <p:bldP spid="123935" grpId="1" animBg="1"/>
      <p:bldP spid="123935" grpId="2" animBg="1"/>
      <p:bldP spid="123936" grpId="0" animBg="1"/>
      <p:bldP spid="123937" grpId="0" animBg="1"/>
      <p:bldP spid="123937" grpId="1" animBg="1"/>
      <p:bldP spid="123937" grpId="2" animBg="1"/>
      <p:bldP spid="123938" grpId="0" animBg="1"/>
      <p:bldP spid="123939" grpId="0" animBg="1"/>
      <p:bldP spid="123939" grpId="1" animBg="1"/>
      <p:bldP spid="123939" grpId="2" animBg="1"/>
      <p:bldP spid="123940" grpId="0" animBg="1"/>
      <p:bldP spid="123941" grpId="0" animBg="1"/>
      <p:bldP spid="123941" grpId="1" animBg="1"/>
      <p:bldP spid="123941" grpId="2" animBg="1"/>
      <p:bldP spid="123942" grpId="0" animBg="1"/>
      <p:bldP spid="123943" grpId="0" animBg="1"/>
      <p:bldP spid="123944" grpId="0" animBg="1"/>
      <p:bldP spid="123944" grpId="1" animBg="1"/>
      <p:bldP spid="123944" grpId="2" animBg="1"/>
      <p:bldP spid="123944" grpId="3" animBg="1"/>
      <p:bldP spid="123945" grpId="0" animBg="1"/>
      <p:bldP spid="123945" grpId="1" animBg="1"/>
      <p:bldP spid="123945" grpId="2" animBg="1"/>
      <p:bldP spid="123945" grpId="3" animBg="1"/>
      <p:bldP spid="123946" grpId="0" animBg="1"/>
      <p:bldP spid="123946" grpId="1" animBg="1"/>
      <p:bldP spid="123947" grpId="0" animBg="1"/>
      <p:bldP spid="123947" grpId="1" animBg="1"/>
      <p:bldP spid="123949" grpId="0" animBg="1"/>
      <p:bldP spid="123949" grpId="1" animBg="1"/>
      <p:bldP spid="123949" grpId="2" animBg="1"/>
      <p:bldP spid="123950" grpId="0" animBg="1"/>
      <p:bldP spid="123951" grpId="0" animBg="1"/>
      <p:bldP spid="123951" grpId="1" animBg="1"/>
      <p:bldP spid="123951" grpId="2" animBg="1"/>
      <p:bldP spid="123952" grpId="0" animBg="1"/>
      <p:bldP spid="123953" grpId="0" animBg="1"/>
      <p:bldP spid="123953" grpId="1" animBg="1"/>
      <p:bldP spid="123953" grpId="2" animBg="1"/>
      <p:bldP spid="123954" grpId="0" animBg="1"/>
      <p:bldP spid="123955" grpId="0" animBg="1"/>
      <p:bldP spid="123955" grpId="1" animBg="1"/>
      <p:bldP spid="123955" grpId="2" animBg="1"/>
      <p:bldP spid="123956" grpId="0" animBg="1"/>
      <p:bldP spid="123957" grpId="0" animBg="1"/>
      <p:bldP spid="123957" grpId="1" animBg="1"/>
      <p:bldP spid="123957" grpId="2" animBg="1"/>
      <p:bldP spid="123958" grpId="0" animBg="1"/>
      <p:bldP spid="123959" grpId="0" animBg="1"/>
      <p:bldP spid="123959" grpId="1" animBg="1"/>
      <p:bldP spid="123959" grpId="2" animBg="1"/>
      <p:bldP spid="123960" grpId="0" animBg="1"/>
      <p:bldP spid="124092" grpId="0"/>
      <p:bldP spid="124094" grpId="0"/>
      <p:bldP spid="12409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91" name="Picture 7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" y="-3119437"/>
            <a:ext cx="10823575" cy="828436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xtLst/>
        </p:spPr>
      </p:pic>
      <p:sp>
        <p:nvSpPr>
          <p:cNvPr id="137218" name="Rectangle 2"/>
          <p:cNvSpPr>
            <a:spLocks noChangeArrowheads="1"/>
          </p:cNvSpPr>
          <p:nvPr/>
        </p:nvSpPr>
        <p:spPr bwMode="auto">
          <a:xfrm>
            <a:off x="-491183" y="-2520082"/>
            <a:ext cx="10391775" cy="890825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97284" name="Freeform 3"/>
          <p:cNvSpPr>
            <a:spLocks noChangeAspect="1"/>
          </p:cNvSpPr>
          <p:nvPr/>
        </p:nvSpPr>
        <p:spPr bwMode="auto">
          <a:xfrm>
            <a:off x="2652714" y="2874172"/>
            <a:ext cx="23812" cy="5954"/>
          </a:xfrm>
          <a:custGeom>
            <a:avLst/>
            <a:gdLst>
              <a:gd name="T0" fmla="*/ 2147483647 w 6"/>
              <a:gd name="T1" fmla="*/ 0 h 6"/>
              <a:gd name="T2" fmla="*/ 2147483647 w 6"/>
              <a:gd name="T3" fmla="*/ 2147483647 h 6"/>
              <a:gd name="T4" fmla="*/ 2147483647 w 6"/>
              <a:gd name="T5" fmla="*/ 2147483647 h 6"/>
              <a:gd name="T6" fmla="*/ 0 w 6"/>
              <a:gd name="T7" fmla="*/ 2147483647 h 6"/>
              <a:gd name="T8" fmla="*/ 2147483647 w 6"/>
              <a:gd name="T9" fmla="*/ 0 h 6"/>
              <a:gd name="T10" fmla="*/ 2147483647 w 6"/>
              <a:gd name="T11" fmla="*/ 0 h 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" h="6">
                <a:moveTo>
                  <a:pt x="5" y="0"/>
                </a:moveTo>
                <a:cubicBezTo>
                  <a:pt x="5" y="1"/>
                  <a:pt x="4" y="1"/>
                  <a:pt x="3" y="1"/>
                </a:cubicBezTo>
                <a:cubicBezTo>
                  <a:pt x="2" y="4"/>
                  <a:pt x="6" y="3"/>
                  <a:pt x="5" y="6"/>
                </a:cubicBezTo>
                <a:cubicBezTo>
                  <a:pt x="3" y="5"/>
                  <a:pt x="0" y="4"/>
                  <a:pt x="0" y="1"/>
                </a:cubicBezTo>
                <a:cubicBezTo>
                  <a:pt x="2" y="1"/>
                  <a:pt x="3" y="1"/>
                  <a:pt x="3" y="0"/>
                </a:cubicBezTo>
                <a:cubicBezTo>
                  <a:pt x="3" y="0"/>
                  <a:pt x="4" y="0"/>
                  <a:pt x="5" y="0"/>
                </a:cubicBezTo>
                <a:close/>
              </a:path>
            </a:pathLst>
          </a:custGeom>
          <a:solidFill>
            <a:srgbClr val="000000">
              <a:alpha val="1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7285" name="Freeform 4"/>
          <p:cNvSpPr>
            <a:spLocks/>
          </p:cNvSpPr>
          <p:nvPr/>
        </p:nvSpPr>
        <p:spPr bwMode="auto">
          <a:xfrm>
            <a:off x="14886064" y="2562237"/>
            <a:ext cx="15875" cy="23813"/>
          </a:xfrm>
          <a:custGeom>
            <a:avLst/>
            <a:gdLst>
              <a:gd name="T0" fmla="*/ 2147483647 w 7"/>
              <a:gd name="T1" fmla="*/ 0 h 11"/>
              <a:gd name="T2" fmla="*/ 2147483647 w 7"/>
              <a:gd name="T3" fmla="*/ 2147483647 h 11"/>
              <a:gd name="T4" fmla="*/ 2147483647 w 7"/>
              <a:gd name="T5" fmla="*/ 2147483647 h 11"/>
              <a:gd name="T6" fmla="*/ 0 w 7"/>
              <a:gd name="T7" fmla="*/ 2147483647 h 11"/>
              <a:gd name="T8" fmla="*/ 2147483647 w 7"/>
              <a:gd name="T9" fmla="*/ 2147483647 h 11"/>
              <a:gd name="T10" fmla="*/ 2147483647 w 7"/>
              <a:gd name="T11" fmla="*/ 2147483647 h 11"/>
              <a:gd name="T12" fmla="*/ 2147483647 w 7"/>
              <a:gd name="T13" fmla="*/ 2147483647 h 11"/>
              <a:gd name="T14" fmla="*/ 2147483647 w 7"/>
              <a:gd name="T15" fmla="*/ 0 h 1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" h="11">
                <a:moveTo>
                  <a:pt x="4" y="0"/>
                </a:moveTo>
                <a:cubicBezTo>
                  <a:pt x="5" y="1"/>
                  <a:pt x="5" y="3"/>
                  <a:pt x="7" y="3"/>
                </a:cubicBezTo>
                <a:cubicBezTo>
                  <a:pt x="6" y="5"/>
                  <a:pt x="6" y="7"/>
                  <a:pt x="6" y="10"/>
                </a:cubicBezTo>
                <a:cubicBezTo>
                  <a:pt x="3" y="9"/>
                  <a:pt x="3" y="11"/>
                  <a:pt x="0" y="11"/>
                </a:cubicBezTo>
                <a:cubicBezTo>
                  <a:pt x="1" y="9"/>
                  <a:pt x="0" y="8"/>
                  <a:pt x="1" y="6"/>
                </a:cubicBezTo>
                <a:cubicBezTo>
                  <a:pt x="3" y="6"/>
                  <a:pt x="4" y="7"/>
                  <a:pt x="4" y="9"/>
                </a:cubicBezTo>
                <a:cubicBezTo>
                  <a:pt x="5" y="6"/>
                  <a:pt x="3" y="5"/>
                  <a:pt x="6" y="4"/>
                </a:cubicBezTo>
                <a:cubicBezTo>
                  <a:pt x="6" y="2"/>
                  <a:pt x="3" y="3"/>
                  <a:pt x="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21" name="Oval 5"/>
          <p:cNvSpPr>
            <a:spLocks noChangeAspect="1" noChangeArrowheads="1"/>
          </p:cNvSpPr>
          <p:nvPr/>
        </p:nvSpPr>
        <p:spPr bwMode="auto">
          <a:xfrm>
            <a:off x="2252663" y="2365960"/>
            <a:ext cx="400050" cy="100013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22" name="Line 6"/>
          <p:cNvSpPr>
            <a:spLocks noChangeShapeType="1"/>
          </p:cNvSpPr>
          <p:nvPr/>
        </p:nvSpPr>
        <p:spPr bwMode="auto">
          <a:xfrm>
            <a:off x="1049338" y="-2653904"/>
            <a:ext cx="1427162" cy="506015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23" name="Oval 7"/>
          <p:cNvSpPr>
            <a:spLocks noChangeAspect="1" noChangeArrowheads="1"/>
          </p:cNvSpPr>
          <p:nvPr/>
        </p:nvSpPr>
        <p:spPr bwMode="auto">
          <a:xfrm>
            <a:off x="1873250" y="2406355"/>
            <a:ext cx="400050" cy="98822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24" name="Line 8"/>
          <p:cNvSpPr>
            <a:spLocks noChangeShapeType="1"/>
          </p:cNvSpPr>
          <p:nvPr/>
        </p:nvSpPr>
        <p:spPr bwMode="auto">
          <a:xfrm>
            <a:off x="647700" y="-3148013"/>
            <a:ext cx="1447800" cy="5595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25" name="Oval 9"/>
          <p:cNvSpPr>
            <a:spLocks noChangeAspect="1" noChangeArrowheads="1"/>
          </p:cNvSpPr>
          <p:nvPr/>
        </p:nvSpPr>
        <p:spPr bwMode="auto">
          <a:xfrm>
            <a:off x="3546475" y="2620571"/>
            <a:ext cx="400050" cy="98822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26" name="Line 10"/>
          <p:cNvSpPr>
            <a:spLocks noChangeShapeType="1"/>
          </p:cNvSpPr>
          <p:nvPr/>
        </p:nvSpPr>
        <p:spPr bwMode="auto">
          <a:xfrm>
            <a:off x="3154365" y="5"/>
            <a:ext cx="603250" cy="2662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27" name="Oval 11"/>
          <p:cNvSpPr>
            <a:spLocks noChangeAspect="1" noChangeArrowheads="1"/>
          </p:cNvSpPr>
          <p:nvPr/>
        </p:nvSpPr>
        <p:spPr bwMode="auto">
          <a:xfrm>
            <a:off x="5375277" y="2993274"/>
            <a:ext cx="401638" cy="97631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28" name="Line 12"/>
          <p:cNvSpPr>
            <a:spLocks noChangeShapeType="1"/>
          </p:cNvSpPr>
          <p:nvPr/>
        </p:nvSpPr>
        <p:spPr bwMode="auto">
          <a:xfrm>
            <a:off x="4927608" y="-135732"/>
            <a:ext cx="619125" cy="31682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29" name="Oval 13"/>
          <p:cNvSpPr>
            <a:spLocks noChangeAspect="1" noChangeArrowheads="1"/>
          </p:cNvSpPr>
          <p:nvPr/>
        </p:nvSpPr>
        <p:spPr bwMode="auto">
          <a:xfrm>
            <a:off x="6913570" y="2765877"/>
            <a:ext cx="401637" cy="100013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30" name="Line 14"/>
          <p:cNvSpPr>
            <a:spLocks noChangeShapeType="1"/>
          </p:cNvSpPr>
          <p:nvPr/>
        </p:nvSpPr>
        <p:spPr bwMode="auto">
          <a:xfrm>
            <a:off x="5931000" y="-876300"/>
            <a:ext cx="1184275" cy="36826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31" name="Oval 15"/>
          <p:cNvSpPr>
            <a:spLocks noChangeAspect="1" noChangeArrowheads="1"/>
          </p:cNvSpPr>
          <p:nvPr/>
        </p:nvSpPr>
        <p:spPr bwMode="auto">
          <a:xfrm>
            <a:off x="7224732" y="3024246"/>
            <a:ext cx="401637" cy="97631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32" name="Line 16"/>
          <p:cNvSpPr>
            <a:spLocks noChangeShapeType="1"/>
          </p:cNvSpPr>
          <p:nvPr/>
        </p:nvSpPr>
        <p:spPr bwMode="auto">
          <a:xfrm>
            <a:off x="5930973" y="-2078831"/>
            <a:ext cx="1497013" cy="5143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33" name="Oval 17"/>
          <p:cNvSpPr>
            <a:spLocks noChangeAspect="1" noChangeArrowheads="1"/>
          </p:cNvSpPr>
          <p:nvPr/>
        </p:nvSpPr>
        <p:spPr bwMode="auto">
          <a:xfrm>
            <a:off x="1895475" y="3435054"/>
            <a:ext cx="401638" cy="98822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34" name="Oval 18"/>
          <p:cNvSpPr>
            <a:spLocks noChangeAspect="1" noChangeArrowheads="1"/>
          </p:cNvSpPr>
          <p:nvPr/>
        </p:nvSpPr>
        <p:spPr bwMode="auto">
          <a:xfrm>
            <a:off x="1673225" y="3189872"/>
            <a:ext cx="400050" cy="97631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35" name="Line 19"/>
          <p:cNvSpPr>
            <a:spLocks noChangeShapeType="1"/>
          </p:cNvSpPr>
          <p:nvPr/>
        </p:nvSpPr>
        <p:spPr bwMode="auto">
          <a:xfrm>
            <a:off x="68" y="-3148013"/>
            <a:ext cx="1897063" cy="637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36" name="Oval 20"/>
          <p:cNvSpPr>
            <a:spLocks noChangeAspect="1" noChangeArrowheads="1"/>
          </p:cNvSpPr>
          <p:nvPr/>
        </p:nvSpPr>
        <p:spPr bwMode="auto">
          <a:xfrm>
            <a:off x="1716109" y="4195949"/>
            <a:ext cx="401637" cy="100013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37" name="Line 21"/>
          <p:cNvSpPr>
            <a:spLocks noChangeShapeType="1"/>
          </p:cNvSpPr>
          <p:nvPr/>
        </p:nvSpPr>
        <p:spPr bwMode="auto">
          <a:xfrm>
            <a:off x="-379413" y="-3148011"/>
            <a:ext cx="2320926" cy="7385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38" name="Oval 22"/>
          <p:cNvSpPr>
            <a:spLocks noChangeAspect="1" noChangeArrowheads="1"/>
          </p:cNvSpPr>
          <p:nvPr/>
        </p:nvSpPr>
        <p:spPr bwMode="auto">
          <a:xfrm>
            <a:off x="4303889" y="4319776"/>
            <a:ext cx="401637" cy="97631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39" name="Line 23"/>
          <p:cNvSpPr>
            <a:spLocks noChangeShapeType="1"/>
          </p:cNvSpPr>
          <p:nvPr/>
        </p:nvSpPr>
        <p:spPr bwMode="auto">
          <a:xfrm>
            <a:off x="3233740" y="-2653903"/>
            <a:ext cx="1293812" cy="70139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40" name="Oval 24"/>
          <p:cNvSpPr>
            <a:spLocks noChangeAspect="1" noChangeArrowheads="1"/>
          </p:cNvSpPr>
          <p:nvPr/>
        </p:nvSpPr>
        <p:spPr bwMode="auto">
          <a:xfrm>
            <a:off x="4570442" y="3869720"/>
            <a:ext cx="403225" cy="97631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41" name="Line 25"/>
          <p:cNvSpPr>
            <a:spLocks noChangeShapeType="1"/>
          </p:cNvSpPr>
          <p:nvPr/>
        </p:nvSpPr>
        <p:spPr bwMode="auto">
          <a:xfrm>
            <a:off x="3757855" y="-1871663"/>
            <a:ext cx="1036637" cy="580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42" name="Oval 26"/>
          <p:cNvSpPr>
            <a:spLocks noChangeAspect="1" noChangeArrowheads="1"/>
          </p:cNvSpPr>
          <p:nvPr/>
        </p:nvSpPr>
        <p:spPr bwMode="auto">
          <a:xfrm>
            <a:off x="3233738" y="4011319"/>
            <a:ext cx="400050" cy="98822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43" name="Line 27"/>
          <p:cNvSpPr>
            <a:spLocks noChangeShapeType="1"/>
          </p:cNvSpPr>
          <p:nvPr/>
        </p:nvSpPr>
        <p:spPr bwMode="auto">
          <a:xfrm>
            <a:off x="2230438" y="-1337072"/>
            <a:ext cx="1225550" cy="53899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44" name="Oval 28"/>
          <p:cNvSpPr>
            <a:spLocks noChangeAspect="1" noChangeArrowheads="1"/>
          </p:cNvSpPr>
          <p:nvPr/>
        </p:nvSpPr>
        <p:spPr bwMode="auto">
          <a:xfrm>
            <a:off x="5775325" y="4278103"/>
            <a:ext cx="401638" cy="101203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45" name="Line 29"/>
          <p:cNvSpPr>
            <a:spLocks noChangeShapeType="1"/>
          </p:cNvSpPr>
          <p:nvPr/>
        </p:nvSpPr>
        <p:spPr bwMode="auto">
          <a:xfrm>
            <a:off x="4794264" y="-1613296"/>
            <a:ext cx="1185863" cy="59328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46" name="Oval 30"/>
          <p:cNvSpPr>
            <a:spLocks noChangeAspect="1" noChangeArrowheads="1"/>
          </p:cNvSpPr>
          <p:nvPr/>
        </p:nvSpPr>
        <p:spPr bwMode="auto">
          <a:xfrm>
            <a:off x="7627938" y="2613477"/>
            <a:ext cx="400050" cy="97631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47" name="Line 31"/>
          <p:cNvSpPr>
            <a:spLocks noChangeShapeType="1"/>
          </p:cNvSpPr>
          <p:nvPr/>
        </p:nvSpPr>
        <p:spPr bwMode="auto">
          <a:xfrm>
            <a:off x="6913563" y="-876300"/>
            <a:ext cx="914400" cy="3529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48" name="Oval 32"/>
          <p:cNvSpPr>
            <a:spLocks noChangeAspect="1" noChangeArrowheads="1"/>
          </p:cNvSpPr>
          <p:nvPr/>
        </p:nvSpPr>
        <p:spPr bwMode="auto">
          <a:xfrm>
            <a:off x="7359651" y="3888770"/>
            <a:ext cx="401638" cy="97631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49" name="Line 33"/>
          <p:cNvSpPr>
            <a:spLocks noChangeShapeType="1"/>
          </p:cNvSpPr>
          <p:nvPr/>
        </p:nvSpPr>
        <p:spPr bwMode="auto">
          <a:xfrm>
            <a:off x="5797623" y="-1613297"/>
            <a:ext cx="1763713" cy="55733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50" name="Oval 34"/>
          <p:cNvSpPr>
            <a:spLocks noChangeAspect="1" noChangeArrowheads="1"/>
          </p:cNvSpPr>
          <p:nvPr/>
        </p:nvSpPr>
        <p:spPr bwMode="auto">
          <a:xfrm>
            <a:off x="7672388" y="2079020"/>
            <a:ext cx="400050" cy="97631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51" name="Line 35"/>
          <p:cNvSpPr>
            <a:spLocks noChangeShapeType="1"/>
          </p:cNvSpPr>
          <p:nvPr/>
        </p:nvSpPr>
        <p:spPr bwMode="auto">
          <a:xfrm>
            <a:off x="7115175" y="-1337071"/>
            <a:ext cx="781050" cy="34563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52" name="Oval 36"/>
          <p:cNvSpPr>
            <a:spLocks noChangeAspect="1" noChangeArrowheads="1"/>
          </p:cNvSpPr>
          <p:nvPr/>
        </p:nvSpPr>
        <p:spPr bwMode="auto">
          <a:xfrm>
            <a:off x="4527550" y="2519467"/>
            <a:ext cx="400050" cy="98822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53" name="Line 37"/>
          <p:cNvSpPr>
            <a:spLocks noChangeShapeType="1"/>
          </p:cNvSpPr>
          <p:nvPr/>
        </p:nvSpPr>
        <p:spPr bwMode="auto">
          <a:xfrm>
            <a:off x="4259505" y="351267"/>
            <a:ext cx="490537" cy="22205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54" name="Oval 38"/>
          <p:cNvSpPr>
            <a:spLocks noChangeAspect="1" noChangeArrowheads="1"/>
          </p:cNvSpPr>
          <p:nvPr/>
        </p:nvSpPr>
        <p:spPr bwMode="auto">
          <a:xfrm>
            <a:off x="1716109" y="2827743"/>
            <a:ext cx="401637" cy="97631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55" name="Line 39"/>
          <p:cNvSpPr>
            <a:spLocks noChangeShapeType="1"/>
          </p:cNvSpPr>
          <p:nvPr/>
        </p:nvSpPr>
        <p:spPr bwMode="auto">
          <a:xfrm>
            <a:off x="1049388" y="-135730"/>
            <a:ext cx="892175" cy="30027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56" name="Line 40"/>
          <p:cNvSpPr>
            <a:spLocks noChangeShapeType="1"/>
          </p:cNvSpPr>
          <p:nvPr/>
        </p:nvSpPr>
        <p:spPr bwMode="auto">
          <a:xfrm>
            <a:off x="268304" y="-3763565"/>
            <a:ext cx="1804987" cy="72401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7322" name="Freeform 41"/>
          <p:cNvSpPr>
            <a:spLocks noChangeAspect="1"/>
          </p:cNvSpPr>
          <p:nvPr/>
        </p:nvSpPr>
        <p:spPr bwMode="auto">
          <a:xfrm>
            <a:off x="5546810" y="4531621"/>
            <a:ext cx="22225" cy="5954"/>
          </a:xfrm>
          <a:custGeom>
            <a:avLst/>
            <a:gdLst>
              <a:gd name="T0" fmla="*/ 2147483647 w 6"/>
              <a:gd name="T1" fmla="*/ 0 h 6"/>
              <a:gd name="T2" fmla="*/ 2147483647 w 6"/>
              <a:gd name="T3" fmla="*/ 2147483647 h 6"/>
              <a:gd name="T4" fmla="*/ 2147483647 w 6"/>
              <a:gd name="T5" fmla="*/ 2147483647 h 6"/>
              <a:gd name="T6" fmla="*/ 0 w 6"/>
              <a:gd name="T7" fmla="*/ 2147483647 h 6"/>
              <a:gd name="T8" fmla="*/ 2147483647 w 6"/>
              <a:gd name="T9" fmla="*/ 0 h 6"/>
              <a:gd name="T10" fmla="*/ 2147483647 w 6"/>
              <a:gd name="T11" fmla="*/ 0 h 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" h="6">
                <a:moveTo>
                  <a:pt x="5" y="0"/>
                </a:moveTo>
                <a:cubicBezTo>
                  <a:pt x="5" y="1"/>
                  <a:pt x="4" y="1"/>
                  <a:pt x="3" y="1"/>
                </a:cubicBezTo>
                <a:cubicBezTo>
                  <a:pt x="2" y="4"/>
                  <a:pt x="6" y="3"/>
                  <a:pt x="5" y="6"/>
                </a:cubicBezTo>
                <a:cubicBezTo>
                  <a:pt x="3" y="5"/>
                  <a:pt x="0" y="4"/>
                  <a:pt x="0" y="1"/>
                </a:cubicBezTo>
                <a:cubicBezTo>
                  <a:pt x="2" y="1"/>
                  <a:pt x="3" y="1"/>
                  <a:pt x="3" y="0"/>
                </a:cubicBezTo>
                <a:cubicBezTo>
                  <a:pt x="3" y="0"/>
                  <a:pt x="4" y="0"/>
                  <a:pt x="5" y="0"/>
                </a:cubicBezTo>
                <a:close/>
              </a:path>
            </a:pathLst>
          </a:custGeom>
          <a:solidFill>
            <a:srgbClr val="000000">
              <a:alpha val="1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58" name="Oval 42"/>
          <p:cNvSpPr>
            <a:spLocks noChangeAspect="1" noChangeArrowheads="1"/>
          </p:cNvSpPr>
          <p:nvPr/>
        </p:nvSpPr>
        <p:spPr bwMode="auto">
          <a:xfrm>
            <a:off x="2752725" y="2702730"/>
            <a:ext cx="401638" cy="100013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59" name="Line 43"/>
          <p:cNvSpPr>
            <a:spLocks noChangeShapeType="1"/>
          </p:cNvSpPr>
          <p:nvPr/>
        </p:nvSpPr>
        <p:spPr bwMode="auto">
          <a:xfrm>
            <a:off x="2297115" y="-442911"/>
            <a:ext cx="679450" cy="318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60" name="Oval 44"/>
          <p:cNvSpPr>
            <a:spLocks noChangeAspect="1" noChangeArrowheads="1"/>
          </p:cNvSpPr>
          <p:nvPr/>
        </p:nvSpPr>
        <p:spPr bwMode="auto">
          <a:xfrm>
            <a:off x="5241927" y="3888770"/>
            <a:ext cx="401638" cy="97631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61" name="Line 45"/>
          <p:cNvSpPr>
            <a:spLocks noChangeShapeType="1"/>
          </p:cNvSpPr>
          <p:nvPr/>
        </p:nvSpPr>
        <p:spPr bwMode="auto">
          <a:xfrm>
            <a:off x="4303714" y="-1613297"/>
            <a:ext cx="1035050" cy="55614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62" name="Oval 46"/>
          <p:cNvSpPr>
            <a:spLocks noChangeAspect="1" noChangeArrowheads="1"/>
          </p:cNvSpPr>
          <p:nvPr/>
        </p:nvSpPr>
        <p:spPr bwMode="auto">
          <a:xfrm>
            <a:off x="3813177" y="2580114"/>
            <a:ext cx="401638" cy="97631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63" name="Line 47"/>
          <p:cNvSpPr>
            <a:spLocks noChangeShapeType="1"/>
          </p:cNvSpPr>
          <p:nvPr/>
        </p:nvSpPr>
        <p:spPr bwMode="auto">
          <a:xfrm>
            <a:off x="3600451" y="645499"/>
            <a:ext cx="425450" cy="1975247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64" name="Oval 48"/>
          <p:cNvSpPr>
            <a:spLocks noChangeAspect="1" noChangeArrowheads="1"/>
          </p:cNvSpPr>
          <p:nvPr/>
        </p:nvSpPr>
        <p:spPr bwMode="auto">
          <a:xfrm>
            <a:off x="5930901" y="2993274"/>
            <a:ext cx="401638" cy="97631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65" name="Line 49"/>
          <p:cNvSpPr>
            <a:spLocks noChangeShapeType="1"/>
          </p:cNvSpPr>
          <p:nvPr/>
        </p:nvSpPr>
        <p:spPr bwMode="auto">
          <a:xfrm>
            <a:off x="5568955" y="645412"/>
            <a:ext cx="608013" cy="23872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66" name="Oval 50"/>
          <p:cNvSpPr>
            <a:spLocks noChangeAspect="1" noChangeArrowheads="1"/>
          </p:cNvSpPr>
          <p:nvPr/>
        </p:nvSpPr>
        <p:spPr bwMode="auto">
          <a:xfrm>
            <a:off x="5597525" y="2622947"/>
            <a:ext cx="400050" cy="98822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67" name="Line 51"/>
          <p:cNvSpPr>
            <a:spLocks noChangeShapeType="1"/>
          </p:cNvSpPr>
          <p:nvPr/>
        </p:nvSpPr>
        <p:spPr bwMode="auto">
          <a:xfrm>
            <a:off x="5219708" y="-135731"/>
            <a:ext cx="601663" cy="280035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68" name="Oval 52"/>
          <p:cNvSpPr>
            <a:spLocks noChangeAspect="1" noChangeArrowheads="1"/>
          </p:cNvSpPr>
          <p:nvPr/>
        </p:nvSpPr>
        <p:spPr bwMode="auto">
          <a:xfrm>
            <a:off x="3857625" y="3929167"/>
            <a:ext cx="401638" cy="98822"/>
          </a:xfrm>
          <a:prstGeom prst="ellipse">
            <a:avLst/>
          </a:prstGeom>
          <a:solidFill>
            <a:schemeClr val="tx1">
              <a:alpha val="16862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70" tIns="30736" rIns="61470" bIns="30736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37269" name="Line 53"/>
          <p:cNvSpPr>
            <a:spLocks noChangeShapeType="1"/>
          </p:cNvSpPr>
          <p:nvPr/>
        </p:nvSpPr>
        <p:spPr bwMode="auto">
          <a:xfrm>
            <a:off x="2976563" y="-1871661"/>
            <a:ext cx="1104900" cy="584239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70" tIns="30736" rIns="61470" bIns="3073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7288" name="Text Box 72"/>
          <p:cNvSpPr txBox="1">
            <a:spLocks noChangeArrowheads="1"/>
          </p:cNvSpPr>
          <p:nvPr/>
        </p:nvSpPr>
        <p:spPr bwMode="auto">
          <a:xfrm>
            <a:off x="1873250" y="1353146"/>
            <a:ext cx="6388304" cy="1077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1460" tIns="30730" rIns="61460" bIns="30730">
            <a:spAutoFit/>
          </a:bodyPr>
          <a:lstStyle>
            <a:lvl1pPr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200" dirty="0">
                <a:solidFill>
                  <a:srgbClr val="333333"/>
                </a:solidFill>
                <a:ea typeface="黑体" pitchFamily="49" charset="-122"/>
              </a:rPr>
              <a:t>可以对商业大</a:t>
            </a:r>
            <a:r>
              <a:rPr lang="zh-CN" altLang="en-US" sz="2200" dirty="0" smtClean="0">
                <a:solidFill>
                  <a:srgbClr val="333333"/>
                </a:solidFill>
                <a:ea typeface="黑体" pitchFamily="49" charset="-122"/>
              </a:rPr>
              <a:t>数据进行分析</a:t>
            </a:r>
            <a:r>
              <a:rPr lang="zh-CN" altLang="en-US" sz="2200" dirty="0">
                <a:solidFill>
                  <a:srgbClr val="333333"/>
                </a:solidFill>
                <a:ea typeface="黑体" pitchFamily="49" charset="-122"/>
              </a:rPr>
              <a:t>，通过通过</a:t>
            </a:r>
            <a:r>
              <a:rPr lang="en-US" altLang="zh-CN" sz="2200" dirty="0">
                <a:solidFill>
                  <a:srgbClr val="333333"/>
                </a:solidFill>
                <a:ea typeface="黑体" pitchFamily="49" charset="-122"/>
              </a:rPr>
              <a:t>WIFI</a:t>
            </a:r>
            <a:r>
              <a:rPr lang="zh-CN" altLang="en-US" sz="2200" dirty="0">
                <a:solidFill>
                  <a:srgbClr val="333333"/>
                </a:solidFill>
                <a:ea typeface="黑体" pitchFamily="49" charset="-122"/>
              </a:rPr>
              <a:t>探针</a:t>
            </a:r>
            <a:r>
              <a:rPr lang="zh-CN" altLang="en-US" sz="2200" dirty="0" smtClean="0">
                <a:solidFill>
                  <a:srgbClr val="333333"/>
                </a:solidFill>
                <a:ea typeface="黑体" pitchFamily="49" charset="-122"/>
              </a:rPr>
              <a:t>收</a:t>
            </a:r>
            <a:endParaRPr lang="en-US" altLang="zh-CN" sz="2200" dirty="0" smtClean="0">
              <a:solidFill>
                <a:srgbClr val="333333"/>
              </a:solidFill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zh-CN" sz="2200" dirty="0" smtClean="0">
              <a:solidFill>
                <a:srgbClr val="333333"/>
              </a:solidFill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200" dirty="0" smtClean="0">
                <a:solidFill>
                  <a:srgbClr val="333333"/>
                </a:solidFill>
                <a:ea typeface="黑体" pitchFamily="49" charset="-122"/>
              </a:rPr>
              <a:t>集</a:t>
            </a:r>
            <a:r>
              <a:rPr lang="en-US" altLang="zh-CN" sz="2200" dirty="0">
                <a:solidFill>
                  <a:srgbClr val="333333"/>
                </a:solidFill>
                <a:ea typeface="黑体" pitchFamily="49" charset="-122"/>
              </a:rPr>
              <a:t>MAC</a:t>
            </a:r>
            <a:r>
              <a:rPr lang="zh-CN" altLang="en-US" sz="2200" dirty="0">
                <a:solidFill>
                  <a:srgbClr val="333333"/>
                </a:solidFill>
                <a:ea typeface="黑体" pitchFamily="49" charset="-122"/>
              </a:rPr>
              <a:t>地址、出现时间、出现地点、与探针</a:t>
            </a:r>
            <a:r>
              <a:rPr lang="zh-CN" altLang="en-US" sz="2200" dirty="0" smtClean="0">
                <a:solidFill>
                  <a:srgbClr val="333333"/>
                </a:solidFill>
                <a:ea typeface="黑体" pitchFamily="49" charset="-122"/>
              </a:rPr>
              <a:t>距离等</a:t>
            </a:r>
            <a:endParaRPr lang="en-US" altLang="zh-CN" sz="2200" dirty="0">
              <a:solidFill>
                <a:srgbClr val="333333"/>
              </a:solidFill>
              <a:ea typeface="黑体" pitchFamily="49" charset="-122"/>
            </a:endParaRPr>
          </a:p>
        </p:txBody>
      </p:sp>
      <p:sp>
        <p:nvSpPr>
          <p:cNvPr id="137294" name="Text Box 78"/>
          <p:cNvSpPr txBox="1">
            <a:spLocks noChangeArrowheads="1"/>
          </p:cNvSpPr>
          <p:nvPr/>
        </p:nvSpPr>
        <p:spPr bwMode="auto">
          <a:xfrm>
            <a:off x="2636840" y="2700187"/>
            <a:ext cx="3578225" cy="431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60" tIns="30730" rIns="61460" bIns="30730">
            <a:spAutoFit/>
          </a:bodyPr>
          <a:lstStyle>
            <a:lvl1pPr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 smtClean="0"/>
              <a:t>基于</a:t>
            </a:r>
            <a:r>
              <a:rPr lang="en-US" altLang="zh-CN" sz="2400" dirty="0" smtClean="0"/>
              <a:t>WIFI</a:t>
            </a:r>
            <a:r>
              <a:rPr lang="zh-CN" altLang="zh-CN" sz="2400" dirty="0" smtClean="0"/>
              <a:t>探针</a:t>
            </a:r>
            <a:endParaRPr lang="zh-CN" altLang="en-US" sz="1500" dirty="0">
              <a:solidFill>
                <a:srgbClr val="333333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645543" y="5452070"/>
            <a:ext cx="190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一、背景介绍</a:t>
            </a:r>
            <a:endParaRPr lang="zh-CN" altLang="en-US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557911" y="380404"/>
            <a:ext cx="190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一、背景介绍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5390835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3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2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16" dur="700" fill="hold"/>
                                        <p:tgtEl>
                                          <p:spTgt spid="13722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2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7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"/>
                                        <p:tgtEl>
                                          <p:spTgt spid="137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8" dur="700" fill="hold"/>
                                        <p:tgtEl>
                                          <p:spTgt spid="13722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7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2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40" dur="700" fill="hold"/>
                                        <p:tgtEl>
                                          <p:spTgt spid="1372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700"/>
                                        <p:tgtEl>
                                          <p:spTgt spid="137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"/>
                                        <p:tgtEl>
                                          <p:spTgt spid="137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4"/>
                                            </p:cond>
                                          </p:stCondLst>
                                        </p:cTn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7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52" dur="700" fill="hold"/>
                                        <p:tgtEl>
                                          <p:spTgt spid="13722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700"/>
                                        <p:tgtEl>
                                          <p:spTgt spid="137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100"/>
                                        <p:tgtEl>
                                          <p:spTgt spid="1372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9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64" dur="700" fill="hold"/>
                                        <p:tgtEl>
                                          <p:spTgt spid="13722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700"/>
                                        <p:tgtEl>
                                          <p:spTgt spid="137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"/>
                                        <p:tgtEl>
                                          <p:spTgt spid="1372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8"/>
                                            </p:cond>
                                          </p:stCondLst>
                                        </p:cTn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1" presetID="2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76" dur="700" fill="hold"/>
                                        <p:tgtEl>
                                          <p:spTgt spid="13723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2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700"/>
                                        <p:tgtEl>
                                          <p:spTgt spid="137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100"/>
                                        <p:tgtEl>
                                          <p:spTgt spid="1372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0"/>
                                            </p:cond>
                                          </p:stCondLst>
                                        </p:cTn>
                                        <p:tgtEl>
                                          <p:spTgt spid="13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3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137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137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88" dur="700" fill="hold"/>
                                        <p:tgtEl>
                                          <p:spTgt spid="13723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700"/>
                                        <p:tgtEl>
                                          <p:spTgt spid="137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100"/>
                                        <p:tgtEl>
                                          <p:spTgt spid="1372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2"/>
                                            </p:cond>
                                          </p:stCondLst>
                                        </p:cTn>
                                        <p:tgtEl>
                                          <p:spTgt spid="13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5" presetID="2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250" fill="hold"/>
                                        <p:tgtEl>
                                          <p:spTgt spid="137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137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100" dur="700" fill="hold"/>
                                        <p:tgtEl>
                                          <p:spTgt spid="13723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700"/>
                                        <p:tgtEl>
                                          <p:spTgt spid="137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100"/>
                                        <p:tgtEl>
                                          <p:spTgt spid="1372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4"/>
                                            </p:cond>
                                          </p:stCondLst>
                                        </p:cTn>
                                        <p:tgtEl>
                                          <p:spTgt spid="13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7" presetID="2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250" fill="hold"/>
                                        <p:tgtEl>
                                          <p:spTgt spid="137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50" fill="hold"/>
                                        <p:tgtEl>
                                          <p:spTgt spid="137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6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112" dur="700" fill="hold"/>
                                        <p:tgtEl>
                                          <p:spTgt spid="13723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700"/>
                                        <p:tgtEl>
                                          <p:spTgt spid="137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100"/>
                                        <p:tgtEl>
                                          <p:spTgt spid="137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6"/>
                                            </p:cond>
                                          </p:stCondLst>
                                        </p:cTn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9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250" fill="hold"/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6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24" dur="700" fill="hold"/>
                                        <p:tgtEl>
                                          <p:spTgt spid="13723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700"/>
                                        <p:tgtEl>
                                          <p:spTgt spid="137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100"/>
                                        <p:tgtEl>
                                          <p:spTgt spid="1372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8"/>
                                            </p:cond>
                                          </p:stCondLst>
                                        </p:cTn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1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250" fill="hold"/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50" fill="hold"/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36" dur="700" fill="hold"/>
                                        <p:tgtEl>
                                          <p:spTgt spid="13724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700"/>
                                        <p:tgtEl>
                                          <p:spTgt spid="137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100"/>
                                        <p:tgtEl>
                                          <p:spTgt spid="1372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0"/>
                                            </p:cond>
                                          </p:stCondLst>
                                        </p:cTn>
                                        <p:tgtEl>
                                          <p:spTgt spid="13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3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250" fill="hold"/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250" fill="hold"/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6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48" dur="700" fill="hold"/>
                                        <p:tgtEl>
                                          <p:spTgt spid="13724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700"/>
                                        <p:tgtEl>
                                          <p:spTgt spid="137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100"/>
                                        <p:tgtEl>
                                          <p:spTgt spid="1372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2"/>
                                            </p:cond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5" presetID="2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250" fill="hold"/>
                                        <p:tgtEl>
                                          <p:spTgt spid="137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250" fill="hold"/>
                                        <p:tgtEl>
                                          <p:spTgt spid="137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6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160" dur="700" fill="hold"/>
                                        <p:tgtEl>
                                          <p:spTgt spid="13724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700"/>
                                        <p:tgtEl>
                                          <p:spTgt spid="137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100"/>
                                        <p:tgtEl>
                                          <p:spTgt spid="1372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4"/>
                                            </p:cond>
                                          </p:stCondLst>
                                        </p:cTn>
                                        <p:tgtEl>
                                          <p:spTgt spid="13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7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250" fill="hold"/>
                                        <p:tgtEl>
                                          <p:spTgt spid="137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250" fill="hold"/>
                                        <p:tgtEl>
                                          <p:spTgt spid="137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72" dur="700" fill="hold"/>
                                        <p:tgtEl>
                                          <p:spTgt spid="13724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700"/>
                                        <p:tgtEl>
                                          <p:spTgt spid="137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100"/>
                                        <p:tgtEl>
                                          <p:spTgt spid="1372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6"/>
                                            </p:cond>
                                          </p:stCondLst>
                                        </p:cTn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9" presetID="2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250" fill="hold"/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250" fill="hold"/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6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184" dur="700" fill="hold"/>
                                        <p:tgtEl>
                                          <p:spTgt spid="137248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700"/>
                                        <p:tgtEl>
                                          <p:spTgt spid="137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100"/>
                                        <p:tgtEl>
                                          <p:spTgt spid="1372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88"/>
                                            </p:cond>
                                          </p:stCondLst>
                                        </p:cTn>
                                        <p:tgtEl>
                                          <p:spTgt spid="1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1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250" fill="hold"/>
                                        <p:tgtEl>
                                          <p:spTgt spid="137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250" fill="hold"/>
                                        <p:tgtEl>
                                          <p:spTgt spid="137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96" dur="700" fill="hold"/>
                                        <p:tgtEl>
                                          <p:spTgt spid="13725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7" presetID="10" presetClass="exit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700"/>
                                        <p:tgtEl>
                                          <p:spTgt spid="137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22" presetClass="entr" presetSubtype="1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100"/>
                                        <p:tgtEl>
                                          <p:spTgt spid="1372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0"/>
                                            </p:cond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03" presetID="2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250" fill="hold"/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250" fill="hold"/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6" presetClass="emph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208" dur="700" fill="hold"/>
                                        <p:tgtEl>
                                          <p:spTgt spid="13725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09" presetID="10" presetClass="exit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700"/>
                                        <p:tgtEl>
                                          <p:spTgt spid="137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2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100"/>
                                        <p:tgtEl>
                                          <p:spTgt spid="1372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2"/>
                                            </p:cond>
                                          </p:stCondLst>
                                        </p:cTn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5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250" fill="hold"/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250" fill="hold"/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6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20" dur="700" fill="hold"/>
                                        <p:tgtEl>
                                          <p:spTgt spid="137254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21" presetID="10" presetClass="exit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700"/>
                                        <p:tgtEl>
                                          <p:spTgt spid="137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22" presetClass="entr" presetSubtype="1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100"/>
                                        <p:tgtEl>
                                          <p:spTgt spid="1372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24"/>
                                            </p:cond>
                                          </p:stCondLst>
                                        </p:cTn>
                                        <p:tgtEl>
                                          <p:spTgt spid="137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27" presetID="2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250" fill="hold"/>
                                        <p:tgtEl>
                                          <p:spTgt spid="137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250" fill="hold"/>
                                        <p:tgtEl>
                                          <p:spTgt spid="137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232" dur="700" fill="hold"/>
                                        <p:tgtEl>
                                          <p:spTgt spid="13725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700"/>
                                        <p:tgtEl>
                                          <p:spTgt spid="137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22" presetClass="entr" presetSubtype="1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100"/>
                                        <p:tgtEl>
                                          <p:spTgt spid="137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6"/>
                                            </p:cond>
                                          </p:stCondLst>
                                        </p:cTn>
                                        <p:tgtEl>
                                          <p:spTgt spid="13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9" presetID="2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1" dur="250" fill="hold"/>
                                        <p:tgtEl>
                                          <p:spTgt spid="137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250" fill="hold"/>
                                        <p:tgtEl>
                                          <p:spTgt spid="137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6" presetClass="emph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244" dur="700" fill="hold"/>
                                        <p:tgtEl>
                                          <p:spTgt spid="13726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45" presetID="10" presetClass="exit" presetSubtype="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700"/>
                                        <p:tgtEl>
                                          <p:spTgt spid="137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22" presetClass="entr" presetSubtype="1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0" dur="100"/>
                                        <p:tgtEl>
                                          <p:spTgt spid="1372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48"/>
                                            </p:cond>
                                          </p:stCondLst>
                                        </p:cTn>
                                        <p:tgtEl>
                                          <p:spTgt spid="13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1" presetID="2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250" fill="hold"/>
                                        <p:tgtEl>
                                          <p:spTgt spid="137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250" fill="hold"/>
                                        <p:tgtEl>
                                          <p:spTgt spid="137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6" presetClass="emph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256" dur="700" fill="hold"/>
                                        <p:tgtEl>
                                          <p:spTgt spid="13726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57" presetID="10" presetClass="exit" presetSubtype="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700"/>
                                        <p:tgtEl>
                                          <p:spTgt spid="137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22" presetClass="entr" presetSubtype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2" dur="100"/>
                                        <p:tgtEl>
                                          <p:spTgt spid="1372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60"/>
                                            </p:cond>
                                          </p:stCondLst>
                                        </p:cTn>
                                        <p:tgtEl>
                                          <p:spTgt spid="13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63" presetID="2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5" dur="250" fill="hold"/>
                                        <p:tgtEl>
                                          <p:spTgt spid="137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250" fill="hold"/>
                                        <p:tgtEl>
                                          <p:spTgt spid="137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6" presetClass="emph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268" dur="700" fill="hold"/>
                                        <p:tgtEl>
                                          <p:spTgt spid="13726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69" presetID="10" presetClass="exit" presetSubtype="0" fill="hold" grpId="2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700"/>
                                        <p:tgtEl>
                                          <p:spTgt spid="137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22" presetClass="entr" presetSubtype="1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4" dur="100"/>
                                        <p:tgtEl>
                                          <p:spTgt spid="1372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72"/>
                                            </p:cond>
                                          </p:stCondLst>
                                        </p:cTn>
                                        <p:tgtEl>
                                          <p:spTgt spid="13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5" presetID="2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250" fill="hold"/>
                                        <p:tgtEl>
                                          <p:spTgt spid="137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250" fill="hold"/>
                                        <p:tgtEl>
                                          <p:spTgt spid="137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6" presetClass="emph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280" dur="700" fill="hold"/>
                                        <p:tgtEl>
                                          <p:spTgt spid="13726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81" presetID="10" presetClass="exit" presetSubtype="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2" dur="700"/>
                                        <p:tgtEl>
                                          <p:spTgt spid="137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22" presetClass="entr" presetSubtype="1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6" dur="100"/>
                                        <p:tgtEl>
                                          <p:spTgt spid="137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84"/>
                                            </p:cond>
                                          </p:stCondLst>
                                        </p:cTn>
                                        <p:tgtEl>
                                          <p:spTgt spid="13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87" presetID="2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9" dur="250" fill="hold"/>
                                        <p:tgtEl>
                                          <p:spTgt spid="137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250" fill="hold"/>
                                        <p:tgtEl>
                                          <p:spTgt spid="137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6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Scale>
                                      <p:cBhvr>
                                        <p:cTn id="292" dur="700" fill="hold"/>
                                        <p:tgtEl>
                                          <p:spTgt spid="13726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93" presetID="10" presetClass="exit" presetSubtype="0" fill="hold" grpId="2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4" dur="700"/>
                                        <p:tgtEl>
                                          <p:spTgt spid="137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3600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3600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2000"/>
                                        <p:tgtEl>
                                          <p:spTgt spid="1372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2000" fill="hold"/>
                                        <p:tgtEl>
                                          <p:spTgt spid="137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2000" fill="hold"/>
                                        <p:tgtEl>
                                          <p:spTgt spid="137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47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1800"/>
                                        <p:tgtEl>
                                          <p:spTgt spid="1372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7" dur="1800"/>
                                        <p:tgtEl>
                                          <p:spTgt spid="137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1800"/>
                                        <p:tgtEl>
                                          <p:spTgt spid="137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799"/>
                                          </p:stCondLst>
                                        </p:cTn>
                                        <p:tgtEl>
                                          <p:spTgt spid="13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1000"/>
                                        <p:tgtEl>
                                          <p:spTgt spid="137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8" grpId="0" animBg="1"/>
      <p:bldP spid="137221" grpId="0" animBg="1"/>
      <p:bldP spid="137221" grpId="1" animBg="1"/>
      <p:bldP spid="137221" grpId="2" animBg="1"/>
      <p:bldP spid="137222" grpId="0" animBg="1"/>
      <p:bldP spid="137223" grpId="0" animBg="1"/>
      <p:bldP spid="137223" grpId="1" animBg="1"/>
      <p:bldP spid="137223" grpId="2" animBg="1"/>
      <p:bldP spid="137224" grpId="0" animBg="1"/>
      <p:bldP spid="137225" grpId="0" animBg="1"/>
      <p:bldP spid="137225" grpId="1" animBg="1"/>
      <p:bldP spid="137225" grpId="2" animBg="1"/>
      <p:bldP spid="137226" grpId="0" animBg="1"/>
      <p:bldP spid="137227" grpId="0" animBg="1"/>
      <p:bldP spid="137227" grpId="1" animBg="1"/>
      <p:bldP spid="137227" grpId="2" animBg="1"/>
      <p:bldP spid="137228" grpId="0" animBg="1"/>
      <p:bldP spid="137229" grpId="0" animBg="1"/>
      <p:bldP spid="137229" grpId="1" animBg="1"/>
      <p:bldP spid="137229" grpId="2" animBg="1"/>
      <p:bldP spid="137230" grpId="0" animBg="1"/>
      <p:bldP spid="137231" grpId="0" animBg="1"/>
      <p:bldP spid="137231" grpId="1" animBg="1"/>
      <p:bldP spid="137231" grpId="2" animBg="1"/>
      <p:bldP spid="137232" grpId="0" animBg="1"/>
      <p:bldP spid="137233" grpId="0" animBg="1"/>
      <p:bldP spid="137233" grpId="1" animBg="1"/>
      <p:bldP spid="137233" grpId="2" animBg="1"/>
      <p:bldP spid="137234" grpId="0" animBg="1"/>
      <p:bldP spid="137234" grpId="1" animBg="1"/>
      <p:bldP spid="137234" grpId="2" animBg="1"/>
      <p:bldP spid="137235" grpId="0" animBg="1"/>
      <p:bldP spid="137236" grpId="0" animBg="1"/>
      <p:bldP spid="137236" grpId="1" animBg="1"/>
      <p:bldP spid="137236" grpId="2" animBg="1"/>
      <p:bldP spid="137237" grpId="0" animBg="1"/>
      <p:bldP spid="137238" grpId="0" animBg="1"/>
      <p:bldP spid="137238" grpId="1" animBg="1"/>
      <p:bldP spid="137238" grpId="2" animBg="1"/>
      <p:bldP spid="137239" grpId="0" animBg="1"/>
      <p:bldP spid="137240" grpId="0" animBg="1"/>
      <p:bldP spid="137240" grpId="1" animBg="1"/>
      <p:bldP spid="137240" grpId="2" animBg="1"/>
      <p:bldP spid="137241" grpId="0" animBg="1"/>
      <p:bldP spid="137242" grpId="0" animBg="1"/>
      <p:bldP spid="137242" grpId="1" animBg="1"/>
      <p:bldP spid="137242" grpId="2" animBg="1"/>
      <p:bldP spid="137243" grpId="0" animBg="1"/>
      <p:bldP spid="137244" grpId="0" animBg="1"/>
      <p:bldP spid="137244" grpId="1" animBg="1"/>
      <p:bldP spid="137244" grpId="2" animBg="1"/>
      <p:bldP spid="137245" grpId="0" animBg="1"/>
      <p:bldP spid="137246" grpId="0" animBg="1"/>
      <p:bldP spid="137246" grpId="1" animBg="1"/>
      <p:bldP spid="137246" grpId="2" animBg="1"/>
      <p:bldP spid="137247" grpId="0" animBg="1"/>
      <p:bldP spid="137248" grpId="0" animBg="1"/>
      <p:bldP spid="137248" grpId="1" animBg="1"/>
      <p:bldP spid="137248" grpId="2" animBg="1"/>
      <p:bldP spid="137249" grpId="0" animBg="1"/>
      <p:bldP spid="137250" grpId="0" animBg="1"/>
      <p:bldP spid="137250" grpId="1" animBg="1"/>
      <p:bldP spid="137250" grpId="2" animBg="1"/>
      <p:bldP spid="137251" grpId="0" animBg="1"/>
      <p:bldP spid="137252" grpId="0" animBg="1"/>
      <p:bldP spid="137252" grpId="1" animBg="1"/>
      <p:bldP spid="137252" grpId="2" animBg="1"/>
      <p:bldP spid="137253" grpId="0" animBg="1"/>
      <p:bldP spid="137254" grpId="0" animBg="1"/>
      <p:bldP spid="137254" grpId="1" animBg="1"/>
      <p:bldP spid="137254" grpId="2" animBg="1"/>
      <p:bldP spid="137255" grpId="0" animBg="1"/>
      <p:bldP spid="137256" grpId="0" animBg="1"/>
      <p:bldP spid="137258" grpId="0" animBg="1"/>
      <p:bldP spid="137258" grpId="1" animBg="1"/>
      <p:bldP spid="137258" grpId="2" animBg="1"/>
      <p:bldP spid="137259" grpId="0" animBg="1"/>
      <p:bldP spid="137260" grpId="0" animBg="1"/>
      <p:bldP spid="137260" grpId="1" animBg="1"/>
      <p:bldP spid="137260" grpId="2" animBg="1"/>
      <p:bldP spid="137261" grpId="0" animBg="1"/>
      <p:bldP spid="137262" grpId="0" animBg="1"/>
      <p:bldP spid="137262" grpId="1" animBg="1"/>
      <p:bldP spid="137262" grpId="2" animBg="1"/>
      <p:bldP spid="137263" grpId="0" animBg="1"/>
      <p:bldP spid="137264" grpId="0" animBg="1"/>
      <p:bldP spid="137264" grpId="1" animBg="1"/>
      <p:bldP spid="137264" grpId="2" animBg="1"/>
      <p:bldP spid="137265" grpId="0" animBg="1"/>
      <p:bldP spid="137266" grpId="0" animBg="1"/>
      <p:bldP spid="137266" grpId="1" animBg="1"/>
      <p:bldP spid="137266" grpId="2" animBg="1"/>
      <p:bldP spid="137267" grpId="0" animBg="1"/>
      <p:bldP spid="137268" grpId="0" animBg="1"/>
      <p:bldP spid="137268" grpId="1" animBg="1"/>
      <p:bldP spid="137268" grpId="2" animBg="1"/>
      <p:bldP spid="137269" grpId="0" animBg="1"/>
      <p:bldP spid="137288" grpId="0"/>
      <p:bldP spid="13729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634" name="Group 2"/>
          <p:cNvGrpSpPr>
            <a:grpSpLocks/>
          </p:cNvGrpSpPr>
          <p:nvPr/>
        </p:nvGrpSpPr>
        <p:grpSpPr bwMode="auto">
          <a:xfrm rot="15600000">
            <a:off x="4572479" y="128988"/>
            <a:ext cx="121444" cy="134938"/>
            <a:chOff x="1292" y="1310"/>
            <a:chExt cx="1900" cy="1900"/>
          </a:xfrm>
        </p:grpSpPr>
        <p:sp>
          <p:nvSpPr>
            <p:cNvPr id="99378" name="AutoShape 3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79" name="AutoShape 4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37" name="Group 5"/>
          <p:cNvGrpSpPr>
            <a:grpSpLocks/>
          </p:cNvGrpSpPr>
          <p:nvPr/>
        </p:nvGrpSpPr>
        <p:grpSpPr bwMode="auto">
          <a:xfrm rot="15600000">
            <a:off x="2886671" y="155377"/>
            <a:ext cx="122634" cy="133350"/>
            <a:chOff x="1292" y="1310"/>
            <a:chExt cx="1900" cy="1900"/>
          </a:xfrm>
        </p:grpSpPr>
        <p:sp>
          <p:nvSpPr>
            <p:cNvPr id="99376" name="AutoShape 6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77" name="AutoShape 7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40" name="Group 8"/>
          <p:cNvGrpSpPr>
            <a:grpSpLocks/>
          </p:cNvGrpSpPr>
          <p:nvPr/>
        </p:nvGrpSpPr>
        <p:grpSpPr bwMode="auto">
          <a:xfrm rot="15600000">
            <a:off x="3070513" y="-39092"/>
            <a:ext cx="82154" cy="88900"/>
            <a:chOff x="1292" y="1310"/>
            <a:chExt cx="1900" cy="1900"/>
          </a:xfrm>
        </p:grpSpPr>
        <p:sp>
          <p:nvSpPr>
            <p:cNvPr id="99374" name="AutoShape 9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75" name="AutoShape 10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43" name="Group 11"/>
          <p:cNvGrpSpPr>
            <a:grpSpLocks/>
          </p:cNvGrpSpPr>
          <p:nvPr/>
        </p:nvGrpSpPr>
        <p:grpSpPr bwMode="auto">
          <a:xfrm rot="15600000">
            <a:off x="3129241" y="744388"/>
            <a:ext cx="82154" cy="88900"/>
            <a:chOff x="1292" y="1310"/>
            <a:chExt cx="1900" cy="1900"/>
          </a:xfrm>
        </p:grpSpPr>
        <p:sp>
          <p:nvSpPr>
            <p:cNvPr id="99372" name="AutoShape 12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73" name="AutoShape 13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46" name="Group 14"/>
          <p:cNvGrpSpPr>
            <a:grpSpLocks/>
          </p:cNvGrpSpPr>
          <p:nvPr/>
        </p:nvGrpSpPr>
        <p:grpSpPr bwMode="auto">
          <a:xfrm rot="15600000">
            <a:off x="3843338" y="2303860"/>
            <a:ext cx="123825" cy="133350"/>
            <a:chOff x="1292" y="1310"/>
            <a:chExt cx="1900" cy="1900"/>
          </a:xfrm>
        </p:grpSpPr>
        <p:sp>
          <p:nvSpPr>
            <p:cNvPr id="99370" name="AutoShape 15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71" name="AutoShape 16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49" name="Group 17"/>
          <p:cNvGrpSpPr>
            <a:grpSpLocks/>
          </p:cNvGrpSpPr>
          <p:nvPr/>
        </p:nvGrpSpPr>
        <p:grpSpPr bwMode="auto">
          <a:xfrm rot="15600000">
            <a:off x="4408926" y="1378945"/>
            <a:ext cx="82153" cy="88900"/>
            <a:chOff x="1292" y="1310"/>
            <a:chExt cx="1900" cy="1900"/>
          </a:xfrm>
        </p:grpSpPr>
        <p:sp>
          <p:nvSpPr>
            <p:cNvPr id="99368" name="AutoShape 18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69" name="AutoShape 19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52" name="Group 20"/>
          <p:cNvGrpSpPr>
            <a:grpSpLocks/>
          </p:cNvGrpSpPr>
          <p:nvPr/>
        </p:nvGrpSpPr>
        <p:grpSpPr bwMode="auto">
          <a:xfrm rot="15600000">
            <a:off x="3542779" y="2559260"/>
            <a:ext cx="82153" cy="90487"/>
            <a:chOff x="1292" y="1310"/>
            <a:chExt cx="1900" cy="1900"/>
          </a:xfrm>
        </p:grpSpPr>
        <p:sp>
          <p:nvSpPr>
            <p:cNvPr id="99366" name="AutoShape 21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67" name="AutoShape 22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55" name="Group 23"/>
          <p:cNvGrpSpPr>
            <a:grpSpLocks/>
          </p:cNvGrpSpPr>
          <p:nvPr/>
        </p:nvGrpSpPr>
        <p:grpSpPr bwMode="auto">
          <a:xfrm rot="15600000">
            <a:off x="3552508" y="429816"/>
            <a:ext cx="121444" cy="133350"/>
            <a:chOff x="1292" y="1310"/>
            <a:chExt cx="1900" cy="1900"/>
          </a:xfrm>
        </p:grpSpPr>
        <p:sp>
          <p:nvSpPr>
            <p:cNvPr id="99364" name="AutoShape 24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65" name="AutoShape 25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58" name="Group 26"/>
          <p:cNvGrpSpPr>
            <a:grpSpLocks/>
          </p:cNvGrpSpPr>
          <p:nvPr/>
        </p:nvGrpSpPr>
        <p:grpSpPr bwMode="auto">
          <a:xfrm rot="15600000">
            <a:off x="3850964" y="1134666"/>
            <a:ext cx="121444" cy="133350"/>
            <a:chOff x="1292" y="1310"/>
            <a:chExt cx="1900" cy="1900"/>
          </a:xfrm>
        </p:grpSpPr>
        <p:sp>
          <p:nvSpPr>
            <p:cNvPr id="99362" name="AutoShape 27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63" name="AutoShape 28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61" name="Group 29"/>
          <p:cNvGrpSpPr>
            <a:grpSpLocks/>
          </p:cNvGrpSpPr>
          <p:nvPr/>
        </p:nvGrpSpPr>
        <p:grpSpPr bwMode="auto">
          <a:xfrm rot="15600000">
            <a:off x="3922207" y="1318620"/>
            <a:ext cx="82153" cy="90488"/>
            <a:chOff x="1292" y="1310"/>
            <a:chExt cx="1900" cy="1900"/>
          </a:xfrm>
        </p:grpSpPr>
        <p:sp>
          <p:nvSpPr>
            <p:cNvPr id="99360" name="AutoShape 30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61" name="AutoShape 31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64" name="Group 32"/>
          <p:cNvGrpSpPr>
            <a:grpSpLocks/>
          </p:cNvGrpSpPr>
          <p:nvPr/>
        </p:nvGrpSpPr>
        <p:grpSpPr bwMode="auto">
          <a:xfrm rot="15600000">
            <a:off x="4616696" y="2223147"/>
            <a:ext cx="82154" cy="88900"/>
            <a:chOff x="1292" y="1310"/>
            <a:chExt cx="1900" cy="1900"/>
          </a:xfrm>
        </p:grpSpPr>
        <p:sp>
          <p:nvSpPr>
            <p:cNvPr id="99358" name="AutoShape 33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59" name="AutoShape 34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67" name="Group 35"/>
          <p:cNvGrpSpPr>
            <a:grpSpLocks/>
          </p:cNvGrpSpPr>
          <p:nvPr/>
        </p:nvGrpSpPr>
        <p:grpSpPr bwMode="auto">
          <a:xfrm rot="15600000">
            <a:off x="3374240" y="1561353"/>
            <a:ext cx="123825" cy="134938"/>
            <a:chOff x="1292" y="1310"/>
            <a:chExt cx="1900" cy="1900"/>
          </a:xfrm>
        </p:grpSpPr>
        <p:sp>
          <p:nvSpPr>
            <p:cNvPr id="99356" name="AutoShape 36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57" name="AutoShape 37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70" name="Group 38"/>
          <p:cNvGrpSpPr>
            <a:grpSpLocks/>
          </p:cNvGrpSpPr>
          <p:nvPr/>
        </p:nvGrpSpPr>
        <p:grpSpPr bwMode="auto">
          <a:xfrm rot="15600000">
            <a:off x="4384431" y="525066"/>
            <a:ext cx="121444" cy="133350"/>
            <a:chOff x="1292" y="1310"/>
            <a:chExt cx="1900" cy="1900"/>
          </a:xfrm>
        </p:grpSpPr>
        <p:sp>
          <p:nvSpPr>
            <p:cNvPr id="99354" name="AutoShape 39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55" name="AutoShape 40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73" name="Group 41"/>
          <p:cNvGrpSpPr>
            <a:grpSpLocks/>
          </p:cNvGrpSpPr>
          <p:nvPr/>
        </p:nvGrpSpPr>
        <p:grpSpPr bwMode="auto">
          <a:xfrm rot="15600000">
            <a:off x="4110317" y="924174"/>
            <a:ext cx="82153" cy="88900"/>
            <a:chOff x="1292" y="1310"/>
            <a:chExt cx="1900" cy="1900"/>
          </a:xfrm>
        </p:grpSpPr>
        <p:sp>
          <p:nvSpPr>
            <p:cNvPr id="99352" name="AutoShape 42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53" name="AutoShape 43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76" name="Group 44"/>
          <p:cNvGrpSpPr>
            <a:grpSpLocks/>
          </p:cNvGrpSpPr>
          <p:nvPr/>
        </p:nvGrpSpPr>
        <p:grpSpPr bwMode="auto">
          <a:xfrm rot="15600000">
            <a:off x="5112346" y="3279577"/>
            <a:ext cx="122634" cy="133350"/>
            <a:chOff x="1292" y="1310"/>
            <a:chExt cx="1900" cy="1900"/>
          </a:xfrm>
        </p:grpSpPr>
        <p:sp>
          <p:nvSpPr>
            <p:cNvPr id="99350" name="AutoShape 45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51" name="AutoShape 46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79" name="Group 47"/>
          <p:cNvGrpSpPr>
            <a:grpSpLocks/>
          </p:cNvGrpSpPr>
          <p:nvPr/>
        </p:nvGrpSpPr>
        <p:grpSpPr bwMode="auto">
          <a:xfrm rot="15600000">
            <a:off x="5193713" y="3854835"/>
            <a:ext cx="82153" cy="90487"/>
            <a:chOff x="1292" y="1310"/>
            <a:chExt cx="1900" cy="1900"/>
          </a:xfrm>
        </p:grpSpPr>
        <p:sp>
          <p:nvSpPr>
            <p:cNvPr id="99348" name="AutoShape 48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49" name="AutoShape 49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82" name="Group 50"/>
          <p:cNvGrpSpPr>
            <a:grpSpLocks/>
          </p:cNvGrpSpPr>
          <p:nvPr/>
        </p:nvGrpSpPr>
        <p:grpSpPr bwMode="auto">
          <a:xfrm rot="15600000">
            <a:off x="4892482" y="2738260"/>
            <a:ext cx="246459" cy="268287"/>
            <a:chOff x="1292" y="1310"/>
            <a:chExt cx="1900" cy="1900"/>
          </a:xfrm>
        </p:grpSpPr>
        <p:sp>
          <p:nvSpPr>
            <p:cNvPr id="99346" name="AutoShape 51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47" name="AutoShape 52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rgbClr val="66CCFF">
                    <a:alpha val="79999"/>
                  </a:srgb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85" name="Group 53"/>
          <p:cNvGrpSpPr>
            <a:grpSpLocks/>
          </p:cNvGrpSpPr>
          <p:nvPr/>
        </p:nvGrpSpPr>
        <p:grpSpPr bwMode="auto">
          <a:xfrm rot="15600000">
            <a:off x="3741782" y="138113"/>
            <a:ext cx="123825" cy="133350"/>
            <a:chOff x="1292" y="1310"/>
            <a:chExt cx="1900" cy="1900"/>
          </a:xfrm>
        </p:grpSpPr>
        <p:sp>
          <p:nvSpPr>
            <p:cNvPr id="99344" name="AutoShape 54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45" name="AutoShape 55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88" name="Group 56"/>
          <p:cNvGrpSpPr>
            <a:grpSpLocks/>
          </p:cNvGrpSpPr>
          <p:nvPr/>
        </p:nvGrpSpPr>
        <p:grpSpPr bwMode="auto">
          <a:xfrm rot="15600000">
            <a:off x="4843764" y="1009899"/>
            <a:ext cx="82153" cy="88900"/>
            <a:chOff x="1292" y="1310"/>
            <a:chExt cx="1900" cy="1900"/>
          </a:xfrm>
        </p:grpSpPr>
        <p:sp>
          <p:nvSpPr>
            <p:cNvPr id="99342" name="AutoShape 57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43" name="AutoShape 58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91" name="Group 59"/>
          <p:cNvGrpSpPr>
            <a:grpSpLocks/>
          </p:cNvGrpSpPr>
          <p:nvPr/>
        </p:nvGrpSpPr>
        <p:grpSpPr bwMode="auto">
          <a:xfrm rot="15600000">
            <a:off x="4052124" y="589771"/>
            <a:ext cx="123825" cy="134937"/>
            <a:chOff x="1292" y="1310"/>
            <a:chExt cx="1900" cy="1900"/>
          </a:xfrm>
        </p:grpSpPr>
        <p:sp>
          <p:nvSpPr>
            <p:cNvPr id="99340" name="AutoShape 60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41" name="AutoShape 61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94" name="Group 62"/>
          <p:cNvGrpSpPr>
            <a:grpSpLocks/>
          </p:cNvGrpSpPr>
          <p:nvPr/>
        </p:nvGrpSpPr>
        <p:grpSpPr bwMode="auto">
          <a:xfrm rot="15600000">
            <a:off x="4221249" y="790575"/>
            <a:ext cx="123825" cy="133350"/>
            <a:chOff x="1292" y="1310"/>
            <a:chExt cx="1900" cy="1900"/>
          </a:xfrm>
        </p:grpSpPr>
        <p:sp>
          <p:nvSpPr>
            <p:cNvPr id="99338" name="AutoShape 63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39" name="AutoShape 64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697" name="Group 65"/>
          <p:cNvGrpSpPr>
            <a:grpSpLocks/>
          </p:cNvGrpSpPr>
          <p:nvPr/>
        </p:nvGrpSpPr>
        <p:grpSpPr bwMode="auto">
          <a:xfrm rot="15600000">
            <a:off x="3741782" y="138113"/>
            <a:ext cx="123825" cy="133350"/>
            <a:chOff x="1292" y="1310"/>
            <a:chExt cx="1900" cy="1900"/>
          </a:xfrm>
        </p:grpSpPr>
        <p:sp>
          <p:nvSpPr>
            <p:cNvPr id="99336" name="AutoShape 66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37" name="AutoShape 67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00" name="Group 68"/>
          <p:cNvGrpSpPr>
            <a:grpSpLocks/>
          </p:cNvGrpSpPr>
          <p:nvPr/>
        </p:nvGrpSpPr>
        <p:grpSpPr bwMode="auto">
          <a:xfrm rot="15600000">
            <a:off x="4324788" y="1019424"/>
            <a:ext cx="82153" cy="88900"/>
            <a:chOff x="1292" y="1310"/>
            <a:chExt cx="1900" cy="1900"/>
          </a:xfrm>
        </p:grpSpPr>
        <p:sp>
          <p:nvSpPr>
            <p:cNvPr id="99334" name="AutoShape 69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35" name="AutoShape 70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03" name="Group 71"/>
          <p:cNvGrpSpPr>
            <a:grpSpLocks/>
          </p:cNvGrpSpPr>
          <p:nvPr/>
        </p:nvGrpSpPr>
        <p:grpSpPr bwMode="auto">
          <a:xfrm rot="15600000">
            <a:off x="4052124" y="589771"/>
            <a:ext cx="123825" cy="134937"/>
            <a:chOff x="1292" y="1310"/>
            <a:chExt cx="1900" cy="1900"/>
          </a:xfrm>
        </p:grpSpPr>
        <p:sp>
          <p:nvSpPr>
            <p:cNvPr id="99332" name="AutoShape 72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33" name="AutoShape 73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06" name="Group 74"/>
          <p:cNvGrpSpPr>
            <a:grpSpLocks/>
          </p:cNvGrpSpPr>
          <p:nvPr/>
        </p:nvGrpSpPr>
        <p:grpSpPr bwMode="auto">
          <a:xfrm rot="15600000">
            <a:off x="4066382" y="1560252"/>
            <a:ext cx="247650" cy="268287"/>
            <a:chOff x="1292" y="1310"/>
            <a:chExt cx="1900" cy="1900"/>
          </a:xfrm>
        </p:grpSpPr>
        <p:sp>
          <p:nvSpPr>
            <p:cNvPr id="99330" name="AutoShape 75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31" name="AutoShape 76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rgbClr val="66CCFF">
                    <a:alpha val="79999"/>
                  </a:srgb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09" name="Group 77"/>
          <p:cNvGrpSpPr>
            <a:grpSpLocks/>
          </p:cNvGrpSpPr>
          <p:nvPr/>
        </p:nvGrpSpPr>
        <p:grpSpPr bwMode="auto">
          <a:xfrm rot="15600000">
            <a:off x="4309071" y="3241477"/>
            <a:ext cx="122634" cy="133350"/>
            <a:chOff x="1292" y="1310"/>
            <a:chExt cx="1900" cy="1900"/>
          </a:xfrm>
        </p:grpSpPr>
        <p:sp>
          <p:nvSpPr>
            <p:cNvPr id="99328" name="AutoShape 78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29" name="AutoShape 79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12" name="Group 80"/>
          <p:cNvGrpSpPr>
            <a:grpSpLocks/>
          </p:cNvGrpSpPr>
          <p:nvPr/>
        </p:nvGrpSpPr>
        <p:grpSpPr bwMode="auto">
          <a:xfrm rot="15600000">
            <a:off x="4679578" y="2830116"/>
            <a:ext cx="121444" cy="133350"/>
            <a:chOff x="1292" y="1310"/>
            <a:chExt cx="1900" cy="1900"/>
          </a:xfrm>
        </p:grpSpPr>
        <p:sp>
          <p:nvSpPr>
            <p:cNvPr id="99326" name="AutoShape 81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27" name="AutoShape 82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15" name="Group 83"/>
          <p:cNvGrpSpPr>
            <a:grpSpLocks/>
          </p:cNvGrpSpPr>
          <p:nvPr/>
        </p:nvGrpSpPr>
        <p:grpSpPr bwMode="auto">
          <a:xfrm rot="15600000">
            <a:off x="1726692" y="-69652"/>
            <a:ext cx="82154" cy="90487"/>
            <a:chOff x="1292" y="1310"/>
            <a:chExt cx="1900" cy="1900"/>
          </a:xfrm>
        </p:grpSpPr>
        <p:sp>
          <p:nvSpPr>
            <p:cNvPr id="99324" name="AutoShape 84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25" name="AutoShape 85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18" name="Group 86"/>
          <p:cNvGrpSpPr>
            <a:grpSpLocks/>
          </p:cNvGrpSpPr>
          <p:nvPr/>
        </p:nvGrpSpPr>
        <p:grpSpPr bwMode="auto">
          <a:xfrm rot="15600000">
            <a:off x="3296714" y="649487"/>
            <a:ext cx="125015" cy="133350"/>
            <a:chOff x="1292" y="1310"/>
            <a:chExt cx="1900" cy="1900"/>
          </a:xfrm>
        </p:grpSpPr>
        <p:sp>
          <p:nvSpPr>
            <p:cNvPr id="99322" name="AutoShape 87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23" name="AutoShape 88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21" name="Group 89"/>
          <p:cNvGrpSpPr>
            <a:grpSpLocks/>
          </p:cNvGrpSpPr>
          <p:nvPr/>
        </p:nvGrpSpPr>
        <p:grpSpPr bwMode="auto">
          <a:xfrm rot="15600000">
            <a:off x="3326889" y="1225935"/>
            <a:ext cx="82153" cy="90487"/>
            <a:chOff x="1292" y="1310"/>
            <a:chExt cx="1900" cy="1900"/>
          </a:xfrm>
        </p:grpSpPr>
        <p:sp>
          <p:nvSpPr>
            <p:cNvPr id="99320" name="AutoShape 90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21" name="AutoShape 91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24" name="Group 92"/>
          <p:cNvGrpSpPr>
            <a:grpSpLocks/>
          </p:cNvGrpSpPr>
          <p:nvPr/>
        </p:nvGrpSpPr>
        <p:grpSpPr bwMode="auto">
          <a:xfrm rot="15600000">
            <a:off x="3076575" y="109538"/>
            <a:ext cx="247650" cy="266700"/>
            <a:chOff x="1292" y="1310"/>
            <a:chExt cx="1900" cy="1900"/>
          </a:xfrm>
        </p:grpSpPr>
        <p:sp>
          <p:nvSpPr>
            <p:cNvPr id="99318" name="AutoShape 93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19" name="AutoShape 94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rgbClr val="66CCFF">
                    <a:alpha val="79999"/>
                  </a:srgb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27" name="Group 95"/>
          <p:cNvGrpSpPr>
            <a:grpSpLocks/>
          </p:cNvGrpSpPr>
          <p:nvPr/>
        </p:nvGrpSpPr>
        <p:grpSpPr bwMode="auto">
          <a:xfrm rot="15600000">
            <a:off x="2493765" y="611845"/>
            <a:ext cx="122634" cy="134937"/>
            <a:chOff x="1292" y="1310"/>
            <a:chExt cx="1900" cy="1900"/>
          </a:xfrm>
        </p:grpSpPr>
        <p:sp>
          <p:nvSpPr>
            <p:cNvPr id="99316" name="AutoShape 96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17" name="AutoShape 97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30" name="Group 98"/>
          <p:cNvGrpSpPr>
            <a:grpSpLocks/>
          </p:cNvGrpSpPr>
          <p:nvPr/>
        </p:nvGrpSpPr>
        <p:grpSpPr bwMode="auto">
          <a:xfrm rot="15600000">
            <a:off x="2863069" y="199281"/>
            <a:ext cx="123825" cy="134938"/>
            <a:chOff x="1292" y="1310"/>
            <a:chExt cx="1900" cy="1900"/>
          </a:xfrm>
        </p:grpSpPr>
        <p:sp>
          <p:nvSpPr>
            <p:cNvPr id="99314" name="AutoShape 99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15" name="AutoShape 100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sp>
        <p:nvSpPr>
          <p:cNvPr id="197733" name="Freeform 101"/>
          <p:cNvSpPr>
            <a:spLocks/>
          </p:cNvSpPr>
          <p:nvPr/>
        </p:nvSpPr>
        <p:spPr bwMode="auto">
          <a:xfrm rot="3609254">
            <a:off x="2326898" y="3753298"/>
            <a:ext cx="16669" cy="25400"/>
          </a:xfrm>
          <a:custGeom>
            <a:avLst/>
            <a:gdLst>
              <a:gd name="T0" fmla="*/ 2147483647 w 7"/>
              <a:gd name="T1" fmla="*/ 0 h 11"/>
              <a:gd name="T2" fmla="*/ 2147483647 w 7"/>
              <a:gd name="T3" fmla="*/ 2147483647 h 11"/>
              <a:gd name="T4" fmla="*/ 2147483647 w 7"/>
              <a:gd name="T5" fmla="*/ 2147483647 h 11"/>
              <a:gd name="T6" fmla="*/ 0 w 7"/>
              <a:gd name="T7" fmla="*/ 2147483647 h 11"/>
              <a:gd name="T8" fmla="*/ 2147483647 w 7"/>
              <a:gd name="T9" fmla="*/ 2147483647 h 11"/>
              <a:gd name="T10" fmla="*/ 2147483647 w 7"/>
              <a:gd name="T11" fmla="*/ 2147483647 h 11"/>
              <a:gd name="T12" fmla="*/ 2147483647 w 7"/>
              <a:gd name="T13" fmla="*/ 2147483647 h 11"/>
              <a:gd name="T14" fmla="*/ 2147483647 w 7"/>
              <a:gd name="T15" fmla="*/ 0 h 1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" h="11">
                <a:moveTo>
                  <a:pt x="4" y="0"/>
                </a:moveTo>
                <a:cubicBezTo>
                  <a:pt x="5" y="1"/>
                  <a:pt x="5" y="3"/>
                  <a:pt x="7" y="3"/>
                </a:cubicBezTo>
                <a:cubicBezTo>
                  <a:pt x="6" y="5"/>
                  <a:pt x="6" y="7"/>
                  <a:pt x="6" y="10"/>
                </a:cubicBezTo>
                <a:cubicBezTo>
                  <a:pt x="3" y="9"/>
                  <a:pt x="3" y="11"/>
                  <a:pt x="0" y="11"/>
                </a:cubicBezTo>
                <a:cubicBezTo>
                  <a:pt x="1" y="9"/>
                  <a:pt x="0" y="8"/>
                  <a:pt x="1" y="6"/>
                </a:cubicBezTo>
                <a:cubicBezTo>
                  <a:pt x="3" y="6"/>
                  <a:pt x="4" y="7"/>
                  <a:pt x="4" y="9"/>
                </a:cubicBezTo>
                <a:cubicBezTo>
                  <a:pt x="5" y="6"/>
                  <a:pt x="3" y="5"/>
                  <a:pt x="6" y="4"/>
                </a:cubicBezTo>
                <a:cubicBezTo>
                  <a:pt x="6" y="2"/>
                  <a:pt x="3" y="3"/>
                  <a:pt x="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58" tIns="30732" rIns="61458" bIns="30732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197734" name="Group 102"/>
          <p:cNvGrpSpPr>
            <a:grpSpLocks/>
          </p:cNvGrpSpPr>
          <p:nvPr/>
        </p:nvGrpSpPr>
        <p:grpSpPr bwMode="auto">
          <a:xfrm rot="3609254">
            <a:off x="2475717" y="4595070"/>
            <a:ext cx="123825" cy="134938"/>
            <a:chOff x="1292" y="1310"/>
            <a:chExt cx="1900" cy="1900"/>
          </a:xfrm>
        </p:grpSpPr>
        <p:sp>
          <p:nvSpPr>
            <p:cNvPr id="99312" name="AutoShape 103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13" name="AutoShape 104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37" name="Group 105"/>
          <p:cNvGrpSpPr>
            <a:grpSpLocks/>
          </p:cNvGrpSpPr>
          <p:nvPr/>
        </p:nvGrpSpPr>
        <p:grpSpPr bwMode="auto">
          <a:xfrm rot="3609254">
            <a:off x="4050814" y="4045149"/>
            <a:ext cx="125015" cy="133350"/>
            <a:chOff x="1292" y="1310"/>
            <a:chExt cx="1900" cy="1900"/>
          </a:xfrm>
        </p:grpSpPr>
        <p:sp>
          <p:nvSpPr>
            <p:cNvPr id="99310" name="AutoShape 106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11" name="AutoShape 107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40" name="Group 108"/>
          <p:cNvGrpSpPr>
            <a:grpSpLocks/>
          </p:cNvGrpSpPr>
          <p:nvPr/>
        </p:nvGrpSpPr>
        <p:grpSpPr bwMode="auto">
          <a:xfrm rot="3609254">
            <a:off x="3997008" y="4319241"/>
            <a:ext cx="83344" cy="88900"/>
            <a:chOff x="1292" y="1310"/>
            <a:chExt cx="1900" cy="1900"/>
          </a:xfrm>
        </p:grpSpPr>
        <p:sp>
          <p:nvSpPr>
            <p:cNvPr id="99308" name="AutoShape 109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09" name="AutoShape 110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43" name="Group 111"/>
          <p:cNvGrpSpPr>
            <a:grpSpLocks/>
          </p:cNvGrpSpPr>
          <p:nvPr/>
        </p:nvGrpSpPr>
        <p:grpSpPr bwMode="auto">
          <a:xfrm rot="3609254">
            <a:off x="3653125" y="3600699"/>
            <a:ext cx="82153" cy="88900"/>
            <a:chOff x="1292" y="1310"/>
            <a:chExt cx="1900" cy="1900"/>
          </a:xfrm>
        </p:grpSpPr>
        <p:sp>
          <p:nvSpPr>
            <p:cNvPr id="99306" name="AutoShape 112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07" name="AutoShape 113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46" name="Group 114"/>
          <p:cNvGrpSpPr>
            <a:grpSpLocks/>
          </p:cNvGrpSpPr>
          <p:nvPr/>
        </p:nvGrpSpPr>
        <p:grpSpPr bwMode="auto">
          <a:xfrm rot="3609254">
            <a:off x="3743325" y="4838700"/>
            <a:ext cx="247650" cy="266700"/>
            <a:chOff x="1292" y="1310"/>
            <a:chExt cx="1900" cy="1900"/>
          </a:xfrm>
        </p:grpSpPr>
        <p:sp>
          <p:nvSpPr>
            <p:cNvPr id="99304" name="AutoShape 115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05" name="AutoShape 116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rgbClr val="66CCFF">
                    <a:alpha val="79999"/>
                  </a:srgb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49" name="Group 117"/>
          <p:cNvGrpSpPr>
            <a:grpSpLocks/>
          </p:cNvGrpSpPr>
          <p:nvPr/>
        </p:nvGrpSpPr>
        <p:grpSpPr bwMode="auto">
          <a:xfrm rot="3609254">
            <a:off x="2361826" y="2321720"/>
            <a:ext cx="121444" cy="133350"/>
            <a:chOff x="1292" y="1310"/>
            <a:chExt cx="1900" cy="1900"/>
          </a:xfrm>
        </p:grpSpPr>
        <p:sp>
          <p:nvSpPr>
            <p:cNvPr id="99302" name="AutoShape 118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03" name="AutoShape 119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52" name="Group 120"/>
          <p:cNvGrpSpPr>
            <a:grpSpLocks/>
          </p:cNvGrpSpPr>
          <p:nvPr/>
        </p:nvGrpSpPr>
        <p:grpSpPr bwMode="auto">
          <a:xfrm rot="3609254">
            <a:off x="2215708" y="3403589"/>
            <a:ext cx="82154" cy="90487"/>
            <a:chOff x="1292" y="1310"/>
            <a:chExt cx="1900" cy="1900"/>
          </a:xfrm>
        </p:grpSpPr>
        <p:sp>
          <p:nvSpPr>
            <p:cNvPr id="99300" name="AutoShape 121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301" name="AutoShape 122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55" name="Group 123"/>
          <p:cNvGrpSpPr>
            <a:grpSpLocks/>
          </p:cNvGrpSpPr>
          <p:nvPr/>
        </p:nvGrpSpPr>
        <p:grpSpPr bwMode="auto">
          <a:xfrm rot="3609254">
            <a:off x="2597348" y="2020740"/>
            <a:ext cx="82154" cy="88900"/>
            <a:chOff x="1292" y="1310"/>
            <a:chExt cx="1900" cy="1900"/>
          </a:xfrm>
        </p:grpSpPr>
        <p:sp>
          <p:nvSpPr>
            <p:cNvPr id="99298" name="AutoShape 124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99" name="AutoShape 125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58" name="Group 126"/>
          <p:cNvGrpSpPr>
            <a:grpSpLocks/>
          </p:cNvGrpSpPr>
          <p:nvPr/>
        </p:nvGrpSpPr>
        <p:grpSpPr bwMode="auto">
          <a:xfrm rot="3609254">
            <a:off x="3324424" y="3993294"/>
            <a:ext cx="125016" cy="134937"/>
            <a:chOff x="1292" y="1310"/>
            <a:chExt cx="1900" cy="1900"/>
          </a:xfrm>
        </p:grpSpPr>
        <p:sp>
          <p:nvSpPr>
            <p:cNvPr id="99296" name="AutoShape 127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97" name="AutoShape 128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61" name="Group 129"/>
          <p:cNvGrpSpPr>
            <a:grpSpLocks/>
          </p:cNvGrpSpPr>
          <p:nvPr/>
        </p:nvGrpSpPr>
        <p:grpSpPr bwMode="auto">
          <a:xfrm rot="3609254">
            <a:off x="2793008" y="3431977"/>
            <a:ext cx="122634" cy="133350"/>
            <a:chOff x="1292" y="1310"/>
            <a:chExt cx="1900" cy="1900"/>
          </a:xfrm>
        </p:grpSpPr>
        <p:sp>
          <p:nvSpPr>
            <p:cNvPr id="99294" name="AutoShape 130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95" name="AutoShape 131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64" name="Group 132"/>
          <p:cNvGrpSpPr>
            <a:grpSpLocks/>
          </p:cNvGrpSpPr>
          <p:nvPr/>
        </p:nvGrpSpPr>
        <p:grpSpPr bwMode="auto">
          <a:xfrm rot="3609254">
            <a:off x="2569568" y="3291533"/>
            <a:ext cx="82154" cy="90488"/>
            <a:chOff x="1292" y="1310"/>
            <a:chExt cx="1900" cy="1900"/>
          </a:xfrm>
        </p:grpSpPr>
        <p:sp>
          <p:nvSpPr>
            <p:cNvPr id="99292" name="AutoShape 133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93" name="AutoShape 134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67" name="Group 135"/>
          <p:cNvGrpSpPr>
            <a:grpSpLocks/>
          </p:cNvGrpSpPr>
          <p:nvPr/>
        </p:nvGrpSpPr>
        <p:grpSpPr bwMode="auto">
          <a:xfrm rot="3609254">
            <a:off x="1710821" y="2673584"/>
            <a:ext cx="82153" cy="90487"/>
            <a:chOff x="1292" y="1310"/>
            <a:chExt cx="1900" cy="1900"/>
          </a:xfrm>
        </p:grpSpPr>
        <p:sp>
          <p:nvSpPr>
            <p:cNvPr id="99290" name="AutoShape 136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91" name="AutoShape 137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70" name="Group 138"/>
          <p:cNvGrpSpPr>
            <a:grpSpLocks/>
          </p:cNvGrpSpPr>
          <p:nvPr/>
        </p:nvGrpSpPr>
        <p:grpSpPr bwMode="auto">
          <a:xfrm rot="3609254">
            <a:off x="3074057" y="2873574"/>
            <a:ext cx="122635" cy="133350"/>
            <a:chOff x="1292" y="1310"/>
            <a:chExt cx="1900" cy="1900"/>
          </a:xfrm>
        </p:grpSpPr>
        <p:sp>
          <p:nvSpPr>
            <p:cNvPr id="99288" name="AutoShape 139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89" name="AutoShape 140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73" name="Group 141"/>
          <p:cNvGrpSpPr>
            <a:grpSpLocks/>
          </p:cNvGrpSpPr>
          <p:nvPr/>
        </p:nvGrpSpPr>
        <p:grpSpPr bwMode="auto">
          <a:xfrm rot="3609254">
            <a:off x="2462224" y="4171950"/>
            <a:ext cx="123825" cy="133350"/>
            <a:chOff x="1292" y="1310"/>
            <a:chExt cx="1900" cy="1900"/>
          </a:xfrm>
        </p:grpSpPr>
        <p:sp>
          <p:nvSpPr>
            <p:cNvPr id="99286" name="AutoShape 142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87" name="AutoShape 143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76" name="Group 144"/>
          <p:cNvGrpSpPr>
            <a:grpSpLocks/>
          </p:cNvGrpSpPr>
          <p:nvPr/>
        </p:nvGrpSpPr>
        <p:grpSpPr bwMode="auto">
          <a:xfrm rot="3609254">
            <a:off x="2664291" y="3739804"/>
            <a:ext cx="83344" cy="90488"/>
            <a:chOff x="1292" y="1310"/>
            <a:chExt cx="1900" cy="1900"/>
          </a:xfrm>
        </p:grpSpPr>
        <p:sp>
          <p:nvSpPr>
            <p:cNvPr id="99284" name="AutoShape 145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85" name="AutoShape 146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79" name="Group 147"/>
          <p:cNvGrpSpPr>
            <a:grpSpLocks/>
          </p:cNvGrpSpPr>
          <p:nvPr/>
        </p:nvGrpSpPr>
        <p:grpSpPr bwMode="auto">
          <a:xfrm rot="3609254">
            <a:off x="808706" y="1802012"/>
            <a:ext cx="122635" cy="133350"/>
            <a:chOff x="1292" y="1310"/>
            <a:chExt cx="1900" cy="1900"/>
          </a:xfrm>
        </p:grpSpPr>
        <p:sp>
          <p:nvSpPr>
            <p:cNvPr id="99282" name="AutoShape 148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83" name="AutoShape 149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82" name="Group 150"/>
          <p:cNvGrpSpPr>
            <a:grpSpLocks/>
          </p:cNvGrpSpPr>
          <p:nvPr/>
        </p:nvGrpSpPr>
        <p:grpSpPr bwMode="auto">
          <a:xfrm rot="3609254">
            <a:off x="565582" y="1320406"/>
            <a:ext cx="83344" cy="90488"/>
            <a:chOff x="1292" y="1310"/>
            <a:chExt cx="1900" cy="1900"/>
          </a:xfrm>
        </p:grpSpPr>
        <p:sp>
          <p:nvSpPr>
            <p:cNvPr id="99280" name="AutoShape 151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81" name="AutoShape 152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85" name="Group 153"/>
          <p:cNvGrpSpPr>
            <a:grpSpLocks/>
          </p:cNvGrpSpPr>
          <p:nvPr/>
        </p:nvGrpSpPr>
        <p:grpSpPr bwMode="auto">
          <a:xfrm rot="3609254">
            <a:off x="1069649" y="2131220"/>
            <a:ext cx="245269" cy="266700"/>
            <a:chOff x="1292" y="1310"/>
            <a:chExt cx="1900" cy="1900"/>
          </a:xfrm>
        </p:grpSpPr>
        <p:sp>
          <p:nvSpPr>
            <p:cNvPr id="99278" name="AutoShape 154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79" name="AutoShape 155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rgbClr val="66CCFF">
                    <a:alpha val="79999"/>
                  </a:srgb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88" name="Group 156"/>
          <p:cNvGrpSpPr>
            <a:grpSpLocks/>
          </p:cNvGrpSpPr>
          <p:nvPr/>
        </p:nvGrpSpPr>
        <p:grpSpPr bwMode="auto">
          <a:xfrm rot="3609254">
            <a:off x="3253383" y="4327327"/>
            <a:ext cx="122634" cy="133350"/>
            <a:chOff x="1292" y="1310"/>
            <a:chExt cx="1900" cy="1900"/>
          </a:xfrm>
        </p:grpSpPr>
        <p:sp>
          <p:nvSpPr>
            <p:cNvPr id="99276" name="AutoShape 157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77" name="AutoShape 158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91" name="Group 159"/>
          <p:cNvGrpSpPr>
            <a:grpSpLocks/>
          </p:cNvGrpSpPr>
          <p:nvPr/>
        </p:nvGrpSpPr>
        <p:grpSpPr bwMode="auto">
          <a:xfrm rot="3609254">
            <a:off x="1943379" y="3887640"/>
            <a:ext cx="82154" cy="88900"/>
            <a:chOff x="1292" y="1310"/>
            <a:chExt cx="1900" cy="1900"/>
          </a:xfrm>
        </p:grpSpPr>
        <p:sp>
          <p:nvSpPr>
            <p:cNvPr id="99274" name="AutoShape 160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75" name="AutoShape 161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94" name="Group 162"/>
          <p:cNvGrpSpPr>
            <a:grpSpLocks/>
          </p:cNvGrpSpPr>
          <p:nvPr/>
        </p:nvGrpSpPr>
        <p:grpSpPr bwMode="auto">
          <a:xfrm rot="3609254">
            <a:off x="2795233" y="3998120"/>
            <a:ext cx="121444" cy="133350"/>
            <a:chOff x="1292" y="1310"/>
            <a:chExt cx="1900" cy="1900"/>
          </a:xfrm>
        </p:grpSpPr>
        <p:sp>
          <p:nvSpPr>
            <p:cNvPr id="99272" name="AutoShape 163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73" name="AutoShape 164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797" name="Group 165"/>
          <p:cNvGrpSpPr>
            <a:grpSpLocks/>
          </p:cNvGrpSpPr>
          <p:nvPr/>
        </p:nvGrpSpPr>
        <p:grpSpPr bwMode="auto">
          <a:xfrm rot="3609254">
            <a:off x="2578913" y="3874827"/>
            <a:ext cx="123825" cy="134937"/>
            <a:chOff x="1292" y="1310"/>
            <a:chExt cx="1900" cy="1900"/>
          </a:xfrm>
        </p:grpSpPr>
        <p:sp>
          <p:nvSpPr>
            <p:cNvPr id="99270" name="AutoShape 166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71" name="AutoShape 167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00" name="Group 168"/>
          <p:cNvGrpSpPr>
            <a:grpSpLocks/>
          </p:cNvGrpSpPr>
          <p:nvPr/>
        </p:nvGrpSpPr>
        <p:grpSpPr bwMode="auto">
          <a:xfrm rot="3609254">
            <a:off x="3253383" y="4327327"/>
            <a:ext cx="122634" cy="133350"/>
            <a:chOff x="1292" y="1310"/>
            <a:chExt cx="1900" cy="1900"/>
          </a:xfrm>
        </p:grpSpPr>
        <p:sp>
          <p:nvSpPr>
            <p:cNvPr id="99268" name="AutoShape 169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69" name="AutoShape 170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03" name="Group 171"/>
          <p:cNvGrpSpPr>
            <a:grpSpLocks/>
          </p:cNvGrpSpPr>
          <p:nvPr/>
        </p:nvGrpSpPr>
        <p:grpSpPr bwMode="auto">
          <a:xfrm rot="3609254">
            <a:off x="2430880" y="3725652"/>
            <a:ext cx="83344" cy="90487"/>
            <a:chOff x="1292" y="1310"/>
            <a:chExt cx="1900" cy="1900"/>
          </a:xfrm>
        </p:grpSpPr>
        <p:sp>
          <p:nvSpPr>
            <p:cNvPr id="99266" name="AutoShape 172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67" name="AutoShape 173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06" name="Group 174"/>
          <p:cNvGrpSpPr>
            <a:grpSpLocks/>
          </p:cNvGrpSpPr>
          <p:nvPr/>
        </p:nvGrpSpPr>
        <p:grpSpPr bwMode="auto">
          <a:xfrm rot="3609254">
            <a:off x="2795233" y="3998120"/>
            <a:ext cx="121444" cy="133350"/>
            <a:chOff x="1292" y="1310"/>
            <a:chExt cx="1900" cy="1900"/>
          </a:xfrm>
        </p:grpSpPr>
        <p:sp>
          <p:nvSpPr>
            <p:cNvPr id="99264" name="AutoShape 175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65" name="AutoShape 176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09" name="Group 177"/>
          <p:cNvGrpSpPr>
            <a:grpSpLocks/>
          </p:cNvGrpSpPr>
          <p:nvPr/>
        </p:nvGrpSpPr>
        <p:grpSpPr bwMode="auto">
          <a:xfrm rot="3609254">
            <a:off x="2280851" y="2980135"/>
            <a:ext cx="245269" cy="266700"/>
            <a:chOff x="1292" y="1310"/>
            <a:chExt cx="1900" cy="1900"/>
          </a:xfrm>
        </p:grpSpPr>
        <p:sp>
          <p:nvSpPr>
            <p:cNvPr id="99262" name="AutoShape 178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63" name="AutoShape 179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rgbClr val="66CCFF">
                    <a:alpha val="79999"/>
                  </a:srgb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12" name="Group 180"/>
          <p:cNvGrpSpPr>
            <a:grpSpLocks/>
          </p:cNvGrpSpPr>
          <p:nvPr/>
        </p:nvGrpSpPr>
        <p:grpSpPr bwMode="auto">
          <a:xfrm rot="3609254">
            <a:off x="1579246" y="1584722"/>
            <a:ext cx="121444" cy="133350"/>
            <a:chOff x="1292" y="1310"/>
            <a:chExt cx="1900" cy="1900"/>
          </a:xfrm>
        </p:grpSpPr>
        <p:sp>
          <p:nvSpPr>
            <p:cNvPr id="99260" name="AutoShape 181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61" name="AutoShape 182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15" name="Group 183"/>
          <p:cNvGrpSpPr>
            <a:grpSpLocks/>
          </p:cNvGrpSpPr>
          <p:nvPr/>
        </p:nvGrpSpPr>
        <p:grpSpPr bwMode="auto">
          <a:xfrm rot="3609254">
            <a:off x="1381324" y="2088294"/>
            <a:ext cx="125016" cy="134937"/>
            <a:chOff x="1292" y="1310"/>
            <a:chExt cx="1900" cy="1900"/>
          </a:xfrm>
        </p:grpSpPr>
        <p:sp>
          <p:nvSpPr>
            <p:cNvPr id="99258" name="AutoShape 184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59" name="AutoShape 185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18" name="Group 186"/>
          <p:cNvGrpSpPr>
            <a:grpSpLocks/>
          </p:cNvGrpSpPr>
          <p:nvPr/>
        </p:nvGrpSpPr>
        <p:grpSpPr bwMode="auto">
          <a:xfrm rot="19827448">
            <a:off x="4013200" y="1132285"/>
            <a:ext cx="133350" cy="122634"/>
            <a:chOff x="1292" y="1310"/>
            <a:chExt cx="1900" cy="1900"/>
          </a:xfrm>
        </p:grpSpPr>
        <p:sp>
          <p:nvSpPr>
            <p:cNvPr id="99256" name="AutoShape 187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57" name="AutoShape 188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21" name="Group 189"/>
          <p:cNvGrpSpPr>
            <a:grpSpLocks/>
          </p:cNvGrpSpPr>
          <p:nvPr/>
        </p:nvGrpSpPr>
        <p:grpSpPr bwMode="auto">
          <a:xfrm rot="19827448">
            <a:off x="2938499" y="54772"/>
            <a:ext cx="90487" cy="82154"/>
            <a:chOff x="1292" y="1310"/>
            <a:chExt cx="1900" cy="1900"/>
          </a:xfrm>
        </p:grpSpPr>
        <p:sp>
          <p:nvSpPr>
            <p:cNvPr id="99254" name="AutoShape 190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55" name="AutoShape 191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24" name="Group 192"/>
          <p:cNvGrpSpPr>
            <a:grpSpLocks/>
          </p:cNvGrpSpPr>
          <p:nvPr/>
        </p:nvGrpSpPr>
        <p:grpSpPr bwMode="auto">
          <a:xfrm rot="19827448">
            <a:off x="1549400" y="1200152"/>
            <a:ext cx="133350" cy="123825"/>
            <a:chOff x="1292" y="1310"/>
            <a:chExt cx="1900" cy="1900"/>
          </a:xfrm>
        </p:grpSpPr>
        <p:sp>
          <p:nvSpPr>
            <p:cNvPr id="99252" name="AutoShape 193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53" name="AutoShape 194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27" name="Group 195"/>
          <p:cNvGrpSpPr>
            <a:grpSpLocks/>
          </p:cNvGrpSpPr>
          <p:nvPr/>
        </p:nvGrpSpPr>
        <p:grpSpPr bwMode="auto">
          <a:xfrm rot="19827448">
            <a:off x="2717802" y="1379960"/>
            <a:ext cx="88900" cy="82153"/>
            <a:chOff x="1292" y="1310"/>
            <a:chExt cx="1900" cy="1900"/>
          </a:xfrm>
        </p:grpSpPr>
        <p:sp>
          <p:nvSpPr>
            <p:cNvPr id="99250" name="AutoShape 196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51" name="AutoShape 197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30" name="Group 198"/>
          <p:cNvGrpSpPr>
            <a:grpSpLocks/>
          </p:cNvGrpSpPr>
          <p:nvPr/>
        </p:nvGrpSpPr>
        <p:grpSpPr bwMode="auto">
          <a:xfrm rot="19827448">
            <a:off x="1222377" y="1020552"/>
            <a:ext cx="88900" cy="82153"/>
            <a:chOff x="1292" y="1310"/>
            <a:chExt cx="1900" cy="1900"/>
          </a:xfrm>
        </p:grpSpPr>
        <p:sp>
          <p:nvSpPr>
            <p:cNvPr id="99248" name="AutoShape 199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49" name="AutoShape 200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33" name="Group 201"/>
          <p:cNvGrpSpPr>
            <a:grpSpLocks/>
          </p:cNvGrpSpPr>
          <p:nvPr/>
        </p:nvGrpSpPr>
        <p:grpSpPr bwMode="auto">
          <a:xfrm rot="19827448">
            <a:off x="3365502" y="321527"/>
            <a:ext cx="134938" cy="122635"/>
            <a:chOff x="1292" y="1310"/>
            <a:chExt cx="1900" cy="1900"/>
          </a:xfrm>
        </p:grpSpPr>
        <p:sp>
          <p:nvSpPr>
            <p:cNvPr id="99246" name="AutoShape 202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47" name="AutoShape 203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36" name="Group 204"/>
          <p:cNvGrpSpPr>
            <a:grpSpLocks/>
          </p:cNvGrpSpPr>
          <p:nvPr/>
        </p:nvGrpSpPr>
        <p:grpSpPr bwMode="auto">
          <a:xfrm rot="19827448">
            <a:off x="2781300" y="776288"/>
            <a:ext cx="133350" cy="123825"/>
            <a:chOff x="1292" y="1310"/>
            <a:chExt cx="1900" cy="1900"/>
          </a:xfrm>
        </p:grpSpPr>
        <p:sp>
          <p:nvSpPr>
            <p:cNvPr id="99244" name="AutoShape 205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45" name="AutoShape 206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39" name="Group 207"/>
          <p:cNvGrpSpPr>
            <a:grpSpLocks/>
          </p:cNvGrpSpPr>
          <p:nvPr/>
        </p:nvGrpSpPr>
        <p:grpSpPr bwMode="auto">
          <a:xfrm rot="19827448">
            <a:off x="2600325" y="1052614"/>
            <a:ext cx="88900" cy="82154"/>
            <a:chOff x="1292" y="1310"/>
            <a:chExt cx="1900" cy="1900"/>
          </a:xfrm>
        </p:grpSpPr>
        <p:sp>
          <p:nvSpPr>
            <p:cNvPr id="99242" name="AutoShape 208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43" name="AutoShape 209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42" name="Group 210"/>
          <p:cNvGrpSpPr>
            <a:grpSpLocks/>
          </p:cNvGrpSpPr>
          <p:nvPr/>
        </p:nvGrpSpPr>
        <p:grpSpPr bwMode="auto">
          <a:xfrm rot="19827448">
            <a:off x="1927227" y="1842084"/>
            <a:ext cx="88900" cy="82153"/>
            <a:chOff x="1292" y="1310"/>
            <a:chExt cx="1900" cy="1900"/>
          </a:xfrm>
        </p:grpSpPr>
        <p:sp>
          <p:nvSpPr>
            <p:cNvPr id="99240" name="AutoShape 211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41" name="AutoShape 212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45" name="Group 213"/>
          <p:cNvGrpSpPr>
            <a:grpSpLocks/>
          </p:cNvGrpSpPr>
          <p:nvPr/>
        </p:nvGrpSpPr>
        <p:grpSpPr bwMode="auto">
          <a:xfrm rot="19827448">
            <a:off x="2149476" y="546497"/>
            <a:ext cx="134938" cy="123825"/>
            <a:chOff x="1292" y="1310"/>
            <a:chExt cx="1900" cy="1900"/>
          </a:xfrm>
        </p:grpSpPr>
        <p:sp>
          <p:nvSpPr>
            <p:cNvPr id="99238" name="AutoShape 214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39" name="AutoShape 215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48" name="Group 216"/>
          <p:cNvGrpSpPr>
            <a:grpSpLocks/>
          </p:cNvGrpSpPr>
          <p:nvPr/>
        </p:nvGrpSpPr>
        <p:grpSpPr bwMode="auto">
          <a:xfrm rot="19827448">
            <a:off x="3486150" y="1045369"/>
            <a:ext cx="133350" cy="125016"/>
            <a:chOff x="1292" y="1310"/>
            <a:chExt cx="1900" cy="1900"/>
          </a:xfrm>
        </p:grpSpPr>
        <p:sp>
          <p:nvSpPr>
            <p:cNvPr id="99236" name="AutoShape 217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37" name="AutoShape 218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51" name="Group 219"/>
          <p:cNvGrpSpPr>
            <a:grpSpLocks/>
          </p:cNvGrpSpPr>
          <p:nvPr/>
        </p:nvGrpSpPr>
        <p:grpSpPr bwMode="auto">
          <a:xfrm rot="19827448">
            <a:off x="3084575" y="966891"/>
            <a:ext cx="90487" cy="83344"/>
            <a:chOff x="1292" y="1310"/>
            <a:chExt cx="1900" cy="1900"/>
          </a:xfrm>
        </p:grpSpPr>
        <p:sp>
          <p:nvSpPr>
            <p:cNvPr id="99234" name="AutoShape 220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35" name="AutoShape 221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54" name="Group 222"/>
          <p:cNvGrpSpPr>
            <a:grpSpLocks/>
          </p:cNvGrpSpPr>
          <p:nvPr/>
        </p:nvGrpSpPr>
        <p:grpSpPr bwMode="auto">
          <a:xfrm rot="19827448">
            <a:off x="976334" y="2631305"/>
            <a:ext cx="134937" cy="122635"/>
            <a:chOff x="1292" y="1310"/>
            <a:chExt cx="1900" cy="1900"/>
          </a:xfrm>
        </p:grpSpPr>
        <p:sp>
          <p:nvSpPr>
            <p:cNvPr id="99232" name="AutoShape 223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33" name="AutoShape 224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57" name="Group 225"/>
          <p:cNvGrpSpPr>
            <a:grpSpLocks/>
          </p:cNvGrpSpPr>
          <p:nvPr/>
        </p:nvGrpSpPr>
        <p:grpSpPr bwMode="auto">
          <a:xfrm rot="19827448">
            <a:off x="450852" y="2890839"/>
            <a:ext cx="88900" cy="83344"/>
            <a:chOff x="1292" y="1310"/>
            <a:chExt cx="1900" cy="1900"/>
          </a:xfrm>
        </p:grpSpPr>
        <p:sp>
          <p:nvSpPr>
            <p:cNvPr id="99230" name="AutoShape 226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31" name="AutoShape 227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60" name="Group 228"/>
          <p:cNvGrpSpPr>
            <a:grpSpLocks/>
          </p:cNvGrpSpPr>
          <p:nvPr/>
        </p:nvGrpSpPr>
        <p:grpSpPr bwMode="auto">
          <a:xfrm rot="19827448">
            <a:off x="1339851" y="2272904"/>
            <a:ext cx="268288" cy="246459"/>
            <a:chOff x="1292" y="1310"/>
            <a:chExt cx="1900" cy="1900"/>
          </a:xfrm>
        </p:grpSpPr>
        <p:sp>
          <p:nvSpPr>
            <p:cNvPr id="99228" name="AutoShape 229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29" name="AutoShape 230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rgbClr val="66CCFF">
                    <a:alpha val="79999"/>
                  </a:srgb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63" name="Group 231"/>
          <p:cNvGrpSpPr>
            <a:grpSpLocks/>
          </p:cNvGrpSpPr>
          <p:nvPr/>
        </p:nvGrpSpPr>
        <p:grpSpPr bwMode="auto">
          <a:xfrm rot="19827448">
            <a:off x="3725863" y="389335"/>
            <a:ext cx="133350" cy="122634"/>
            <a:chOff x="1292" y="1310"/>
            <a:chExt cx="1900" cy="1900"/>
          </a:xfrm>
        </p:grpSpPr>
        <p:sp>
          <p:nvSpPr>
            <p:cNvPr id="99226" name="AutoShape 232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27" name="AutoShape 233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66" name="Group 234"/>
          <p:cNvGrpSpPr>
            <a:grpSpLocks/>
          </p:cNvGrpSpPr>
          <p:nvPr/>
        </p:nvGrpSpPr>
        <p:grpSpPr bwMode="auto">
          <a:xfrm rot="19827448">
            <a:off x="3241677" y="1633641"/>
            <a:ext cx="88900" cy="83344"/>
            <a:chOff x="1292" y="1310"/>
            <a:chExt cx="1900" cy="1900"/>
          </a:xfrm>
        </p:grpSpPr>
        <p:sp>
          <p:nvSpPr>
            <p:cNvPr id="99224" name="AutoShape 235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25" name="AutoShape 236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69" name="Group 237"/>
          <p:cNvGrpSpPr>
            <a:grpSpLocks/>
          </p:cNvGrpSpPr>
          <p:nvPr/>
        </p:nvGrpSpPr>
        <p:grpSpPr bwMode="auto">
          <a:xfrm rot="19827448">
            <a:off x="3367123" y="809627"/>
            <a:ext cx="134937" cy="123825"/>
            <a:chOff x="1292" y="1310"/>
            <a:chExt cx="1900" cy="1900"/>
          </a:xfrm>
        </p:grpSpPr>
        <p:sp>
          <p:nvSpPr>
            <p:cNvPr id="99222" name="AutoShape 238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23" name="AutoShape 239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72" name="Group 240"/>
          <p:cNvGrpSpPr>
            <a:grpSpLocks/>
          </p:cNvGrpSpPr>
          <p:nvPr/>
        </p:nvGrpSpPr>
        <p:grpSpPr bwMode="auto">
          <a:xfrm rot="19827448">
            <a:off x="3257550" y="1034841"/>
            <a:ext cx="134938" cy="125015"/>
            <a:chOff x="1292" y="1310"/>
            <a:chExt cx="1900" cy="1900"/>
          </a:xfrm>
        </p:grpSpPr>
        <p:sp>
          <p:nvSpPr>
            <p:cNvPr id="99220" name="AutoShape 241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21" name="AutoShape 242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75" name="Group 243"/>
          <p:cNvGrpSpPr>
            <a:grpSpLocks/>
          </p:cNvGrpSpPr>
          <p:nvPr/>
        </p:nvGrpSpPr>
        <p:grpSpPr bwMode="auto">
          <a:xfrm rot="19827448">
            <a:off x="3725863" y="389335"/>
            <a:ext cx="133350" cy="122634"/>
            <a:chOff x="1292" y="1310"/>
            <a:chExt cx="1900" cy="1900"/>
          </a:xfrm>
        </p:grpSpPr>
        <p:sp>
          <p:nvSpPr>
            <p:cNvPr id="99218" name="AutoShape 244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19" name="AutoShape 245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78" name="Group 246"/>
          <p:cNvGrpSpPr>
            <a:grpSpLocks/>
          </p:cNvGrpSpPr>
          <p:nvPr/>
        </p:nvGrpSpPr>
        <p:grpSpPr bwMode="auto">
          <a:xfrm rot="19827448">
            <a:off x="3068640" y="1214541"/>
            <a:ext cx="88900" cy="83344"/>
            <a:chOff x="1292" y="1310"/>
            <a:chExt cx="1900" cy="1900"/>
          </a:xfrm>
        </p:grpSpPr>
        <p:sp>
          <p:nvSpPr>
            <p:cNvPr id="99216" name="AutoShape 247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17" name="AutoShape 248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81" name="Group 249"/>
          <p:cNvGrpSpPr>
            <a:grpSpLocks/>
          </p:cNvGrpSpPr>
          <p:nvPr/>
        </p:nvGrpSpPr>
        <p:grpSpPr bwMode="auto">
          <a:xfrm rot="19827448">
            <a:off x="3367123" y="809627"/>
            <a:ext cx="134937" cy="123825"/>
            <a:chOff x="1292" y="1310"/>
            <a:chExt cx="1900" cy="1900"/>
          </a:xfrm>
        </p:grpSpPr>
        <p:sp>
          <p:nvSpPr>
            <p:cNvPr id="99214" name="AutoShape 250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15" name="AutoShape 251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84" name="Group 252"/>
          <p:cNvGrpSpPr>
            <a:grpSpLocks/>
          </p:cNvGrpSpPr>
          <p:nvPr/>
        </p:nvGrpSpPr>
        <p:grpSpPr bwMode="auto">
          <a:xfrm rot="19827448">
            <a:off x="2268538" y="1159669"/>
            <a:ext cx="266700" cy="247650"/>
            <a:chOff x="1292" y="1310"/>
            <a:chExt cx="1900" cy="1900"/>
          </a:xfrm>
        </p:grpSpPr>
        <p:sp>
          <p:nvSpPr>
            <p:cNvPr id="99212" name="AutoShape 253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13" name="AutoShape 254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rgbClr val="66CCFF">
                    <a:alpha val="79999"/>
                  </a:srgb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87" name="Group 255"/>
          <p:cNvGrpSpPr>
            <a:grpSpLocks/>
          </p:cNvGrpSpPr>
          <p:nvPr/>
        </p:nvGrpSpPr>
        <p:grpSpPr bwMode="auto">
          <a:xfrm rot="19827448">
            <a:off x="746125" y="1919288"/>
            <a:ext cx="133350" cy="123825"/>
            <a:chOff x="1292" y="1310"/>
            <a:chExt cx="1900" cy="1900"/>
          </a:xfrm>
        </p:grpSpPr>
        <p:sp>
          <p:nvSpPr>
            <p:cNvPr id="99210" name="AutoShape 256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11" name="AutoShape 257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7890" name="Group 258"/>
          <p:cNvGrpSpPr>
            <a:grpSpLocks/>
          </p:cNvGrpSpPr>
          <p:nvPr/>
        </p:nvGrpSpPr>
        <p:grpSpPr bwMode="auto">
          <a:xfrm rot="19827448">
            <a:off x="1290638" y="2103835"/>
            <a:ext cx="133350" cy="122634"/>
            <a:chOff x="1292" y="1310"/>
            <a:chExt cx="1900" cy="1900"/>
          </a:xfrm>
        </p:grpSpPr>
        <p:sp>
          <p:nvSpPr>
            <p:cNvPr id="99208" name="AutoShape 259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09" name="AutoShape 260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sp>
        <p:nvSpPr>
          <p:cNvPr id="197893" name="Freeform 261"/>
          <p:cNvSpPr>
            <a:spLocks/>
          </p:cNvSpPr>
          <p:nvPr/>
        </p:nvSpPr>
        <p:spPr bwMode="auto">
          <a:xfrm rot="15600000">
            <a:off x="7268050" y="533191"/>
            <a:ext cx="16669" cy="26987"/>
          </a:xfrm>
          <a:custGeom>
            <a:avLst/>
            <a:gdLst>
              <a:gd name="T0" fmla="*/ 2147483647 w 7"/>
              <a:gd name="T1" fmla="*/ 0 h 11"/>
              <a:gd name="T2" fmla="*/ 2147483647 w 7"/>
              <a:gd name="T3" fmla="*/ 2147483647 h 11"/>
              <a:gd name="T4" fmla="*/ 2147483647 w 7"/>
              <a:gd name="T5" fmla="*/ 2147483647 h 11"/>
              <a:gd name="T6" fmla="*/ 0 w 7"/>
              <a:gd name="T7" fmla="*/ 2147483647 h 11"/>
              <a:gd name="T8" fmla="*/ 2147483647 w 7"/>
              <a:gd name="T9" fmla="*/ 2147483647 h 11"/>
              <a:gd name="T10" fmla="*/ 2147483647 w 7"/>
              <a:gd name="T11" fmla="*/ 2147483647 h 11"/>
              <a:gd name="T12" fmla="*/ 2147483647 w 7"/>
              <a:gd name="T13" fmla="*/ 2147483647 h 11"/>
              <a:gd name="T14" fmla="*/ 2147483647 w 7"/>
              <a:gd name="T15" fmla="*/ 0 h 1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" h="11">
                <a:moveTo>
                  <a:pt x="4" y="0"/>
                </a:moveTo>
                <a:cubicBezTo>
                  <a:pt x="5" y="1"/>
                  <a:pt x="5" y="3"/>
                  <a:pt x="7" y="3"/>
                </a:cubicBezTo>
                <a:cubicBezTo>
                  <a:pt x="6" y="5"/>
                  <a:pt x="6" y="7"/>
                  <a:pt x="6" y="10"/>
                </a:cubicBezTo>
                <a:cubicBezTo>
                  <a:pt x="3" y="9"/>
                  <a:pt x="3" y="11"/>
                  <a:pt x="0" y="11"/>
                </a:cubicBezTo>
                <a:cubicBezTo>
                  <a:pt x="1" y="9"/>
                  <a:pt x="0" y="8"/>
                  <a:pt x="1" y="6"/>
                </a:cubicBezTo>
                <a:cubicBezTo>
                  <a:pt x="3" y="6"/>
                  <a:pt x="4" y="7"/>
                  <a:pt x="4" y="9"/>
                </a:cubicBezTo>
                <a:cubicBezTo>
                  <a:pt x="5" y="6"/>
                  <a:pt x="3" y="5"/>
                  <a:pt x="6" y="4"/>
                </a:cubicBezTo>
                <a:cubicBezTo>
                  <a:pt x="6" y="2"/>
                  <a:pt x="3" y="3"/>
                  <a:pt x="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58" tIns="30732" rIns="61458" bIns="30732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7894" name="AutoShape 262"/>
          <p:cNvSpPr>
            <a:spLocks noChangeArrowheads="1"/>
          </p:cNvSpPr>
          <p:nvPr/>
        </p:nvSpPr>
        <p:spPr bwMode="auto">
          <a:xfrm rot="19019877">
            <a:off x="5343525" y="-19048"/>
            <a:ext cx="266700" cy="245269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895" name="AutoShape 263"/>
          <p:cNvSpPr>
            <a:spLocks noChangeArrowheads="1"/>
          </p:cNvSpPr>
          <p:nvPr/>
        </p:nvSpPr>
        <p:spPr bwMode="auto">
          <a:xfrm rot="16500000">
            <a:off x="5353451" y="-24209"/>
            <a:ext cx="240506" cy="260350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rgbClr val="66CCFF">
                  <a:alpha val="79999"/>
                </a:srgb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896" name="AutoShape 264"/>
          <p:cNvSpPr>
            <a:spLocks noChangeArrowheads="1"/>
          </p:cNvSpPr>
          <p:nvPr/>
        </p:nvSpPr>
        <p:spPr bwMode="auto">
          <a:xfrm rot="19019877">
            <a:off x="6550026" y="1298972"/>
            <a:ext cx="134938" cy="121444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897" name="AutoShape 265"/>
          <p:cNvSpPr>
            <a:spLocks noChangeArrowheads="1"/>
          </p:cNvSpPr>
          <p:nvPr/>
        </p:nvSpPr>
        <p:spPr bwMode="auto">
          <a:xfrm rot="16500000">
            <a:off x="6555657" y="1295802"/>
            <a:ext cx="119063" cy="130175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chemeClr val="bg1">
                  <a:alpha val="79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898" name="AutoShape 266"/>
          <p:cNvSpPr>
            <a:spLocks noChangeArrowheads="1"/>
          </p:cNvSpPr>
          <p:nvPr/>
        </p:nvSpPr>
        <p:spPr bwMode="auto">
          <a:xfrm rot="19019877">
            <a:off x="7177089" y="446672"/>
            <a:ext cx="88900" cy="82153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899" name="AutoShape 267"/>
          <p:cNvSpPr>
            <a:spLocks noChangeArrowheads="1"/>
          </p:cNvSpPr>
          <p:nvPr/>
        </p:nvSpPr>
        <p:spPr bwMode="auto">
          <a:xfrm rot="16500000">
            <a:off x="7180343" y="444500"/>
            <a:ext cx="80963" cy="87312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chemeClr val="bg1">
                  <a:alpha val="79999"/>
                </a:scheme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00" name="AutoShape 268"/>
          <p:cNvSpPr>
            <a:spLocks noChangeArrowheads="1"/>
          </p:cNvSpPr>
          <p:nvPr/>
        </p:nvSpPr>
        <p:spPr bwMode="auto">
          <a:xfrm rot="19019877">
            <a:off x="7089777" y="1883673"/>
            <a:ext cx="88900" cy="83344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01" name="AutoShape 269"/>
          <p:cNvSpPr>
            <a:spLocks noChangeArrowheads="1"/>
          </p:cNvSpPr>
          <p:nvPr/>
        </p:nvSpPr>
        <p:spPr bwMode="auto">
          <a:xfrm rot="16500000">
            <a:off x="7093028" y="1882961"/>
            <a:ext cx="80963" cy="87313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chemeClr val="bg1">
                  <a:alpha val="79999"/>
                </a:scheme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02" name="AutoShape 270"/>
          <p:cNvSpPr>
            <a:spLocks noChangeArrowheads="1"/>
          </p:cNvSpPr>
          <p:nvPr/>
        </p:nvSpPr>
        <p:spPr bwMode="auto">
          <a:xfrm rot="19019877">
            <a:off x="6350000" y="160735"/>
            <a:ext cx="266700" cy="247650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03" name="AutoShape 271"/>
          <p:cNvSpPr>
            <a:spLocks noChangeArrowheads="1"/>
          </p:cNvSpPr>
          <p:nvPr/>
        </p:nvSpPr>
        <p:spPr bwMode="auto">
          <a:xfrm rot="16500000">
            <a:off x="6360517" y="156220"/>
            <a:ext cx="239316" cy="260350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rgbClr val="66CCFF">
                  <a:alpha val="79999"/>
                </a:srgb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04" name="AutoShape 272"/>
          <p:cNvSpPr>
            <a:spLocks noChangeArrowheads="1"/>
          </p:cNvSpPr>
          <p:nvPr/>
        </p:nvSpPr>
        <p:spPr bwMode="auto">
          <a:xfrm rot="19019877">
            <a:off x="5359400" y="975224"/>
            <a:ext cx="133350" cy="121444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05" name="AutoShape 273"/>
          <p:cNvSpPr>
            <a:spLocks noChangeArrowheads="1"/>
          </p:cNvSpPr>
          <p:nvPr/>
        </p:nvSpPr>
        <p:spPr bwMode="auto">
          <a:xfrm rot="16500000">
            <a:off x="5365054" y="972133"/>
            <a:ext cx="119063" cy="130175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chemeClr val="bg1">
                  <a:alpha val="79999"/>
                </a:scheme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06" name="AutoShape 274"/>
          <p:cNvSpPr>
            <a:spLocks noChangeArrowheads="1"/>
          </p:cNvSpPr>
          <p:nvPr/>
        </p:nvSpPr>
        <p:spPr bwMode="auto">
          <a:xfrm rot="19019877">
            <a:off x="6134100" y="2231334"/>
            <a:ext cx="133350" cy="121444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07" name="AutoShape 275"/>
          <p:cNvSpPr>
            <a:spLocks noChangeArrowheads="1"/>
          </p:cNvSpPr>
          <p:nvPr/>
        </p:nvSpPr>
        <p:spPr bwMode="auto">
          <a:xfrm rot="16500000">
            <a:off x="6139659" y="2228242"/>
            <a:ext cx="119063" cy="130175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chemeClr val="bg1">
                  <a:alpha val="79999"/>
                </a:scheme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08" name="AutoShape 276"/>
          <p:cNvSpPr>
            <a:spLocks noChangeArrowheads="1"/>
          </p:cNvSpPr>
          <p:nvPr/>
        </p:nvSpPr>
        <p:spPr bwMode="auto">
          <a:xfrm rot="19019877">
            <a:off x="6532647" y="2059885"/>
            <a:ext cx="90487" cy="82154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09" name="AutoShape 277"/>
          <p:cNvSpPr>
            <a:spLocks noChangeArrowheads="1"/>
          </p:cNvSpPr>
          <p:nvPr/>
        </p:nvSpPr>
        <p:spPr bwMode="auto">
          <a:xfrm rot="16500000">
            <a:off x="6536602" y="2057055"/>
            <a:ext cx="80963" cy="88900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chemeClr val="bg1">
                  <a:alpha val="79999"/>
                </a:scheme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10" name="AutoShape 278"/>
          <p:cNvSpPr>
            <a:spLocks noChangeArrowheads="1"/>
          </p:cNvSpPr>
          <p:nvPr/>
        </p:nvSpPr>
        <p:spPr bwMode="auto">
          <a:xfrm rot="19019877">
            <a:off x="6592969" y="2842028"/>
            <a:ext cx="90487" cy="82153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11" name="AutoShape 279"/>
          <p:cNvSpPr>
            <a:spLocks noChangeArrowheads="1"/>
          </p:cNvSpPr>
          <p:nvPr/>
        </p:nvSpPr>
        <p:spPr bwMode="auto">
          <a:xfrm rot="16500000">
            <a:off x="6596157" y="2840038"/>
            <a:ext cx="80963" cy="87312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chemeClr val="bg1">
                  <a:alpha val="79999"/>
                </a:scheme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12" name="AutoShape 280"/>
          <p:cNvSpPr>
            <a:spLocks noChangeArrowheads="1"/>
          </p:cNvSpPr>
          <p:nvPr/>
        </p:nvSpPr>
        <p:spPr bwMode="auto">
          <a:xfrm rot="19019877">
            <a:off x="6989763" y="2599135"/>
            <a:ext cx="266700" cy="247650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13" name="AutoShape 281"/>
          <p:cNvSpPr>
            <a:spLocks noChangeArrowheads="1"/>
          </p:cNvSpPr>
          <p:nvPr/>
        </p:nvSpPr>
        <p:spPr bwMode="auto">
          <a:xfrm rot="16500000">
            <a:off x="7000280" y="2594571"/>
            <a:ext cx="239316" cy="260350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rgbClr val="66CCFF">
                  <a:alpha val="79999"/>
                </a:srgb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14" name="AutoShape 282"/>
          <p:cNvSpPr>
            <a:spLocks noChangeArrowheads="1"/>
          </p:cNvSpPr>
          <p:nvPr/>
        </p:nvSpPr>
        <p:spPr bwMode="auto">
          <a:xfrm rot="19019877">
            <a:off x="6919919" y="885827"/>
            <a:ext cx="134937" cy="123825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15" name="AutoShape 283"/>
          <p:cNvSpPr>
            <a:spLocks noChangeArrowheads="1"/>
          </p:cNvSpPr>
          <p:nvPr/>
        </p:nvSpPr>
        <p:spPr bwMode="auto">
          <a:xfrm rot="16500000">
            <a:off x="6925567" y="885217"/>
            <a:ext cx="119063" cy="130175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chemeClr val="bg1">
                  <a:alpha val="79999"/>
                </a:scheme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16" name="AutoShape 284"/>
          <p:cNvSpPr>
            <a:spLocks noChangeArrowheads="1"/>
          </p:cNvSpPr>
          <p:nvPr/>
        </p:nvSpPr>
        <p:spPr bwMode="auto">
          <a:xfrm rot="19019877">
            <a:off x="5897563" y="638177"/>
            <a:ext cx="133350" cy="123825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17" name="AutoShape 285"/>
          <p:cNvSpPr>
            <a:spLocks noChangeArrowheads="1"/>
          </p:cNvSpPr>
          <p:nvPr/>
        </p:nvSpPr>
        <p:spPr bwMode="auto">
          <a:xfrm rot="16500000">
            <a:off x="5903218" y="637398"/>
            <a:ext cx="119063" cy="130175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chemeClr val="bg1">
                  <a:alpha val="79999"/>
                </a:scheme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18" name="AutoShape 286"/>
          <p:cNvSpPr>
            <a:spLocks noChangeArrowheads="1"/>
          </p:cNvSpPr>
          <p:nvPr/>
        </p:nvSpPr>
        <p:spPr bwMode="auto">
          <a:xfrm rot="19019877">
            <a:off x="7439025" y="3960121"/>
            <a:ext cx="88900" cy="82154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19" name="AutoShape 287"/>
          <p:cNvSpPr>
            <a:spLocks noChangeArrowheads="1"/>
          </p:cNvSpPr>
          <p:nvPr/>
        </p:nvSpPr>
        <p:spPr bwMode="auto">
          <a:xfrm rot="16500000">
            <a:off x="7441700" y="3957626"/>
            <a:ext cx="82154" cy="87313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chemeClr val="bg1">
                  <a:alpha val="79999"/>
                </a:scheme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20" name="AutoShape 288"/>
          <p:cNvSpPr>
            <a:spLocks noChangeArrowheads="1"/>
          </p:cNvSpPr>
          <p:nvPr/>
        </p:nvSpPr>
        <p:spPr bwMode="auto">
          <a:xfrm rot="19019877">
            <a:off x="6799263" y="3556397"/>
            <a:ext cx="133350" cy="123825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21" name="AutoShape 289"/>
          <p:cNvSpPr>
            <a:spLocks noChangeArrowheads="1"/>
          </p:cNvSpPr>
          <p:nvPr/>
        </p:nvSpPr>
        <p:spPr bwMode="auto">
          <a:xfrm rot="16500000">
            <a:off x="6804321" y="3555195"/>
            <a:ext cx="120254" cy="130175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chemeClr val="bg1">
                  <a:alpha val="79999"/>
                </a:scheme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22" name="AutoShape 290"/>
          <p:cNvSpPr>
            <a:spLocks noChangeArrowheads="1"/>
          </p:cNvSpPr>
          <p:nvPr/>
        </p:nvSpPr>
        <p:spPr bwMode="auto">
          <a:xfrm rot="19019877">
            <a:off x="6883402" y="4131573"/>
            <a:ext cx="90488" cy="83344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23" name="AutoShape 291"/>
          <p:cNvSpPr>
            <a:spLocks noChangeArrowheads="1"/>
          </p:cNvSpPr>
          <p:nvPr/>
        </p:nvSpPr>
        <p:spPr bwMode="auto">
          <a:xfrm rot="16500000">
            <a:off x="6887860" y="4132053"/>
            <a:ext cx="78581" cy="87313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chemeClr val="bg1">
                  <a:alpha val="79999"/>
                </a:scheme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24" name="AutoShape 292"/>
          <p:cNvSpPr>
            <a:spLocks noChangeArrowheads="1"/>
          </p:cNvSpPr>
          <p:nvPr/>
        </p:nvSpPr>
        <p:spPr bwMode="auto">
          <a:xfrm rot="19019877">
            <a:off x="6021388" y="4466035"/>
            <a:ext cx="266700" cy="247650"/>
          </a:xfrm>
          <a:prstGeom prst="star4">
            <a:avLst>
              <a:gd name="adj" fmla="val 17606"/>
            </a:avLst>
          </a:prstGeom>
          <a:gradFill rotWithShape="1">
            <a:gsLst>
              <a:gs pos="0">
                <a:schemeClr val="bg1">
                  <a:alpha val="51999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197925" name="AutoShape 293"/>
          <p:cNvSpPr>
            <a:spLocks noChangeArrowheads="1"/>
          </p:cNvSpPr>
          <p:nvPr/>
        </p:nvSpPr>
        <p:spPr bwMode="auto">
          <a:xfrm rot="16500000">
            <a:off x="6031905" y="4461522"/>
            <a:ext cx="239316" cy="260350"/>
          </a:xfrm>
          <a:prstGeom prst="star4">
            <a:avLst>
              <a:gd name="adj" fmla="val 14370"/>
            </a:avLst>
          </a:prstGeom>
          <a:gradFill rotWithShape="1">
            <a:gsLst>
              <a:gs pos="0">
                <a:srgbClr val="66CCFF">
                  <a:alpha val="79999"/>
                </a:srgbClr>
              </a:gs>
              <a:gs pos="100000">
                <a:schemeClr val="bg1">
                  <a:alpha val="10001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grpSp>
        <p:nvGrpSpPr>
          <p:cNvPr id="198232" name="Group 600"/>
          <p:cNvGrpSpPr>
            <a:grpSpLocks/>
          </p:cNvGrpSpPr>
          <p:nvPr/>
        </p:nvGrpSpPr>
        <p:grpSpPr bwMode="auto">
          <a:xfrm rot="3609254">
            <a:off x="1963744" y="3513535"/>
            <a:ext cx="123825" cy="133350"/>
            <a:chOff x="1292" y="1310"/>
            <a:chExt cx="1900" cy="1900"/>
          </a:xfrm>
        </p:grpSpPr>
        <p:sp>
          <p:nvSpPr>
            <p:cNvPr id="99206" name="AutoShape 601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07" name="AutoShape 602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8235" name="Group 603"/>
          <p:cNvGrpSpPr>
            <a:grpSpLocks/>
          </p:cNvGrpSpPr>
          <p:nvPr/>
        </p:nvGrpSpPr>
        <p:grpSpPr bwMode="auto">
          <a:xfrm rot="3609254">
            <a:off x="2115782" y="3206949"/>
            <a:ext cx="125015" cy="133350"/>
            <a:chOff x="1292" y="1310"/>
            <a:chExt cx="1900" cy="1900"/>
          </a:xfrm>
        </p:grpSpPr>
        <p:sp>
          <p:nvSpPr>
            <p:cNvPr id="99204" name="AutoShape 604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05" name="AutoShape 605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8238" name="Group 606"/>
          <p:cNvGrpSpPr>
            <a:grpSpLocks/>
          </p:cNvGrpSpPr>
          <p:nvPr/>
        </p:nvGrpSpPr>
        <p:grpSpPr bwMode="auto">
          <a:xfrm rot="3609254">
            <a:off x="2718806" y="3220096"/>
            <a:ext cx="82154" cy="90488"/>
            <a:chOff x="1292" y="1310"/>
            <a:chExt cx="1900" cy="1900"/>
          </a:xfrm>
        </p:grpSpPr>
        <p:sp>
          <p:nvSpPr>
            <p:cNvPr id="99202" name="AutoShape 607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03" name="AutoShape 608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8241" name="Group 609"/>
          <p:cNvGrpSpPr>
            <a:grpSpLocks/>
          </p:cNvGrpSpPr>
          <p:nvPr/>
        </p:nvGrpSpPr>
        <p:grpSpPr bwMode="auto">
          <a:xfrm rot="3609254">
            <a:off x="2781323" y="3513535"/>
            <a:ext cx="123825" cy="133350"/>
            <a:chOff x="1292" y="1310"/>
            <a:chExt cx="1900" cy="1900"/>
          </a:xfrm>
        </p:grpSpPr>
        <p:sp>
          <p:nvSpPr>
            <p:cNvPr id="99200" name="AutoShape 610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201" name="AutoShape 611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8244" name="Group 612"/>
          <p:cNvGrpSpPr>
            <a:grpSpLocks/>
          </p:cNvGrpSpPr>
          <p:nvPr/>
        </p:nvGrpSpPr>
        <p:grpSpPr bwMode="auto">
          <a:xfrm rot="3609254">
            <a:off x="2281496" y="3963839"/>
            <a:ext cx="82154" cy="88900"/>
            <a:chOff x="1292" y="1310"/>
            <a:chExt cx="1900" cy="1900"/>
          </a:xfrm>
        </p:grpSpPr>
        <p:sp>
          <p:nvSpPr>
            <p:cNvPr id="99198" name="AutoShape 613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199" name="AutoShape 614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8247" name="Group 615"/>
          <p:cNvGrpSpPr>
            <a:grpSpLocks/>
          </p:cNvGrpSpPr>
          <p:nvPr/>
        </p:nvGrpSpPr>
        <p:grpSpPr bwMode="auto">
          <a:xfrm rot="15600000">
            <a:off x="2193330" y="3803452"/>
            <a:ext cx="125016" cy="133350"/>
            <a:chOff x="1292" y="1310"/>
            <a:chExt cx="1900" cy="1900"/>
          </a:xfrm>
        </p:grpSpPr>
        <p:sp>
          <p:nvSpPr>
            <p:cNvPr id="99196" name="AutoShape 616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197" name="AutoShape 617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198250" name="Group 618"/>
          <p:cNvGrpSpPr>
            <a:grpSpLocks/>
          </p:cNvGrpSpPr>
          <p:nvPr/>
        </p:nvGrpSpPr>
        <p:grpSpPr bwMode="auto">
          <a:xfrm rot="3609254">
            <a:off x="2846071" y="3835848"/>
            <a:ext cx="83344" cy="88900"/>
            <a:chOff x="1292" y="1310"/>
            <a:chExt cx="1900" cy="1900"/>
          </a:xfrm>
        </p:grpSpPr>
        <p:sp>
          <p:nvSpPr>
            <p:cNvPr id="99194" name="AutoShape 619"/>
            <p:cNvSpPr>
              <a:spLocks noChangeArrowheads="1"/>
            </p:cNvSpPr>
            <p:nvPr/>
          </p:nvSpPr>
          <p:spPr bwMode="auto">
            <a:xfrm rot="3419877">
              <a:off x="1292" y="1310"/>
              <a:ext cx="1900" cy="1900"/>
            </a:xfrm>
            <a:prstGeom prst="star4">
              <a:avLst>
                <a:gd name="adj" fmla="val 17606"/>
              </a:avLst>
            </a:prstGeom>
            <a:gradFill rotWithShape="1">
              <a:gsLst>
                <a:gs pos="0">
                  <a:schemeClr val="bg1">
                    <a:alpha val="51999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195" name="AutoShape 620"/>
            <p:cNvSpPr>
              <a:spLocks noChangeArrowheads="1"/>
            </p:cNvSpPr>
            <p:nvPr/>
          </p:nvSpPr>
          <p:spPr bwMode="auto">
            <a:xfrm rot="900000">
              <a:off x="1292" y="1310"/>
              <a:ext cx="1851" cy="1851"/>
            </a:xfrm>
            <a:prstGeom prst="star4">
              <a:avLst>
                <a:gd name="adj" fmla="val 14370"/>
              </a:avLst>
            </a:prstGeom>
            <a:gradFill rotWithShape="1">
              <a:gsLst>
                <a:gs pos="0">
                  <a:schemeClr val="bg1">
                    <a:alpha val="7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sp>
        <p:nvSpPr>
          <p:cNvPr id="98433" name="Freeform 881"/>
          <p:cNvSpPr>
            <a:spLocks/>
          </p:cNvSpPr>
          <p:nvPr/>
        </p:nvSpPr>
        <p:spPr bwMode="auto">
          <a:xfrm rot="21004102">
            <a:off x="8221903" y="-1987153"/>
            <a:ext cx="1290637" cy="1322785"/>
          </a:xfrm>
          <a:custGeom>
            <a:avLst/>
            <a:gdLst>
              <a:gd name="T0" fmla="*/ 2147483647 w 98"/>
              <a:gd name="T1" fmla="*/ 2147483647 h 109"/>
              <a:gd name="T2" fmla="*/ 2147483647 w 98"/>
              <a:gd name="T3" fmla="*/ 2147483647 h 109"/>
              <a:gd name="T4" fmla="*/ 2147483647 w 98"/>
              <a:gd name="T5" fmla="*/ 2147483647 h 109"/>
              <a:gd name="T6" fmla="*/ 2147483647 w 98"/>
              <a:gd name="T7" fmla="*/ 2147483647 h 109"/>
              <a:gd name="T8" fmla="*/ 2147483647 w 98"/>
              <a:gd name="T9" fmla="*/ 2147483647 h 109"/>
              <a:gd name="T10" fmla="*/ 2147483647 w 98"/>
              <a:gd name="T11" fmla="*/ 2147483647 h 109"/>
              <a:gd name="T12" fmla="*/ 2147483647 w 98"/>
              <a:gd name="T13" fmla="*/ 2147483647 h 109"/>
              <a:gd name="T14" fmla="*/ 2147483647 w 98"/>
              <a:gd name="T15" fmla="*/ 2147483647 h 109"/>
              <a:gd name="T16" fmla="*/ 2147483647 w 98"/>
              <a:gd name="T17" fmla="*/ 2147483647 h 109"/>
              <a:gd name="T18" fmla="*/ 2147483647 w 98"/>
              <a:gd name="T19" fmla="*/ 2147483647 h 109"/>
              <a:gd name="T20" fmla="*/ 2147483647 w 98"/>
              <a:gd name="T21" fmla="*/ 2147483647 h 109"/>
              <a:gd name="T22" fmla="*/ 2147483647 w 98"/>
              <a:gd name="T23" fmla="*/ 2147483647 h 109"/>
              <a:gd name="T24" fmla="*/ 2147483647 w 98"/>
              <a:gd name="T25" fmla="*/ 2147483647 h 109"/>
              <a:gd name="T26" fmla="*/ 2147483647 w 98"/>
              <a:gd name="T27" fmla="*/ 2147483647 h 109"/>
              <a:gd name="T28" fmla="*/ 2147483647 w 98"/>
              <a:gd name="T29" fmla="*/ 2147483647 h 109"/>
              <a:gd name="T30" fmla="*/ 2147483647 w 98"/>
              <a:gd name="T31" fmla="*/ 2147483647 h 109"/>
              <a:gd name="T32" fmla="*/ 2147483647 w 98"/>
              <a:gd name="T33" fmla="*/ 2147483647 h 109"/>
              <a:gd name="T34" fmla="*/ 2147483647 w 98"/>
              <a:gd name="T35" fmla="*/ 2147483647 h 109"/>
              <a:gd name="T36" fmla="*/ 2147483647 w 98"/>
              <a:gd name="T37" fmla="*/ 2147483647 h 109"/>
              <a:gd name="T38" fmla="*/ 2147483647 w 98"/>
              <a:gd name="T39" fmla="*/ 2147483647 h 109"/>
              <a:gd name="T40" fmla="*/ 2147483647 w 98"/>
              <a:gd name="T41" fmla="*/ 2147483647 h 109"/>
              <a:gd name="T42" fmla="*/ 2147483647 w 98"/>
              <a:gd name="T43" fmla="*/ 2147483647 h 109"/>
              <a:gd name="T44" fmla="*/ 2147483647 w 98"/>
              <a:gd name="T45" fmla="*/ 2147483647 h 109"/>
              <a:gd name="T46" fmla="*/ 2147483647 w 98"/>
              <a:gd name="T47" fmla="*/ 2147483647 h 109"/>
              <a:gd name="T48" fmla="*/ 2147483647 w 98"/>
              <a:gd name="T49" fmla="*/ 2147483647 h 109"/>
              <a:gd name="T50" fmla="*/ 2147483647 w 98"/>
              <a:gd name="T51" fmla="*/ 2147483647 h 109"/>
              <a:gd name="T52" fmla="*/ 2147483647 w 98"/>
              <a:gd name="T53" fmla="*/ 2147483647 h 109"/>
              <a:gd name="T54" fmla="*/ 2147483647 w 98"/>
              <a:gd name="T55" fmla="*/ 2147483647 h 109"/>
              <a:gd name="T56" fmla="*/ 2147483647 w 98"/>
              <a:gd name="T57" fmla="*/ 2147483647 h 109"/>
              <a:gd name="T58" fmla="*/ 2147483647 w 98"/>
              <a:gd name="T59" fmla="*/ 2147483647 h 109"/>
              <a:gd name="T60" fmla="*/ 2147483647 w 98"/>
              <a:gd name="T61" fmla="*/ 2147483647 h 109"/>
              <a:gd name="T62" fmla="*/ 2147483647 w 98"/>
              <a:gd name="T63" fmla="*/ 2147483647 h 109"/>
              <a:gd name="T64" fmla="*/ 2147483647 w 98"/>
              <a:gd name="T65" fmla="*/ 2147483647 h 109"/>
              <a:gd name="T66" fmla="*/ 2147483647 w 98"/>
              <a:gd name="T67" fmla="*/ 2147483647 h 109"/>
              <a:gd name="T68" fmla="*/ 2147483647 w 98"/>
              <a:gd name="T69" fmla="*/ 2147483647 h 109"/>
              <a:gd name="T70" fmla="*/ 2147483647 w 98"/>
              <a:gd name="T71" fmla="*/ 2147483647 h 109"/>
              <a:gd name="T72" fmla="*/ 2147483647 w 98"/>
              <a:gd name="T73" fmla="*/ 2147483647 h 109"/>
              <a:gd name="T74" fmla="*/ 0 w 98"/>
              <a:gd name="T75" fmla="*/ 2147483647 h 109"/>
              <a:gd name="T76" fmla="*/ 0 w 98"/>
              <a:gd name="T77" fmla="*/ 2147483647 h 109"/>
              <a:gd name="T78" fmla="*/ 0 w 98"/>
              <a:gd name="T79" fmla="*/ 2147483647 h 109"/>
              <a:gd name="T80" fmla="*/ 2147483647 w 98"/>
              <a:gd name="T81" fmla="*/ 2147483647 h 109"/>
              <a:gd name="T82" fmla="*/ 2147483647 w 98"/>
              <a:gd name="T83" fmla="*/ 2147483647 h 109"/>
              <a:gd name="T84" fmla="*/ 2147483647 w 98"/>
              <a:gd name="T85" fmla="*/ 2147483647 h 109"/>
              <a:gd name="T86" fmla="*/ 2147483647 w 98"/>
              <a:gd name="T87" fmla="*/ 2147483647 h 109"/>
              <a:gd name="T88" fmla="*/ 2147483647 w 98"/>
              <a:gd name="T89" fmla="*/ 2147483647 h 109"/>
              <a:gd name="T90" fmla="*/ 2147483647 w 98"/>
              <a:gd name="T91" fmla="*/ 2147483647 h 109"/>
              <a:gd name="T92" fmla="*/ 2147483647 w 98"/>
              <a:gd name="T93" fmla="*/ 2147483647 h 109"/>
              <a:gd name="T94" fmla="*/ 2147483647 w 98"/>
              <a:gd name="T95" fmla="*/ 2147483647 h 109"/>
              <a:gd name="T96" fmla="*/ 2147483647 w 98"/>
              <a:gd name="T97" fmla="*/ 2147483647 h 109"/>
              <a:gd name="T98" fmla="*/ 2147483647 w 98"/>
              <a:gd name="T99" fmla="*/ 2147483647 h 109"/>
              <a:gd name="T100" fmla="*/ 2147483647 w 98"/>
              <a:gd name="T101" fmla="*/ 2147483647 h 109"/>
              <a:gd name="T102" fmla="*/ 2147483647 w 98"/>
              <a:gd name="T103" fmla="*/ 2147483647 h 109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98" h="109">
                <a:moveTo>
                  <a:pt x="6" y="3"/>
                </a:moveTo>
                <a:cubicBezTo>
                  <a:pt x="9" y="4"/>
                  <a:pt x="13" y="10"/>
                  <a:pt x="16" y="13"/>
                </a:cubicBezTo>
                <a:cubicBezTo>
                  <a:pt x="20" y="17"/>
                  <a:pt x="24" y="18"/>
                  <a:pt x="28" y="22"/>
                </a:cubicBezTo>
                <a:cubicBezTo>
                  <a:pt x="31" y="27"/>
                  <a:pt x="34" y="31"/>
                  <a:pt x="38" y="35"/>
                </a:cubicBezTo>
                <a:cubicBezTo>
                  <a:pt x="42" y="38"/>
                  <a:pt x="45" y="42"/>
                  <a:pt x="49" y="46"/>
                </a:cubicBezTo>
                <a:cubicBezTo>
                  <a:pt x="53" y="51"/>
                  <a:pt x="56" y="57"/>
                  <a:pt x="60" y="62"/>
                </a:cubicBezTo>
                <a:cubicBezTo>
                  <a:pt x="63" y="67"/>
                  <a:pt x="67" y="71"/>
                  <a:pt x="70" y="75"/>
                </a:cubicBezTo>
                <a:cubicBezTo>
                  <a:pt x="73" y="79"/>
                  <a:pt x="77" y="81"/>
                  <a:pt x="80" y="85"/>
                </a:cubicBezTo>
                <a:cubicBezTo>
                  <a:pt x="83" y="88"/>
                  <a:pt x="86" y="93"/>
                  <a:pt x="89" y="97"/>
                </a:cubicBezTo>
                <a:cubicBezTo>
                  <a:pt x="91" y="99"/>
                  <a:pt x="92" y="101"/>
                  <a:pt x="94" y="103"/>
                </a:cubicBezTo>
                <a:cubicBezTo>
                  <a:pt x="95" y="104"/>
                  <a:pt x="97" y="105"/>
                  <a:pt x="97" y="106"/>
                </a:cubicBezTo>
                <a:cubicBezTo>
                  <a:pt x="98" y="109"/>
                  <a:pt x="97" y="107"/>
                  <a:pt x="96" y="107"/>
                </a:cubicBezTo>
                <a:cubicBezTo>
                  <a:pt x="93" y="107"/>
                  <a:pt x="90" y="104"/>
                  <a:pt x="88" y="102"/>
                </a:cubicBezTo>
                <a:cubicBezTo>
                  <a:pt x="86" y="101"/>
                  <a:pt x="83" y="101"/>
                  <a:pt x="81" y="99"/>
                </a:cubicBezTo>
                <a:cubicBezTo>
                  <a:pt x="76" y="95"/>
                  <a:pt x="73" y="90"/>
                  <a:pt x="69" y="85"/>
                </a:cubicBezTo>
                <a:cubicBezTo>
                  <a:pt x="65" y="80"/>
                  <a:pt x="60" y="74"/>
                  <a:pt x="56" y="71"/>
                </a:cubicBezTo>
                <a:cubicBezTo>
                  <a:pt x="56" y="73"/>
                  <a:pt x="58" y="77"/>
                  <a:pt x="59" y="78"/>
                </a:cubicBezTo>
                <a:cubicBezTo>
                  <a:pt x="60" y="81"/>
                  <a:pt x="61" y="84"/>
                  <a:pt x="63" y="87"/>
                </a:cubicBezTo>
                <a:cubicBezTo>
                  <a:pt x="59" y="86"/>
                  <a:pt x="54" y="77"/>
                  <a:pt x="52" y="73"/>
                </a:cubicBezTo>
                <a:cubicBezTo>
                  <a:pt x="50" y="70"/>
                  <a:pt x="48" y="67"/>
                  <a:pt x="46" y="64"/>
                </a:cubicBezTo>
                <a:cubicBezTo>
                  <a:pt x="45" y="61"/>
                  <a:pt x="43" y="56"/>
                  <a:pt x="41" y="56"/>
                </a:cubicBezTo>
                <a:cubicBezTo>
                  <a:pt x="40" y="59"/>
                  <a:pt x="43" y="65"/>
                  <a:pt x="44" y="68"/>
                </a:cubicBezTo>
                <a:cubicBezTo>
                  <a:pt x="44" y="69"/>
                  <a:pt x="45" y="72"/>
                  <a:pt x="43" y="72"/>
                </a:cubicBezTo>
                <a:cubicBezTo>
                  <a:pt x="42" y="71"/>
                  <a:pt x="41" y="67"/>
                  <a:pt x="41" y="66"/>
                </a:cubicBezTo>
                <a:cubicBezTo>
                  <a:pt x="39" y="61"/>
                  <a:pt x="36" y="57"/>
                  <a:pt x="34" y="52"/>
                </a:cubicBezTo>
                <a:cubicBezTo>
                  <a:pt x="32" y="49"/>
                  <a:pt x="30" y="44"/>
                  <a:pt x="27" y="42"/>
                </a:cubicBezTo>
                <a:cubicBezTo>
                  <a:pt x="27" y="46"/>
                  <a:pt x="30" y="51"/>
                  <a:pt x="31" y="54"/>
                </a:cubicBezTo>
                <a:cubicBezTo>
                  <a:pt x="32" y="57"/>
                  <a:pt x="34" y="66"/>
                  <a:pt x="30" y="60"/>
                </a:cubicBezTo>
                <a:cubicBezTo>
                  <a:pt x="28" y="58"/>
                  <a:pt x="28" y="55"/>
                  <a:pt x="26" y="53"/>
                </a:cubicBezTo>
                <a:cubicBezTo>
                  <a:pt x="25" y="52"/>
                  <a:pt x="23" y="52"/>
                  <a:pt x="22" y="50"/>
                </a:cubicBezTo>
                <a:cubicBezTo>
                  <a:pt x="20" y="48"/>
                  <a:pt x="20" y="47"/>
                  <a:pt x="20" y="45"/>
                </a:cubicBezTo>
                <a:cubicBezTo>
                  <a:pt x="19" y="42"/>
                  <a:pt x="18" y="40"/>
                  <a:pt x="17" y="39"/>
                </a:cubicBezTo>
                <a:cubicBezTo>
                  <a:pt x="16" y="40"/>
                  <a:pt x="17" y="45"/>
                  <a:pt x="15" y="46"/>
                </a:cubicBezTo>
                <a:cubicBezTo>
                  <a:pt x="13" y="48"/>
                  <a:pt x="11" y="43"/>
                  <a:pt x="11" y="42"/>
                </a:cubicBezTo>
                <a:cubicBezTo>
                  <a:pt x="9" y="39"/>
                  <a:pt x="9" y="39"/>
                  <a:pt x="7" y="38"/>
                </a:cubicBezTo>
                <a:cubicBezTo>
                  <a:pt x="5" y="37"/>
                  <a:pt x="3" y="34"/>
                  <a:pt x="1" y="33"/>
                </a:cubicBezTo>
                <a:cubicBezTo>
                  <a:pt x="2" y="31"/>
                  <a:pt x="2" y="30"/>
                  <a:pt x="1" y="28"/>
                </a:cubicBezTo>
                <a:cubicBezTo>
                  <a:pt x="1" y="28"/>
                  <a:pt x="0" y="28"/>
                  <a:pt x="0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2" y="18"/>
                  <a:pt x="2" y="21"/>
                  <a:pt x="5" y="24"/>
                </a:cubicBezTo>
                <a:cubicBezTo>
                  <a:pt x="7" y="26"/>
                  <a:pt x="8" y="30"/>
                  <a:pt x="11" y="31"/>
                </a:cubicBezTo>
                <a:cubicBezTo>
                  <a:pt x="10" y="28"/>
                  <a:pt x="8" y="26"/>
                  <a:pt x="8" y="24"/>
                </a:cubicBezTo>
                <a:cubicBezTo>
                  <a:pt x="10" y="22"/>
                  <a:pt x="11" y="27"/>
                  <a:pt x="13" y="29"/>
                </a:cubicBezTo>
                <a:cubicBezTo>
                  <a:pt x="14" y="30"/>
                  <a:pt x="15" y="31"/>
                  <a:pt x="16" y="32"/>
                </a:cubicBezTo>
                <a:cubicBezTo>
                  <a:pt x="18" y="34"/>
                  <a:pt x="17" y="36"/>
                  <a:pt x="19" y="35"/>
                </a:cubicBezTo>
                <a:cubicBezTo>
                  <a:pt x="19" y="32"/>
                  <a:pt x="17" y="29"/>
                  <a:pt x="16" y="26"/>
                </a:cubicBezTo>
                <a:cubicBezTo>
                  <a:pt x="14" y="23"/>
                  <a:pt x="10" y="21"/>
                  <a:pt x="9" y="17"/>
                </a:cubicBezTo>
                <a:cubicBezTo>
                  <a:pt x="9" y="14"/>
                  <a:pt x="9" y="12"/>
                  <a:pt x="7" y="9"/>
                </a:cubicBezTo>
                <a:cubicBezTo>
                  <a:pt x="6" y="7"/>
                  <a:pt x="2" y="3"/>
                  <a:pt x="2" y="1"/>
                </a:cubicBezTo>
                <a:cubicBezTo>
                  <a:pt x="3" y="0"/>
                  <a:pt x="4" y="1"/>
                  <a:pt x="5" y="1"/>
                </a:cubicBezTo>
                <a:lnTo>
                  <a:pt x="6" y="3"/>
                </a:lnTo>
                <a:close/>
              </a:path>
            </a:pathLst>
          </a:custGeom>
          <a:solidFill>
            <a:srgbClr val="D6D6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58" tIns="30732" rIns="61458" bIns="30732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8434" name="Freeform 925"/>
          <p:cNvSpPr>
            <a:spLocks/>
          </p:cNvSpPr>
          <p:nvPr/>
        </p:nvSpPr>
        <p:spPr bwMode="auto">
          <a:xfrm rot="21004102">
            <a:off x="8531273" y="-1989535"/>
            <a:ext cx="1922463" cy="1591866"/>
          </a:xfrm>
          <a:custGeom>
            <a:avLst/>
            <a:gdLst>
              <a:gd name="T0" fmla="*/ 2147483647 w 146"/>
              <a:gd name="T1" fmla="*/ 2147483647 h 131"/>
              <a:gd name="T2" fmla="*/ 2147483647 w 146"/>
              <a:gd name="T3" fmla="*/ 2147483647 h 131"/>
              <a:gd name="T4" fmla="*/ 2147483647 w 146"/>
              <a:gd name="T5" fmla="*/ 2147483647 h 131"/>
              <a:gd name="T6" fmla="*/ 2147483647 w 146"/>
              <a:gd name="T7" fmla="*/ 2147483647 h 131"/>
              <a:gd name="T8" fmla="*/ 2147483647 w 146"/>
              <a:gd name="T9" fmla="*/ 2147483647 h 131"/>
              <a:gd name="T10" fmla="*/ 2147483647 w 146"/>
              <a:gd name="T11" fmla="*/ 2147483647 h 131"/>
              <a:gd name="T12" fmla="*/ 2147483647 w 146"/>
              <a:gd name="T13" fmla="*/ 2147483647 h 131"/>
              <a:gd name="T14" fmla="*/ 2147483647 w 146"/>
              <a:gd name="T15" fmla="*/ 2147483647 h 131"/>
              <a:gd name="T16" fmla="*/ 2147483647 w 146"/>
              <a:gd name="T17" fmla="*/ 2147483647 h 13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46" h="131">
                <a:moveTo>
                  <a:pt x="16" y="24"/>
                </a:moveTo>
                <a:cubicBezTo>
                  <a:pt x="16" y="24"/>
                  <a:pt x="67" y="99"/>
                  <a:pt x="93" y="115"/>
                </a:cubicBezTo>
                <a:cubicBezTo>
                  <a:pt x="93" y="115"/>
                  <a:pt x="120" y="130"/>
                  <a:pt x="131" y="129"/>
                </a:cubicBezTo>
                <a:cubicBezTo>
                  <a:pt x="131" y="129"/>
                  <a:pt x="146" y="131"/>
                  <a:pt x="133" y="125"/>
                </a:cubicBezTo>
                <a:cubicBezTo>
                  <a:pt x="133" y="125"/>
                  <a:pt x="124" y="120"/>
                  <a:pt x="119" y="117"/>
                </a:cubicBezTo>
                <a:cubicBezTo>
                  <a:pt x="119" y="117"/>
                  <a:pt x="76" y="87"/>
                  <a:pt x="30" y="33"/>
                </a:cubicBezTo>
                <a:cubicBezTo>
                  <a:pt x="30" y="33"/>
                  <a:pt x="5" y="5"/>
                  <a:pt x="2" y="2"/>
                </a:cubicBezTo>
                <a:cubicBezTo>
                  <a:pt x="2" y="2"/>
                  <a:pt x="0" y="0"/>
                  <a:pt x="4" y="6"/>
                </a:cubicBezTo>
                <a:cubicBezTo>
                  <a:pt x="4" y="6"/>
                  <a:pt x="11" y="18"/>
                  <a:pt x="16" y="24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58" tIns="30732" rIns="61458" bIns="30732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8435" name="Freeform 926"/>
          <p:cNvSpPr>
            <a:spLocks/>
          </p:cNvSpPr>
          <p:nvPr/>
        </p:nvSpPr>
        <p:spPr bwMode="auto">
          <a:xfrm rot="21004102">
            <a:off x="8939239" y="-1603772"/>
            <a:ext cx="1487487" cy="1203722"/>
          </a:xfrm>
          <a:custGeom>
            <a:avLst/>
            <a:gdLst>
              <a:gd name="T0" fmla="*/ 2147483647 w 113"/>
              <a:gd name="T1" fmla="*/ 2147483647 h 99"/>
              <a:gd name="T2" fmla="*/ 2147483647 w 113"/>
              <a:gd name="T3" fmla="*/ 2147483647 h 99"/>
              <a:gd name="T4" fmla="*/ 2147483647 w 113"/>
              <a:gd name="T5" fmla="*/ 2147483647 h 99"/>
              <a:gd name="T6" fmla="*/ 2147483647 w 113"/>
              <a:gd name="T7" fmla="*/ 2147483647 h 99"/>
              <a:gd name="T8" fmla="*/ 2147483647 w 113"/>
              <a:gd name="T9" fmla="*/ 2147483647 h 99"/>
              <a:gd name="T10" fmla="*/ 2147483647 w 113"/>
              <a:gd name="T11" fmla="*/ 2147483647 h 99"/>
              <a:gd name="T12" fmla="*/ 2147483647 w 113"/>
              <a:gd name="T13" fmla="*/ 2147483647 h 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3" h="99">
                <a:moveTo>
                  <a:pt x="4" y="8"/>
                </a:moveTo>
                <a:cubicBezTo>
                  <a:pt x="4" y="8"/>
                  <a:pt x="47" y="70"/>
                  <a:pt x="68" y="82"/>
                </a:cubicBezTo>
                <a:cubicBezTo>
                  <a:pt x="68" y="82"/>
                  <a:pt x="88" y="97"/>
                  <a:pt x="104" y="96"/>
                </a:cubicBezTo>
                <a:cubicBezTo>
                  <a:pt x="104" y="96"/>
                  <a:pt x="113" y="99"/>
                  <a:pt x="107" y="94"/>
                </a:cubicBezTo>
                <a:cubicBezTo>
                  <a:pt x="107" y="94"/>
                  <a:pt x="103" y="91"/>
                  <a:pt x="99" y="90"/>
                </a:cubicBezTo>
                <a:cubicBezTo>
                  <a:pt x="99" y="90"/>
                  <a:pt x="47" y="56"/>
                  <a:pt x="12" y="13"/>
                </a:cubicBezTo>
                <a:cubicBezTo>
                  <a:pt x="12" y="13"/>
                  <a:pt x="0" y="0"/>
                  <a:pt x="4" y="8"/>
                </a:cubicBezTo>
                <a:close/>
              </a:path>
            </a:pathLst>
          </a:custGeom>
          <a:solidFill>
            <a:srgbClr val="4F4F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58" tIns="30732" rIns="61458" bIns="30732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198573" name="Group 941"/>
          <p:cNvGrpSpPr>
            <a:grpSpLocks/>
          </p:cNvGrpSpPr>
          <p:nvPr/>
        </p:nvGrpSpPr>
        <p:grpSpPr bwMode="auto">
          <a:xfrm>
            <a:off x="-896938" y="-1148953"/>
            <a:ext cx="1984376" cy="1007269"/>
            <a:chOff x="19364" y="2733"/>
            <a:chExt cx="2017" cy="1111"/>
          </a:xfrm>
        </p:grpSpPr>
        <p:sp>
          <p:nvSpPr>
            <p:cNvPr id="99078" name="Freeform 942"/>
            <p:cNvSpPr>
              <a:spLocks/>
            </p:cNvSpPr>
            <p:nvPr/>
          </p:nvSpPr>
          <p:spPr bwMode="auto">
            <a:xfrm>
              <a:off x="19364" y="3297"/>
              <a:ext cx="884" cy="214"/>
            </a:xfrm>
            <a:custGeom>
              <a:avLst/>
              <a:gdLst>
                <a:gd name="T0" fmla="*/ 28023 w 157"/>
                <a:gd name="T1" fmla="*/ 5896 h 38"/>
                <a:gd name="T2" fmla="*/ 26948 w 157"/>
                <a:gd name="T3" fmla="*/ 6060 h 38"/>
                <a:gd name="T4" fmla="*/ 26058 w 157"/>
                <a:gd name="T5" fmla="*/ 5896 h 38"/>
                <a:gd name="T6" fmla="*/ 25360 w 157"/>
                <a:gd name="T7" fmla="*/ 5710 h 38"/>
                <a:gd name="T8" fmla="*/ 24634 w 157"/>
                <a:gd name="T9" fmla="*/ 5710 h 38"/>
                <a:gd name="T10" fmla="*/ 23744 w 157"/>
                <a:gd name="T11" fmla="*/ 5361 h 38"/>
                <a:gd name="T12" fmla="*/ 23018 w 157"/>
                <a:gd name="T13" fmla="*/ 5361 h 38"/>
                <a:gd name="T14" fmla="*/ 22669 w 157"/>
                <a:gd name="T15" fmla="*/ 5361 h 38"/>
                <a:gd name="T16" fmla="*/ 21779 w 157"/>
                <a:gd name="T17" fmla="*/ 5553 h 38"/>
                <a:gd name="T18" fmla="*/ 20895 w 157"/>
                <a:gd name="T19" fmla="*/ 5553 h 38"/>
                <a:gd name="T20" fmla="*/ 20546 w 157"/>
                <a:gd name="T21" fmla="*/ 5553 h 38"/>
                <a:gd name="T22" fmla="*/ 19623 w 157"/>
                <a:gd name="T23" fmla="*/ 5170 h 38"/>
                <a:gd name="T24" fmla="*/ 19273 w 157"/>
                <a:gd name="T25" fmla="*/ 5361 h 38"/>
                <a:gd name="T26" fmla="*/ 18581 w 157"/>
                <a:gd name="T27" fmla="*/ 5553 h 38"/>
                <a:gd name="T28" fmla="*/ 18198 w 157"/>
                <a:gd name="T29" fmla="*/ 5170 h 38"/>
                <a:gd name="T30" fmla="*/ 16773 w 157"/>
                <a:gd name="T31" fmla="*/ 4821 h 38"/>
                <a:gd name="T32" fmla="*/ 15692 w 157"/>
                <a:gd name="T33" fmla="*/ 4629 h 38"/>
                <a:gd name="T34" fmla="*/ 14268 w 157"/>
                <a:gd name="T35" fmla="*/ 5012 h 38"/>
                <a:gd name="T36" fmla="*/ 13378 w 157"/>
                <a:gd name="T37" fmla="*/ 4821 h 38"/>
                <a:gd name="T38" fmla="*/ 12680 w 157"/>
                <a:gd name="T39" fmla="*/ 4821 h 38"/>
                <a:gd name="T40" fmla="*/ 11413 w 157"/>
                <a:gd name="T41" fmla="*/ 4471 h 38"/>
                <a:gd name="T42" fmla="*/ 11064 w 157"/>
                <a:gd name="T43" fmla="*/ 4122 h 38"/>
                <a:gd name="T44" fmla="*/ 10366 w 157"/>
                <a:gd name="T45" fmla="*/ 4280 h 38"/>
                <a:gd name="T46" fmla="*/ 9290 w 157"/>
                <a:gd name="T47" fmla="*/ 3931 h 38"/>
                <a:gd name="T48" fmla="*/ 8558 w 157"/>
                <a:gd name="T49" fmla="*/ 3745 h 38"/>
                <a:gd name="T50" fmla="*/ 8024 w 157"/>
                <a:gd name="T51" fmla="*/ 3745 h 38"/>
                <a:gd name="T52" fmla="*/ 7674 w 157"/>
                <a:gd name="T53" fmla="*/ 3582 h 38"/>
                <a:gd name="T54" fmla="*/ 6785 w 157"/>
                <a:gd name="T55" fmla="*/ 3204 h 38"/>
                <a:gd name="T56" fmla="*/ 6593 w 157"/>
                <a:gd name="T57" fmla="*/ 3047 h 38"/>
                <a:gd name="T58" fmla="*/ 5169 w 157"/>
                <a:gd name="T59" fmla="*/ 2506 h 38"/>
                <a:gd name="T60" fmla="*/ 4820 w 157"/>
                <a:gd name="T61" fmla="*/ 2315 h 38"/>
                <a:gd name="T62" fmla="*/ 541 w 157"/>
                <a:gd name="T63" fmla="*/ 732 h 38"/>
                <a:gd name="T64" fmla="*/ 1616 w 157"/>
                <a:gd name="T65" fmla="*/ 732 h 38"/>
                <a:gd name="T66" fmla="*/ 6436 w 157"/>
                <a:gd name="T67" fmla="*/ 1965 h 38"/>
                <a:gd name="T68" fmla="*/ 11064 w 157"/>
                <a:gd name="T69" fmla="*/ 1425 h 38"/>
                <a:gd name="T70" fmla="*/ 26407 w 157"/>
                <a:gd name="T71" fmla="*/ 1616 h 38"/>
                <a:gd name="T72" fmla="*/ 28023 w 157"/>
                <a:gd name="T73" fmla="*/ 5896 h 3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57" h="38">
                  <a:moveTo>
                    <a:pt x="157" y="33"/>
                  </a:moveTo>
                  <a:cubicBezTo>
                    <a:pt x="157" y="33"/>
                    <a:pt x="154" y="38"/>
                    <a:pt x="151" y="34"/>
                  </a:cubicBezTo>
                  <a:cubicBezTo>
                    <a:pt x="151" y="34"/>
                    <a:pt x="148" y="35"/>
                    <a:pt x="146" y="33"/>
                  </a:cubicBezTo>
                  <a:cubicBezTo>
                    <a:pt x="146" y="33"/>
                    <a:pt x="143" y="35"/>
                    <a:pt x="142" y="32"/>
                  </a:cubicBezTo>
                  <a:cubicBezTo>
                    <a:pt x="142" y="32"/>
                    <a:pt x="142" y="38"/>
                    <a:pt x="138" y="32"/>
                  </a:cubicBezTo>
                  <a:cubicBezTo>
                    <a:pt x="138" y="32"/>
                    <a:pt x="138" y="35"/>
                    <a:pt x="133" y="30"/>
                  </a:cubicBezTo>
                  <a:cubicBezTo>
                    <a:pt x="133" y="30"/>
                    <a:pt x="131" y="31"/>
                    <a:pt x="129" y="30"/>
                  </a:cubicBezTo>
                  <a:cubicBezTo>
                    <a:pt x="129" y="30"/>
                    <a:pt x="128" y="28"/>
                    <a:pt x="127" y="30"/>
                  </a:cubicBezTo>
                  <a:cubicBezTo>
                    <a:pt x="127" y="30"/>
                    <a:pt x="124" y="33"/>
                    <a:pt x="122" y="31"/>
                  </a:cubicBezTo>
                  <a:cubicBezTo>
                    <a:pt x="122" y="31"/>
                    <a:pt x="119" y="34"/>
                    <a:pt x="117" y="31"/>
                  </a:cubicBezTo>
                  <a:cubicBezTo>
                    <a:pt x="117" y="31"/>
                    <a:pt x="116" y="30"/>
                    <a:pt x="115" y="31"/>
                  </a:cubicBezTo>
                  <a:cubicBezTo>
                    <a:pt x="115" y="31"/>
                    <a:pt x="116" y="34"/>
                    <a:pt x="110" y="29"/>
                  </a:cubicBezTo>
                  <a:cubicBezTo>
                    <a:pt x="110" y="29"/>
                    <a:pt x="109" y="29"/>
                    <a:pt x="108" y="30"/>
                  </a:cubicBezTo>
                  <a:cubicBezTo>
                    <a:pt x="108" y="30"/>
                    <a:pt x="107" y="34"/>
                    <a:pt x="104" y="31"/>
                  </a:cubicBezTo>
                  <a:cubicBezTo>
                    <a:pt x="104" y="31"/>
                    <a:pt x="103" y="28"/>
                    <a:pt x="102" y="29"/>
                  </a:cubicBezTo>
                  <a:cubicBezTo>
                    <a:pt x="102" y="29"/>
                    <a:pt x="96" y="30"/>
                    <a:pt x="94" y="27"/>
                  </a:cubicBezTo>
                  <a:cubicBezTo>
                    <a:pt x="94" y="27"/>
                    <a:pt x="88" y="28"/>
                    <a:pt x="88" y="26"/>
                  </a:cubicBezTo>
                  <a:cubicBezTo>
                    <a:pt x="88" y="26"/>
                    <a:pt x="81" y="30"/>
                    <a:pt x="80" y="28"/>
                  </a:cubicBezTo>
                  <a:cubicBezTo>
                    <a:pt x="80" y="28"/>
                    <a:pt x="75" y="30"/>
                    <a:pt x="75" y="27"/>
                  </a:cubicBezTo>
                  <a:cubicBezTo>
                    <a:pt x="75" y="27"/>
                    <a:pt x="71" y="28"/>
                    <a:pt x="71" y="27"/>
                  </a:cubicBezTo>
                  <a:cubicBezTo>
                    <a:pt x="71" y="27"/>
                    <a:pt x="64" y="27"/>
                    <a:pt x="64" y="25"/>
                  </a:cubicBezTo>
                  <a:cubicBezTo>
                    <a:pt x="64" y="25"/>
                    <a:pt x="66" y="21"/>
                    <a:pt x="62" y="23"/>
                  </a:cubicBezTo>
                  <a:cubicBezTo>
                    <a:pt x="62" y="23"/>
                    <a:pt x="59" y="26"/>
                    <a:pt x="58" y="24"/>
                  </a:cubicBezTo>
                  <a:cubicBezTo>
                    <a:pt x="58" y="24"/>
                    <a:pt x="53" y="25"/>
                    <a:pt x="52" y="22"/>
                  </a:cubicBezTo>
                  <a:cubicBezTo>
                    <a:pt x="52" y="22"/>
                    <a:pt x="47" y="23"/>
                    <a:pt x="48" y="21"/>
                  </a:cubicBezTo>
                  <a:cubicBezTo>
                    <a:pt x="48" y="21"/>
                    <a:pt x="48" y="20"/>
                    <a:pt x="45" y="21"/>
                  </a:cubicBezTo>
                  <a:cubicBezTo>
                    <a:pt x="45" y="21"/>
                    <a:pt x="41" y="21"/>
                    <a:pt x="43" y="20"/>
                  </a:cubicBezTo>
                  <a:cubicBezTo>
                    <a:pt x="43" y="20"/>
                    <a:pt x="34" y="20"/>
                    <a:pt x="38" y="18"/>
                  </a:cubicBezTo>
                  <a:cubicBezTo>
                    <a:pt x="38" y="18"/>
                    <a:pt x="40" y="16"/>
                    <a:pt x="37" y="17"/>
                  </a:cubicBezTo>
                  <a:cubicBezTo>
                    <a:pt x="37" y="17"/>
                    <a:pt x="29" y="16"/>
                    <a:pt x="29" y="14"/>
                  </a:cubicBezTo>
                  <a:cubicBezTo>
                    <a:pt x="29" y="14"/>
                    <a:pt x="29" y="12"/>
                    <a:pt x="27" y="13"/>
                  </a:cubicBezTo>
                  <a:cubicBezTo>
                    <a:pt x="27" y="13"/>
                    <a:pt x="6" y="10"/>
                    <a:pt x="3" y="4"/>
                  </a:cubicBezTo>
                  <a:cubicBezTo>
                    <a:pt x="3" y="4"/>
                    <a:pt x="0" y="1"/>
                    <a:pt x="9" y="4"/>
                  </a:cubicBezTo>
                  <a:cubicBezTo>
                    <a:pt x="9" y="4"/>
                    <a:pt x="18" y="9"/>
                    <a:pt x="36" y="11"/>
                  </a:cubicBezTo>
                  <a:cubicBezTo>
                    <a:pt x="36" y="11"/>
                    <a:pt x="53" y="9"/>
                    <a:pt x="62" y="8"/>
                  </a:cubicBezTo>
                  <a:cubicBezTo>
                    <a:pt x="62" y="8"/>
                    <a:pt x="137" y="0"/>
                    <a:pt x="148" y="9"/>
                  </a:cubicBezTo>
                  <a:lnTo>
                    <a:pt x="157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79" name="Freeform 943"/>
            <p:cNvSpPr>
              <a:spLocks/>
            </p:cNvSpPr>
            <p:nvPr/>
          </p:nvSpPr>
          <p:spPr bwMode="auto">
            <a:xfrm>
              <a:off x="19623" y="3337"/>
              <a:ext cx="603" cy="140"/>
            </a:xfrm>
            <a:custGeom>
              <a:avLst/>
              <a:gdLst>
                <a:gd name="T0" fmla="*/ 0 w 107"/>
                <a:gd name="T1" fmla="*/ 1758 h 25"/>
                <a:gd name="T2" fmla="*/ 733 w 107"/>
                <a:gd name="T3" fmla="*/ 2100 h 25"/>
                <a:gd name="T4" fmla="*/ 1082 w 107"/>
                <a:gd name="T5" fmla="*/ 2100 h 25"/>
                <a:gd name="T6" fmla="*/ 2699 w 107"/>
                <a:gd name="T7" fmla="*/ 2100 h 25"/>
                <a:gd name="T8" fmla="*/ 3398 w 107"/>
                <a:gd name="T9" fmla="*/ 2290 h 25"/>
                <a:gd name="T10" fmla="*/ 4480 w 107"/>
                <a:gd name="T11" fmla="*/ 2979 h 25"/>
                <a:gd name="T12" fmla="*/ 5179 w 107"/>
                <a:gd name="T13" fmla="*/ 2979 h 25"/>
                <a:gd name="T14" fmla="*/ 5365 w 107"/>
                <a:gd name="T15" fmla="*/ 3326 h 25"/>
                <a:gd name="T16" fmla="*/ 6255 w 107"/>
                <a:gd name="T17" fmla="*/ 3170 h 25"/>
                <a:gd name="T18" fmla="*/ 7337 w 107"/>
                <a:gd name="T19" fmla="*/ 2979 h 25"/>
                <a:gd name="T20" fmla="*/ 7878 w 107"/>
                <a:gd name="T21" fmla="*/ 2822 h 25"/>
                <a:gd name="T22" fmla="*/ 8605 w 107"/>
                <a:gd name="T23" fmla="*/ 3170 h 25"/>
                <a:gd name="T24" fmla="*/ 9304 w 107"/>
                <a:gd name="T25" fmla="*/ 3326 h 25"/>
                <a:gd name="T26" fmla="*/ 10037 w 107"/>
                <a:gd name="T27" fmla="*/ 3326 h 25"/>
                <a:gd name="T28" fmla="*/ 10736 w 107"/>
                <a:gd name="T29" fmla="*/ 3326 h 25"/>
                <a:gd name="T30" fmla="*/ 11626 w 107"/>
                <a:gd name="T31" fmla="*/ 3326 h 25"/>
                <a:gd name="T32" fmla="*/ 12353 w 107"/>
                <a:gd name="T33" fmla="*/ 3511 h 25"/>
                <a:gd name="T34" fmla="*/ 12702 w 107"/>
                <a:gd name="T35" fmla="*/ 3511 h 25"/>
                <a:gd name="T36" fmla="*/ 13243 w 107"/>
                <a:gd name="T37" fmla="*/ 3326 h 25"/>
                <a:gd name="T38" fmla="*/ 13976 w 107"/>
                <a:gd name="T39" fmla="*/ 3170 h 25"/>
                <a:gd name="T40" fmla="*/ 14325 w 107"/>
                <a:gd name="T41" fmla="*/ 3170 h 25"/>
                <a:gd name="T42" fmla="*/ 15210 w 107"/>
                <a:gd name="T43" fmla="*/ 3326 h 25"/>
                <a:gd name="T44" fmla="*/ 16292 w 107"/>
                <a:gd name="T45" fmla="*/ 3702 h 25"/>
                <a:gd name="T46" fmla="*/ 17532 w 107"/>
                <a:gd name="T47" fmla="*/ 3858 h 25"/>
                <a:gd name="T48" fmla="*/ 18958 w 107"/>
                <a:gd name="T49" fmla="*/ 3702 h 25"/>
                <a:gd name="T50" fmla="*/ 17910 w 107"/>
                <a:gd name="T51" fmla="*/ 1411 h 25"/>
                <a:gd name="T52" fmla="*/ 6447 w 107"/>
                <a:gd name="T53" fmla="*/ 532 h 25"/>
                <a:gd name="T54" fmla="*/ 0 w 107"/>
                <a:gd name="T55" fmla="*/ 1758 h 25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07" h="25">
                  <a:moveTo>
                    <a:pt x="0" y="10"/>
                  </a:moveTo>
                  <a:cubicBezTo>
                    <a:pt x="0" y="10"/>
                    <a:pt x="0" y="13"/>
                    <a:pt x="4" y="12"/>
                  </a:cubicBezTo>
                  <a:cubicBezTo>
                    <a:pt x="4" y="12"/>
                    <a:pt x="6" y="10"/>
                    <a:pt x="6" y="12"/>
                  </a:cubicBezTo>
                  <a:cubicBezTo>
                    <a:pt x="6" y="12"/>
                    <a:pt x="10" y="15"/>
                    <a:pt x="15" y="12"/>
                  </a:cubicBezTo>
                  <a:cubicBezTo>
                    <a:pt x="15" y="12"/>
                    <a:pt x="21" y="10"/>
                    <a:pt x="19" y="13"/>
                  </a:cubicBezTo>
                  <a:cubicBezTo>
                    <a:pt x="19" y="13"/>
                    <a:pt x="20" y="20"/>
                    <a:pt x="25" y="17"/>
                  </a:cubicBezTo>
                  <a:cubicBezTo>
                    <a:pt x="25" y="17"/>
                    <a:pt x="28" y="16"/>
                    <a:pt x="29" y="17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2" y="21"/>
                    <a:pt x="35" y="18"/>
                  </a:cubicBezTo>
                  <a:cubicBezTo>
                    <a:pt x="35" y="18"/>
                    <a:pt x="40" y="15"/>
                    <a:pt x="41" y="17"/>
                  </a:cubicBezTo>
                  <a:cubicBezTo>
                    <a:pt x="41" y="17"/>
                    <a:pt x="44" y="19"/>
                    <a:pt x="44" y="16"/>
                  </a:cubicBezTo>
                  <a:cubicBezTo>
                    <a:pt x="44" y="16"/>
                    <a:pt x="45" y="15"/>
                    <a:pt x="48" y="18"/>
                  </a:cubicBezTo>
                  <a:cubicBezTo>
                    <a:pt x="48" y="18"/>
                    <a:pt x="52" y="22"/>
                    <a:pt x="52" y="19"/>
                  </a:cubicBezTo>
                  <a:cubicBezTo>
                    <a:pt x="52" y="19"/>
                    <a:pt x="52" y="16"/>
                    <a:pt x="56" y="19"/>
                  </a:cubicBezTo>
                  <a:cubicBezTo>
                    <a:pt x="56" y="19"/>
                    <a:pt x="61" y="22"/>
                    <a:pt x="60" y="19"/>
                  </a:cubicBezTo>
                  <a:cubicBezTo>
                    <a:pt x="60" y="19"/>
                    <a:pt x="65" y="23"/>
                    <a:pt x="65" y="19"/>
                  </a:cubicBezTo>
                  <a:cubicBezTo>
                    <a:pt x="65" y="19"/>
                    <a:pt x="65" y="18"/>
                    <a:pt x="69" y="20"/>
                  </a:cubicBezTo>
                  <a:cubicBezTo>
                    <a:pt x="69" y="20"/>
                    <a:pt x="73" y="24"/>
                    <a:pt x="71" y="20"/>
                  </a:cubicBezTo>
                  <a:cubicBezTo>
                    <a:pt x="71" y="20"/>
                    <a:pt x="71" y="18"/>
                    <a:pt x="74" y="19"/>
                  </a:cubicBezTo>
                  <a:cubicBezTo>
                    <a:pt x="74" y="19"/>
                    <a:pt x="79" y="23"/>
                    <a:pt x="78" y="18"/>
                  </a:cubicBezTo>
                  <a:cubicBezTo>
                    <a:pt x="78" y="18"/>
                    <a:pt x="75" y="15"/>
                    <a:pt x="80" y="18"/>
                  </a:cubicBezTo>
                  <a:cubicBezTo>
                    <a:pt x="80" y="18"/>
                    <a:pt x="83" y="20"/>
                    <a:pt x="85" y="19"/>
                  </a:cubicBezTo>
                  <a:cubicBezTo>
                    <a:pt x="85" y="19"/>
                    <a:pt x="92" y="25"/>
                    <a:pt x="91" y="21"/>
                  </a:cubicBezTo>
                  <a:cubicBezTo>
                    <a:pt x="91" y="21"/>
                    <a:pt x="99" y="24"/>
                    <a:pt x="98" y="22"/>
                  </a:cubicBezTo>
                  <a:cubicBezTo>
                    <a:pt x="98" y="22"/>
                    <a:pt x="107" y="25"/>
                    <a:pt x="106" y="21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11" y="0"/>
                    <a:pt x="0" y="10"/>
                  </a:cubicBez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80" name="Freeform 944"/>
            <p:cNvSpPr>
              <a:spLocks/>
            </p:cNvSpPr>
            <p:nvPr/>
          </p:nvSpPr>
          <p:spPr bwMode="auto">
            <a:xfrm>
              <a:off x="19555" y="3314"/>
              <a:ext cx="648" cy="124"/>
            </a:xfrm>
            <a:custGeom>
              <a:avLst/>
              <a:gdLst>
                <a:gd name="T0" fmla="*/ 1617 w 115"/>
                <a:gd name="T1" fmla="*/ 1967 h 22"/>
                <a:gd name="T2" fmla="*/ 2507 w 115"/>
                <a:gd name="T3" fmla="*/ 2508 h 22"/>
                <a:gd name="T4" fmla="*/ 3048 w 115"/>
                <a:gd name="T5" fmla="*/ 2317 h 22"/>
                <a:gd name="T6" fmla="*/ 3939 w 115"/>
                <a:gd name="T7" fmla="*/ 2508 h 22"/>
                <a:gd name="T8" fmla="*/ 4288 w 115"/>
                <a:gd name="T9" fmla="*/ 2317 h 22"/>
                <a:gd name="T10" fmla="*/ 4666 w 115"/>
                <a:gd name="T11" fmla="*/ 2508 h 22"/>
                <a:gd name="T12" fmla="*/ 5173 w 115"/>
                <a:gd name="T13" fmla="*/ 2508 h 22"/>
                <a:gd name="T14" fmla="*/ 6446 w 115"/>
                <a:gd name="T15" fmla="*/ 1967 h 22"/>
                <a:gd name="T16" fmla="*/ 6097 w 115"/>
                <a:gd name="T17" fmla="*/ 3207 h 22"/>
                <a:gd name="T18" fmla="*/ 7522 w 115"/>
                <a:gd name="T19" fmla="*/ 2508 h 22"/>
                <a:gd name="T20" fmla="*/ 7872 w 115"/>
                <a:gd name="T21" fmla="*/ 2700 h 22"/>
                <a:gd name="T22" fmla="*/ 7872 w 115"/>
                <a:gd name="T23" fmla="*/ 3590 h 22"/>
                <a:gd name="T24" fmla="*/ 8762 w 115"/>
                <a:gd name="T25" fmla="*/ 2700 h 22"/>
                <a:gd name="T26" fmla="*/ 9303 w 115"/>
                <a:gd name="T27" fmla="*/ 3399 h 22"/>
                <a:gd name="T28" fmla="*/ 10036 w 115"/>
                <a:gd name="T29" fmla="*/ 2858 h 22"/>
                <a:gd name="T30" fmla="*/ 10734 w 115"/>
                <a:gd name="T31" fmla="*/ 3590 h 22"/>
                <a:gd name="T32" fmla="*/ 10920 w 115"/>
                <a:gd name="T33" fmla="*/ 2858 h 22"/>
                <a:gd name="T34" fmla="*/ 12002 w 115"/>
                <a:gd name="T35" fmla="*/ 3590 h 22"/>
                <a:gd name="T36" fmla="*/ 12509 w 115"/>
                <a:gd name="T37" fmla="*/ 3207 h 22"/>
                <a:gd name="T38" fmla="*/ 13050 w 115"/>
                <a:gd name="T39" fmla="*/ 3207 h 22"/>
                <a:gd name="T40" fmla="*/ 13969 w 115"/>
                <a:gd name="T41" fmla="*/ 3207 h 22"/>
                <a:gd name="T42" fmla="*/ 14126 w 115"/>
                <a:gd name="T43" fmla="*/ 3399 h 22"/>
                <a:gd name="T44" fmla="*/ 14476 w 115"/>
                <a:gd name="T45" fmla="*/ 3399 h 22"/>
                <a:gd name="T46" fmla="*/ 14667 w 115"/>
                <a:gd name="T47" fmla="*/ 3207 h 22"/>
                <a:gd name="T48" fmla="*/ 15208 w 115"/>
                <a:gd name="T49" fmla="*/ 3399 h 22"/>
                <a:gd name="T50" fmla="*/ 15400 w 115"/>
                <a:gd name="T51" fmla="*/ 3748 h 22"/>
                <a:gd name="T52" fmla="*/ 15749 w 115"/>
                <a:gd name="T53" fmla="*/ 3049 h 22"/>
                <a:gd name="T54" fmla="*/ 16099 w 115"/>
                <a:gd name="T55" fmla="*/ 3207 h 22"/>
                <a:gd name="T56" fmla="*/ 16640 w 115"/>
                <a:gd name="T57" fmla="*/ 3207 h 22"/>
                <a:gd name="T58" fmla="*/ 16989 w 115"/>
                <a:gd name="T59" fmla="*/ 3590 h 22"/>
                <a:gd name="T60" fmla="*/ 17524 w 115"/>
                <a:gd name="T61" fmla="*/ 3399 h 22"/>
                <a:gd name="T62" fmla="*/ 18414 w 115"/>
                <a:gd name="T63" fmla="*/ 3748 h 22"/>
                <a:gd name="T64" fmla="*/ 20573 w 115"/>
                <a:gd name="T65" fmla="*/ 3940 h 22"/>
                <a:gd name="T66" fmla="*/ 19846 w 115"/>
                <a:gd name="T67" fmla="*/ 2317 h 22"/>
                <a:gd name="T68" fmla="*/ 19496 w 115"/>
                <a:gd name="T69" fmla="*/ 1618 h 22"/>
                <a:gd name="T70" fmla="*/ 19339 w 115"/>
                <a:gd name="T71" fmla="*/ 541 h 22"/>
                <a:gd name="T72" fmla="*/ 17716 w 115"/>
                <a:gd name="T73" fmla="*/ 541 h 22"/>
                <a:gd name="T74" fmla="*/ 15907 w 115"/>
                <a:gd name="T75" fmla="*/ 192 h 22"/>
                <a:gd name="T76" fmla="*/ 7336 w 115"/>
                <a:gd name="T77" fmla="*/ 541 h 22"/>
                <a:gd name="T78" fmla="*/ 5364 w 115"/>
                <a:gd name="T79" fmla="*/ 733 h 22"/>
                <a:gd name="T80" fmla="*/ 3589 w 115"/>
                <a:gd name="T81" fmla="*/ 1082 h 22"/>
                <a:gd name="T82" fmla="*/ 0 w 115"/>
                <a:gd name="T83" fmla="*/ 1432 h 22"/>
                <a:gd name="T84" fmla="*/ 1431 w 115"/>
                <a:gd name="T85" fmla="*/ 1781 h 22"/>
                <a:gd name="T86" fmla="*/ 1617 w 115"/>
                <a:gd name="T87" fmla="*/ 1967 h 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5" h="22">
                  <a:moveTo>
                    <a:pt x="9" y="11"/>
                  </a:moveTo>
                  <a:cubicBezTo>
                    <a:pt x="11" y="13"/>
                    <a:pt x="11" y="15"/>
                    <a:pt x="14" y="14"/>
                  </a:cubicBezTo>
                  <a:cubicBezTo>
                    <a:pt x="15" y="14"/>
                    <a:pt x="16" y="13"/>
                    <a:pt x="17" y="13"/>
                  </a:cubicBezTo>
                  <a:cubicBezTo>
                    <a:pt x="19" y="13"/>
                    <a:pt x="21" y="14"/>
                    <a:pt x="22" y="14"/>
                  </a:cubicBezTo>
                  <a:cubicBezTo>
                    <a:pt x="23" y="14"/>
                    <a:pt x="23" y="13"/>
                    <a:pt x="24" y="13"/>
                  </a:cubicBezTo>
                  <a:cubicBezTo>
                    <a:pt x="24" y="13"/>
                    <a:pt x="25" y="14"/>
                    <a:pt x="26" y="14"/>
                  </a:cubicBezTo>
                  <a:cubicBezTo>
                    <a:pt x="27" y="14"/>
                    <a:pt x="28" y="14"/>
                    <a:pt x="29" y="14"/>
                  </a:cubicBezTo>
                  <a:cubicBezTo>
                    <a:pt x="31" y="13"/>
                    <a:pt x="33" y="12"/>
                    <a:pt x="36" y="11"/>
                  </a:cubicBezTo>
                  <a:cubicBezTo>
                    <a:pt x="37" y="13"/>
                    <a:pt x="35" y="16"/>
                    <a:pt x="34" y="18"/>
                  </a:cubicBezTo>
                  <a:cubicBezTo>
                    <a:pt x="37" y="19"/>
                    <a:pt x="39" y="15"/>
                    <a:pt x="42" y="14"/>
                  </a:cubicBezTo>
                  <a:cubicBezTo>
                    <a:pt x="45" y="13"/>
                    <a:pt x="43" y="13"/>
                    <a:pt x="44" y="15"/>
                  </a:cubicBezTo>
                  <a:cubicBezTo>
                    <a:pt x="44" y="17"/>
                    <a:pt x="45" y="18"/>
                    <a:pt x="44" y="20"/>
                  </a:cubicBezTo>
                  <a:cubicBezTo>
                    <a:pt x="48" y="21"/>
                    <a:pt x="47" y="17"/>
                    <a:pt x="49" y="15"/>
                  </a:cubicBezTo>
                  <a:cubicBezTo>
                    <a:pt x="51" y="14"/>
                    <a:pt x="52" y="17"/>
                    <a:pt x="52" y="19"/>
                  </a:cubicBezTo>
                  <a:cubicBezTo>
                    <a:pt x="55" y="19"/>
                    <a:pt x="53" y="16"/>
                    <a:pt x="56" y="16"/>
                  </a:cubicBezTo>
                  <a:cubicBezTo>
                    <a:pt x="58" y="16"/>
                    <a:pt x="57" y="19"/>
                    <a:pt x="60" y="20"/>
                  </a:cubicBezTo>
                  <a:cubicBezTo>
                    <a:pt x="63" y="21"/>
                    <a:pt x="60" y="18"/>
                    <a:pt x="61" y="16"/>
                  </a:cubicBezTo>
                  <a:cubicBezTo>
                    <a:pt x="62" y="15"/>
                    <a:pt x="66" y="20"/>
                    <a:pt x="67" y="20"/>
                  </a:cubicBezTo>
                  <a:cubicBezTo>
                    <a:pt x="67" y="17"/>
                    <a:pt x="67" y="16"/>
                    <a:pt x="70" y="18"/>
                  </a:cubicBezTo>
                  <a:cubicBezTo>
                    <a:pt x="71" y="19"/>
                    <a:pt x="73" y="22"/>
                    <a:pt x="73" y="18"/>
                  </a:cubicBezTo>
                  <a:cubicBezTo>
                    <a:pt x="75" y="18"/>
                    <a:pt x="77" y="22"/>
                    <a:pt x="78" y="18"/>
                  </a:cubicBezTo>
                  <a:cubicBezTo>
                    <a:pt x="79" y="18"/>
                    <a:pt x="79" y="19"/>
                    <a:pt x="79" y="19"/>
                  </a:cubicBezTo>
                  <a:cubicBezTo>
                    <a:pt x="80" y="19"/>
                    <a:pt x="80" y="19"/>
                    <a:pt x="81" y="19"/>
                  </a:cubicBezTo>
                  <a:cubicBezTo>
                    <a:pt x="81" y="19"/>
                    <a:pt x="81" y="18"/>
                    <a:pt x="82" y="18"/>
                  </a:cubicBezTo>
                  <a:cubicBezTo>
                    <a:pt x="83" y="18"/>
                    <a:pt x="83" y="18"/>
                    <a:pt x="85" y="19"/>
                  </a:cubicBezTo>
                  <a:cubicBezTo>
                    <a:pt x="85" y="19"/>
                    <a:pt x="85" y="21"/>
                    <a:pt x="86" y="21"/>
                  </a:cubicBezTo>
                  <a:cubicBezTo>
                    <a:pt x="89" y="21"/>
                    <a:pt x="86" y="18"/>
                    <a:pt x="88" y="17"/>
                  </a:cubicBezTo>
                  <a:cubicBezTo>
                    <a:pt x="89" y="16"/>
                    <a:pt x="89" y="18"/>
                    <a:pt x="90" y="18"/>
                  </a:cubicBezTo>
                  <a:cubicBezTo>
                    <a:pt x="91" y="19"/>
                    <a:pt x="92" y="18"/>
                    <a:pt x="93" y="18"/>
                  </a:cubicBezTo>
                  <a:cubicBezTo>
                    <a:pt x="94" y="18"/>
                    <a:pt x="94" y="20"/>
                    <a:pt x="95" y="20"/>
                  </a:cubicBezTo>
                  <a:cubicBezTo>
                    <a:pt x="96" y="20"/>
                    <a:pt x="96" y="19"/>
                    <a:pt x="98" y="19"/>
                  </a:cubicBezTo>
                  <a:cubicBezTo>
                    <a:pt x="100" y="20"/>
                    <a:pt x="101" y="21"/>
                    <a:pt x="103" y="21"/>
                  </a:cubicBezTo>
                  <a:cubicBezTo>
                    <a:pt x="107" y="21"/>
                    <a:pt x="111" y="21"/>
                    <a:pt x="115" y="22"/>
                  </a:cubicBezTo>
                  <a:cubicBezTo>
                    <a:pt x="114" y="19"/>
                    <a:pt x="112" y="16"/>
                    <a:pt x="111" y="13"/>
                  </a:cubicBezTo>
                  <a:cubicBezTo>
                    <a:pt x="110" y="12"/>
                    <a:pt x="110" y="10"/>
                    <a:pt x="109" y="9"/>
                  </a:cubicBezTo>
                  <a:cubicBezTo>
                    <a:pt x="109" y="7"/>
                    <a:pt x="109" y="4"/>
                    <a:pt x="108" y="3"/>
                  </a:cubicBezTo>
                  <a:cubicBezTo>
                    <a:pt x="107" y="2"/>
                    <a:pt x="101" y="3"/>
                    <a:pt x="99" y="3"/>
                  </a:cubicBezTo>
                  <a:cubicBezTo>
                    <a:pt x="96" y="3"/>
                    <a:pt x="92" y="2"/>
                    <a:pt x="89" y="1"/>
                  </a:cubicBezTo>
                  <a:cubicBezTo>
                    <a:pt x="73" y="0"/>
                    <a:pt x="56" y="1"/>
                    <a:pt x="41" y="3"/>
                  </a:cubicBezTo>
                  <a:cubicBezTo>
                    <a:pt x="38" y="3"/>
                    <a:pt x="34" y="4"/>
                    <a:pt x="30" y="4"/>
                  </a:cubicBezTo>
                  <a:cubicBezTo>
                    <a:pt x="27" y="4"/>
                    <a:pt x="23" y="5"/>
                    <a:pt x="20" y="6"/>
                  </a:cubicBezTo>
                  <a:cubicBezTo>
                    <a:pt x="13" y="7"/>
                    <a:pt x="7" y="7"/>
                    <a:pt x="0" y="8"/>
                  </a:cubicBezTo>
                  <a:cubicBezTo>
                    <a:pt x="1" y="11"/>
                    <a:pt x="6" y="10"/>
                    <a:pt x="8" y="10"/>
                  </a:cubicBezTo>
                  <a:lnTo>
                    <a:pt x="9" y="11"/>
                  </a:ln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81" name="Freeform 945"/>
            <p:cNvSpPr>
              <a:spLocks/>
            </p:cNvSpPr>
            <p:nvPr/>
          </p:nvSpPr>
          <p:spPr bwMode="auto">
            <a:xfrm>
              <a:off x="19662" y="3353"/>
              <a:ext cx="119" cy="68"/>
            </a:xfrm>
            <a:custGeom>
              <a:avLst/>
              <a:gdLst>
                <a:gd name="T0" fmla="*/ 0 w 21"/>
                <a:gd name="T1" fmla="*/ 1445 h 12"/>
                <a:gd name="T2" fmla="*/ 901 w 21"/>
                <a:gd name="T3" fmla="*/ 1638 h 12"/>
                <a:gd name="T4" fmla="*/ 2182 w 21"/>
                <a:gd name="T5" fmla="*/ 737 h 12"/>
                <a:gd name="T6" fmla="*/ 2924 w 21"/>
                <a:gd name="T7" fmla="*/ 0 h 12"/>
                <a:gd name="T8" fmla="*/ 1830 w 21"/>
                <a:gd name="T9" fmla="*/ 737 h 12"/>
                <a:gd name="T10" fmla="*/ 351 w 21"/>
                <a:gd name="T11" fmla="*/ 1286 h 12"/>
                <a:gd name="T12" fmla="*/ 0 w 21"/>
                <a:gd name="T13" fmla="*/ 144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0" y="8"/>
                  </a:moveTo>
                  <a:cubicBezTo>
                    <a:pt x="0" y="8"/>
                    <a:pt x="1" y="12"/>
                    <a:pt x="5" y="9"/>
                  </a:cubicBezTo>
                  <a:cubicBezTo>
                    <a:pt x="5" y="9"/>
                    <a:pt x="10" y="5"/>
                    <a:pt x="12" y="4"/>
                  </a:cubicBezTo>
                  <a:cubicBezTo>
                    <a:pt x="12" y="4"/>
                    <a:pt x="21" y="1"/>
                    <a:pt x="16" y="0"/>
                  </a:cubicBezTo>
                  <a:cubicBezTo>
                    <a:pt x="16" y="0"/>
                    <a:pt x="13" y="0"/>
                    <a:pt x="10" y="4"/>
                  </a:cubicBezTo>
                  <a:cubicBezTo>
                    <a:pt x="10" y="4"/>
                    <a:pt x="5" y="7"/>
                    <a:pt x="2" y="7"/>
                  </a:cubicBezTo>
                  <a:cubicBezTo>
                    <a:pt x="2" y="7"/>
                    <a:pt x="0" y="7"/>
                    <a:pt x="0" y="8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82" name="Freeform 946"/>
            <p:cNvSpPr>
              <a:spLocks/>
            </p:cNvSpPr>
            <p:nvPr/>
          </p:nvSpPr>
          <p:spPr bwMode="auto">
            <a:xfrm>
              <a:off x="19764" y="3353"/>
              <a:ext cx="34" cy="51"/>
            </a:xfrm>
            <a:custGeom>
              <a:avLst/>
              <a:gdLst>
                <a:gd name="T0" fmla="*/ 737 w 6"/>
                <a:gd name="T1" fmla="*/ 193 h 9"/>
                <a:gd name="T2" fmla="*/ 193 w 6"/>
                <a:gd name="T3" fmla="*/ 737 h 9"/>
                <a:gd name="T4" fmla="*/ 0 w 6"/>
                <a:gd name="T5" fmla="*/ 1445 h 9"/>
                <a:gd name="T6" fmla="*/ 1094 w 6"/>
                <a:gd name="T7" fmla="*/ 193 h 9"/>
                <a:gd name="T8" fmla="*/ 901 w 6"/>
                <a:gd name="T9" fmla="*/ 193 h 9"/>
                <a:gd name="T10" fmla="*/ 737 w 6"/>
                <a:gd name="T11" fmla="*/ 193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" h="9">
                  <a:moveTo>
                    <a:pt x="4" y="1"/>
                  </a:moveTo>
                  <a:cubicBezTo>
                    <a:pt x="2" y="1"/>
                    <a:pt x="1" y="3"/>
                    <a:pt x="1" y="4"/>
                  </a:cubicBezTo>
                  <a:cubicBezTo>
                    <a:pt x="1" y="5"/>
                    <a:pt x="0" y="8"/>
                    <a:pt x="0" y="8"/>
                  </a:cubicBezTo>
                  <a:cubicBezTo>
                    <a:pt x="2" y="9"/>
                    <a:pt x="6" y="2"/>
                    <a:pt x="6" y="1"/>
                  </a:cubicBezTo>
                  <a:cubicBezTo>
                    <a:pt x="6" y="0"/>
                    <a:pt x="5" y="1"/>
                    <a:pt x="5" y="1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83" name="Freeform 947"/>
            <p:cNvSpPr>
              <a:spLocks/>
            </p:cNvSpPr>
            <p:nvPr/>
          </p:nvSpPr>
          <p:spPr bwMode="auto">
            <a:xfrm>
              <a:off x="19809" y="3353"/>
              <a:ext cx="28" cy="34"/>
            </a:xfrm>
            <a:custGeom>
              <a:avLst/>
              <a:gdLst>
                <a:gd name="T0" fmla="*/ 347 w 5"/>
                <a:gd name="T1" fmla="*/ 351 h 6"/>
                <a:gd name="T2" fmla="*/ 0 w 5"/>
                <a:gd name="T3" fmla="*/ 901 h 6"/>
                <a:gd name="T4" fmla="*/ 879 w 5"/>
                <a:gd name="T5" fmla="*/ 0 h 6"/>
                <a:gd name="T6" fmla="*/ 532 w 5"/>
                <a:gd name="T7" fmla="*/ 193 h 6"/>
                <a:gd name="T8" fmla="*/ 347 w 5"/>
                <a:gd name="T9" fmla="*/ 35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2" y="2"/>
                  </a:moveTo>
                  <a:cubicBezTo>
                    <a:pt x="0" y="3"/>
                    <a:pt x="1" y="4"/>
                    <a:pt x="0" y="5"/>
                  </a:cubicBezTo>
                  <a:cubicBezTo>
                    <a:pt x="1" y="6"/>
                    <a:pt x="5" y="1"/>
                    <a:pt x="5" y="0"/>
                  </a:cubicBezTo>
                  <a:cubicBezTo>
                    <a:pt x="4" y="0"/>
                    <a:pt x="3" y="0"/>
                    <a:pt x="3" y="1"/>
                  </a:cubicBezTo>
                  <a:lnTo>
                    <a:pt x="2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84" name="Freeform 948"/>
            <p:cNvSpPr>
              <a:spLocks/>
            </p:cNvSpPr>
            <p:nvPr/>
          </p:nvSpPr>
          <p:spPr bwMode="auto">
            <a:xfrm>
              <a:off x="19837" y="3359"/>
              <a:ext cx="85" cy="56"/>
            </a:xfrm>
            <a:custGeom>
              <a:avLst/>
              <a:gdLst>
                <a:gd name="T0" fmla="*/ 351 w 15"/>
                <a:gd name="T1" fmla="*/ 190 h 10"/>
                <a:gd name="T2" fmla="*/ 193 w 15"/>
                <a:gd name="T3" fmla="*/ 0 h 10"/>
                <a:gd name="T4" fmla="*/ 351 w 15"/>
                <a:gd name="T5" fmla="*/ 689 h 10"/>
                <a:gd name="T6" fmla="*/ 544 w 15"/>
                <a:gd name="T7" fmla="*/ 1411 h 10"/>
                <a:gd name="T8" fmla="*/ 1094 w 15"/>
                <a:gd name="T9" fmla="*/ 879 h 10"/>
                <a:gd name="T10" fmla="*/ 1094 w 15"/>
                <a:gd name="T11" fmla="*/ 1221 h 10"/>
                <a:gd name="T12" fmla="*/ 1445 w 15"/>
                <a:gd name="T13" fmla="*/ 1064 h 10"/>
                <a:gd name="T14" fmla="*/ 1638 w 15"/>
                <a:gd name="T15" fmla="*/ 1568 h 10"/>
                <a:gd name="T16" fmla="*/ 1830 w 15"/>
                <a:gd name="T17" fmla="*/ 1064 h 10"/>
                <a:gd name="T18" fmla="*/ 2731 w 15"/>
                <a:gd name="T19" fmla="*/ 1568 h 10"/>
                <a:gd name="T20" fmla="*/ 2539 w 15"/>
                <a:gd name="T21" fmla="*/ 1064 h 10"/>
                <a:gd name="T22" fmla="*/ 1830 w 15"/>
                <a:gd name="T23" fmla="*/ 532 h 10"/>
                <a:gd name="T24" fmla="*/ 1286 w 15"/>
                <a:gd name="T25" fmla="*/ 347 h 10"/>
                <a:gd name="T26" fmla="*/ 544 w 15"/>
                <a:gd name="T27" fmla="*/ 190 h 10"/>
                <a:gd name="T28" fmla="*/ 351 w 15"/>
                <a:gd name="T29" fmla="*/ 190 h 1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5" h="10">
                  <a:moveTo>
                    <a:pt x="2" y="1"/>
                  </a:moveTo>
                  <a:cubicBezTo>
                    <a:pt x="2" y="1"/>
                    <a:pt x="1" y="0"/>
                    <a:pt x="1" y="0"/>
                  </a:cubicBezTo>
                  <a:cubicBezTo>
                    <a:pt x="0" y="2"/>
                    <a:pt x="1" y="3"/>
                    <a:pt x="2" y="4"/>
                  </a:cubicBezTo>
                  <a:cubicBezTo>
                    <a:pt x="2" y="5"/>
                    <a:pt x="1" y="7"/>
                    <a:pt x="3" y="8"/>
                  </a:cubicBezTo>
                  <a:cubicBezTo>
                    <a:pt x="3" y="6"/>
                    <a:pt x="4" y="4"/>
                    <a:pt x="6" y="5"/>
                  </a:cubicBezTo>
                  <a:cubicBezTo>
                    <a:pt x="6" y="6"/>
                    <a:pt x="6" y="6"/>
                    <a:pt x="6" y="7"/>
                  </a:cubicBezTo>
                  <a:cubicBezTo>
                    <a:pt x="7" y="7"/>
                    <a:pt x="7" y="6"/>
                    <a:pt x="8" y="6"/>
                  </a:cubicBezTo>
                  <a:cubicBezTo>
                    <a:pt x="8" y="7"/>
                    <a:pt x="8" y="8"/>
                    <a:pt x="9" y="9"/>
                  </a:cubicBezTo>
                  <a:cubicBezTo>
                    <a:pt x="9" y="8"/>
                    <a:pt x="10" y="7"/>
                    <a:pt x="10" y="6"/>
                  </a:cubicBezTo>
                  <a:cubicBezTo>
                    <a:pt x="12" y="6"/>
                    <a:pt x="13" y="10"/>
                    <a:pt x="15" y="9"/>
                  </a:cubicBezTo>
                  <a:cubicBezTo>
                    <a:pt x="15" y="8"/>
                    <a:pt x="14" y="6"/>
                    <a:pt x="14" y="6"/>
                  </a:cubicBezTo>
                  <a:cubicBezTo>
                    <a:pt x="13" y="4"/>
                    <a:pt x="12" y="4"/>
                    <a:pt x="10" y="3"/>
                  </a:cubicBezTo>
                  <a:cubicBezTo>
                    <a:pt x="9" y="3"/>
                    <a:pt x="8" y="2"/>
                    <a:pt x="7" y="2"/>
                  </a:cubicBezTo>
                  <a:cubicBezTo>
                    <a:pt x="6" y="1"/>
                    <a:pt x="5" y="0"/>
                    <a:pt x="3" y="1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85" name="Freeform 949"/>
            <p:cNvSpPr>
              <a:spLocks/>
            </p:cNvSpPr>
            <p:nvPr/>
          </p:nvSpPr>
          <p:spPr bwMode="auto">
            <a:xfrm>
              <a:off x="19922" y="3376"/>
              <a:ext cx="39" cy="39"/>
            </a:xfrm>
            <a:custGeom>
              <a:avLst/>
              <a:gdLst>
                <a:gd name="T0" fmla="*/ 340 w 7"/>
                <a:gd name="T1" fmla="*/ 340 h 7"/>
                <a:gd name="T2" fmla="*/ 340 w 7"/>
                <a:gd name="T3" fmla="*/ 529 h 7"/>
                <a:gd name="T4" fmla="*/ 1025 w 7"/>
                <a:gd name="T5" fmla="*/ 1209 h 7"/>
                <a:gd name="T6" fmla="*/ 529 w 7"/>
                <a:gd name="T7" fmla="*/ 340 h 7"/>
                <a:gd name="T8" fmla="*/ 340 w 7"/>
                <a:gd name="T9" fmla="*/ 34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2" y="2"/>
                  </a:moveTo>
                  <a:cubicBezTo>
                    <a:pt x="0" y="0"/>
                    <a:pt x="0" y="2"/>
                    <a:pt x="2" y="3"/>
                  </a:cubicBezTo>
                  <a:cubicBezTo>
                    <a:pt x="3" y="4"/>
                    <a:pt x="4" y="6"/>
                    <a:pt x="6" y="7"/>
                  </a:cubicBezTo>
                  <a:cubicBezTo>
                    <a:pt x="7" y="5"/>
                    <a:pt x="4" y="3"/>
                    <a:pt x="3" y="2"/>
                  </a:cubicBezTo>
                  <a:lnTo>
                    <a:pt x="2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86" name="Freeform 950"/>
            <p:cNvSpPr>
              <a:spLocks/>
            </p:cNvSpPr>
            <p:nvPr/>
          </p:nvSpPr>
          <p:spPr bwMode="auto">
            <a:xfrm>
              <a:off x="19955" y="3382"/>
              <a:ext cx="29" cy="33"/>
            </a:xfrm>
            <a:custGeom>
              <a:avLst/>
              <a:gdLst>
                <a:gd name="T0" fmla="*/ 203 w 5"/>
                <a:gd name="T1" fmla="*/ 182 h 6"/>
                <a:gd name="T2" fmla="*/ 0 w 5"/>
                <a:gd name="T3" fmla="*/ 0 h 6"/>
                <a:gd name="T4" fmla="*/ 974 w 5"/>
                <a:gd name="T5" fmla="*/ 1001 h 6"/>
                <a:gd name="T6" fmla="*/ 406 w 5"/>
                <a:gd name="T7" fmla="*/ 336 h 6"/>
                <a:gd name="T8" fmla="*/ 406 w 5"/>
                <a:gd name="T9" fmla="*/ 182 h 6"/>
                <a:gd name="T10" fmla="*/ 203 w 5"/>
                <a:gd name="T11" fmla="*/ 182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6">
                  <a:moveTo>
                    <a:pt x="1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1" y="1"/>
                    <a:pt x="3" y="6"/>
                    <a:pt x="5" y="6"/>
                  </a:cubicBezTo>
                  <a:cubicBezTo>
                    <a:pt x="5" y="5"/>
                    <a:pt x="3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87" name="Freeform 951"/>
            <p:cNvSpPr>
              <a:spLocks/>
            </p:cNvSpPr>
            <p:nvPr/>
          </p:nvSpPr>
          <p:spPr bwMode="auto">
            <a:xfrm>
              <a:off x="19978" y="3382"/>
              <a:ext cx="28" cy="33"/>
            </a:xfrm>
            <a:custGeom>
              <a:avLst/>
              <a:gdLst>
                <a:gd name="T0" fmla="*/ 347 w 5"/>
                <a:gd name="T1" fmla="*/ 336 h 6"/>
                <a:gd name="T2" fmla="*/ 0 w 5"/>
                <a:gd name="T3" fmla="*/ 0 h 6"/>
                <a:gd name="T4" fmla="*/ 879 w 5"/>
                <a:gd name="T5" fmla="*/ 847 h 6"/>
                <a:gd name="T6" fmla="*/ 532 w 5"/>
                <a:gd name="T7" fmla="*/ 517 h 6"/>
                <a:gd name="T8" fmla="*/ 347 w 5"/>
                <a:gd name="T9" fmla="*/ 33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2" y="2"/>
                  </a:moveTo>
                  <a:cubicBezTo>
                    <a:pt x="2" y="1"/>
                    <a:pt x="1" y="0"/>
                    <a:pt x="0" y="0"/>
                  </a:cubicBezTo>
                  <a:cubicBezTo>
                    <a:pt x="0" y="1"/>
                    <a:pt x="4" y="6"/>
                    <a:pt x="5" y="5"/>
                  </a:cubicBezTo>
                  <a:cubicBezTo>
                    <a:pt x="4" y="4"/>
                    <a:pt x="4" y="3"/>
                    <a:pt x="3" y="3"/>
                  </a:cubicBezTo>
                  <a:lnTo>
                    <a:pt x="2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88" name="Freeform 952"/>
            <p:cNvSpPr>
              <a:spLocks/>
            </p:cNvSpPr>
            <p:nvPr/>
          </p:nvSpPr>
          <p:spPr bwMode="auto">
            <a:xfrm>
              <a:off x="20012" y="3387"/>
              <a:ext cx="50" cy="23"/>
            </a:xfrm>
            <a:custGeom>
              <a:avLst/>
              <a:gdLst>
                <a:gd name="T0" fmla="*/ 183 w 9"/>
                <a:gd name="T1" fmla="*/ 0 h 4"/>
                <a:gd name="T2" fmla="*/ 0 w 9"/>
                <a:gd name="T3" fmla="*/ 0 h 4"/>
                <a:gd name="T4" fmla="*/ 339 w 9"/>
                <a:gd name="T5" fmla="*/ 564 h 4"/>
                <a:gd name="T6" fmla="*/ 678 w 9"/>
                <a:gd name="T7" fmla="*/ 759 h 4"/>
                <a:gd name="T8" fmla="*/ 867 w 9"/>
                <a:gd name="T9" fmla="*/ 564 h 4"/>
                <a:gd name="T10" fmla="*/ 1017 w 9"/>
                <a:gd name="T11" fmla="*/ 564 h 4"/>
                <a:gd name="T12" fmla="*/ 1544 w 9"/>
                <a:gd name="T13" fmla="*/ 564 h 4"/>
                <a:gd name="T14" fmla="*/ 339 w 9"/>
                <a:gd name="T15" fmla="*/ 201 h 4"/>
                <a:gd name="T16" fmla="*/ 183 w 9"/>
                <a:gd name="T17" fmla="*/ 0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" h="4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2"/>
                    <a:pt x="1" y="2"/>
                    <a:pt x="2" y="3"/>
                  </a:cubicBezTo>
                  <a:cubicBezTo>
                    <a:pt x="3" y="4"/>
                    <a:pt x="3" y="4"/>
                    <a:pt x="4" y="4"/>
                  </a:cubicBezTo>
                  <a:cubicBezTo>
                    <a:pt x="4" y="4"/>
                    <a:pt x="5" y="3"/>
                    <a:pt x="5" y="3"/>
                  </a:cubicBezTo>
                  <a:cubicBezTo>
                    <a:pt x="5" y="3"/>
                    <a:pt x="6" y="3"/>
                    <a:pt x="6" y="3"/>
                  </a:cubicBezTo>
                  <a:cubicBezTo>
                    <a:pt x="7" y="3"/>
                    <a:pt x="9" y="4"/>
                    <a:pt x="9" y="3"/>
                  </a:cubicBezTo>
                  <a:cubicBezTo>
                    <a:pt x="7" y="2"/>
                    <a:pt x="5" y="2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89" name="Freeform 953"/>
            <p:cNvSpPr>
              <a:spLocks/>
            </p:cNvSpPr>
            <p:nvPr/>
          </p:nvSpPr>
          <p:spPr bwMode="auto">
            <a:xfrm>
              <a:off x="20068" y="3387"/>
              <a:ext cx="130" cy="40"/>
            </a:xfrm>
            <a:custGeom>
              <a:avLst/>
              <a:gdLst>
                <a:gd name="T0" fmla="*/ 2713 w 23"/>
                <a:gd name="T1" fmla="*/ 949 h 7"/>
                <a:gd name="T2" fmla="*/ 1277 w 23"/>
                <a:gd name="T3" fmla="*/ 194 h 7"/>
                <a:gd name="T4" fmla="*/ 543 w 23"/>
                <a:gd name="T5" fmla="*/ 194 h 7"/>
                <a:gd name="T6" fmla="*/ 0 w 23"/>
                <a:gd name="T7" fmla="*/ 194 h 7"/>
                <a:gd name="T8" fmla="*/ 735 w 23"/>
                <a:gd name="T9" fmla="*/ 749 h 7"/>
                <a:gd name="T10" fmla="*/ 1628 w 23"/>
                <a:gd name="T11" fmla="*/ 1109 h 7"/>
                <a:gd name="T12" fmla="*/ 1628 w 23"/>
                <a:gd name="T13" fmla="*/ 949 h 7"/>
                <a:gd name="T14" fmla="*/ 2170 w 23"/>
                <a:gd name="T15" fmla="*/ 1109 h 7"/>
                <a:gd name="T16" fmla="*/ 2877 w 23"/>
                <a:gd name="T17" fmla="*/ 1109 h 7"/>
                <a:gd name="T18" fmla="*/ 4154 w 23"/>
                <a:gd name="T19" fmla="*/ 1109 h 7"/>
                <a:gd name="T20" fmla="*/ 2877 w 23"/>
                <a:gd name="T21" fmla="*/ 949 h 7"/>
                <a:gd name="T22" fmla="*/ 2713 w 23"/>
                <a:gd name="T23" fmla="*/ 949 h 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" h="7">
                  <a:moveTo>
                    <a:pt x="15" y="5"/>
                  </a:moveTo>
                  <a:cubicBezTo>
                    <a:pt x="12" y="5"/>
                    <a:pt x="10" y="2"/>
                    <a:pt x="7" y="1"/>
                  </a:cubicBezTo>
                  <a:cubicBezTo>
                    <a:pt x="6" y="1"/>
                    <a:pt x="4" y="1"/>
                    <a:pt x="3" y="1"/>
                  </a:cubicBezTo>
                  <a:cubicBezTo>
                    <a:pt x="2" y="1"/>
                    <a:pt x="1" y="0"/>
                    <a:pt x="0" y="1"/>
                  </a:cubicBezTo>
                  <a:cubicBezTo>
                    <a:pt x="1" y="2"/>
                    <a:pt x="2" y="3"/>
                    <a:pt x="4" y="4"/>
                  </a:cubicBezTo>
                  <a:cubicBezTo>
                    <a:pt x="6" y="5"/>
                    <a:pt x="7" y="6"/>
                    <a:pt x="9" y="6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5"/>
                    <a:pt x="12" y="5"/>
                    <a:pt x="12" y="6"/>
                  </a:cubicBezTo>
                  <a:cubicBezTo>
                    <a:pt x="14" y="6"/>
                    <a:pt x="14" y="6"/>
                    <a:pt x="16" y="6"/>
                  </a:cubicBezTo>
                  <a:cubicBezTo>
                    <a:pt x="17" y="6"/>
                    <a:pt x="23" y="7"/>
                    <a:pt x="23" y="6"/>
                  </a:cubicBezTo>
                  <a:cubicBezTo>
                    <a:pt x="20" y="5"/>
                    <a:pt x="19" y="5"/>
                    <a:pt x="16" y="5"/>
                  </a:cubicBezTo>
                  <a:lnTo>
                    <a:pt x="15" y="5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90" name="Freeform 954"/>
            <p:cNvSpPr>
              <a:spLocks/>
            </p:cNvSpPr>
            <p:nvPr/>
          </p:nvSpPr>
          <p:spPr bwMode="auto">
            <a:xfrm>
              <a:off x="19640" y="3320"/>
              <a:ext cx="513" cy="28"/>
            </a:xfrm>
            <a:custGeom>
              <a:avLst/>
              <a:gdLst>
                <a:gd name="T0" fmla="*/ 350 w 91"/>
                <a:gd name="T1" fmla="*/ 689 h 5"/>
                <a:gd name="T2" fmla="*/ 8772 w 91"/>
                <a:gd name="T3" fmla="*/ 879 h 5"/>
                <a:gd name="T4" fmla="*/ 11123 w 91"/>
                <a:gd name="T5" fmla="*/ 689 h 5"/>
                <a:gd name="T6" fmla="*/ 14522 w 91"/>
                <a:gd name="T7" fmla="*/ 689 h 5"/>
                <a:gd name="T8" fmla="*/ 16112 w 91"/>
                <a:gd name="T9" fmla="*/ 689 h 5"/>
                <a:gd name="T10" fmla="*/ 15570 w 91"/>
                <a:gd name="T11" fmla="*/ 689 h 5"/>
                <a:gd name="T12" fmla="*/ 14522 w 91"/>
                <a:gd name="T13" fmla="*/ 532 h 5"/>
                <a:gd name="T14" fmla="*/ 10739 w 91"/>
                <a:gd name="T15" fmla="*/ 532 h 5"/>
                <a:gd name="T16" fmla="*/ 7881 w 91"/>
                <a:gd name="T17" fmla="*/ 532 h 5"/>
                <a:gd name="T18" fmla="*/ 733 w 91"/>
                <a:gd name="T19" fmla="*/ 532 h 5"/>
                <a:gd name="T20" fmla="*/ 350 w 91"/>
                <a:gd name="T21" fmla="*/ 689 h 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1" h="5">
                  <a:moveTo>
                    <a:pt x="2" y="4"/>
                  </a:moveTo>
                  <a:cubicBezTo>
                    <a:pt x="2" y="4"/>
                    <a:pt x="23" y="2"/>
                    <a:pt x="49" y="5"/>
                  </a:cubicBezTo>
                  <a:cubicBezTo>
                    <a:pt x="49" y="5"/>
                    <a:pt x="60" y="5"/>
                    <a:pt x="62" y="4"/>
                  </a:cubicBezTo>
                  <a:cubicBezTo>
                    <a:pt x="62" y="4"/>
                    <a:pt x="75" y="3"/>
                    <a:pt x="81" y="4"/>
                  </a:cubicBezTo>
                  <a:cubicBezTo>
                    <a:pt x="81" y="4"/>
                    <a:pt x="89" y="4"/>
                    <a:pt x="90" y="4"/>
                  </a:cubicBezTo>
                  <a:cubicBezTo>
                    <a:pt x="90" y="4"/>
                    <a:pt x="91" y="3"/>
                    <a:pt x="87" y="4"/>
                  </a:cubicBezTo>
                  <a:cubicBezTo>
                    <a:pt x="87" y="4"/>
                    <a:pt x="83" y="4"/>
                    <a:pt x="81" y="3"/>
                  </a:cubicBezTo>
                  <a:cubicBezTo>
                    <a:pt x="81" y="3"/>
                    <a:pt x="67" y="2"/>
                    <a:pt x="60" y="3"/>
                  </a:cubicBezTo>
                  <a:cubicBezTo>
                    <a:pt x="60" y="3"/>
                    <a:pt x="49" y="4"/>
                    <a:pt x="44" y="3"/>
                  </a:cubicBezTo>
                  <a:cubicBezTo>
                    <a:pt x="44" y="3"/>
                    <a:pt x="22" y="0"/>
                    <a:pt x="4" y="3"/>
                  </a:cubicBezTo>
                  <a:cubicBezTo>
                    <a:pt x="4" y="3"/>
                    <a:pt x="0" y="4"/>
                    <a:pt x="2" y="4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91" name="Freeform 955"/>
            <p:cNvSpPr>
              <a:spLocks/>
            </p:cNvSpPr>
            <p:nvPr/>
          </p:nvSpPr>
          <p:spPr bwMode="auto">
            <a:xfrm>
              <a:off x="19657" y="3353"/>
              <a:ext cx="107" cy="57"/>
            </a:xfrm>
            <a:custGeom>
              <a:avLst/>
              <a:gdLst>
                <a:gd name="T0" fmla="*/ 732 w 19"/>
                <a:gd name="T1" fmla="*/ 1853 h 10"/>
                <a:gd name="T2" fmla="*/ 1965 w 19"/>
                <a:gd name="T3" fmla="*/ 1300 h 10"/>
                <a:gd name="T4" fmla="*/ 3396 w 19"/>
                <a:gd name="T5" fmla="*/ 0 h 10"/>
                <a:gd name="T6" fmla="*/ 1425 w 19"/>
                <a:gd name="T7" fmla="*/ 1300 h 10"/>
                <a:gd name="T8" fmla="*/ 732 w 19"/>
                <a:gd name="T9" fmla="*/ 185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0">
                  <a:moveTo>
                    <a:pt x="4" y="10"/>
                  </a:moveTo>
                  <a:cubicBezTo>
                    <a:pt x="4" y="10"/>
                    <a:pt x="9" y="9"/>
                    <a:pt x="11" y="7"/>
                  </a:cubicBezTo>
                  <a:cubicBezTo>
                    <a:pt x="11" y="7"/>
                    <a:pt x="16" y="6"/>
                    <a:pt x="19" y="0"/>
                  </a:cubicBezTo>
                  <a:cubicBezTo>
                    <a:pt x="19" y="0"/>
                    <a:pt x="11" y="7"/>
                    <a:pt x="8" y="7"/>
                  </a:cubicBezTo>
                  <a:cubicBezTo>
                    <a:pt x="8" y="7"/>
                    <a:pt x="0" y="10"/>
                    <a:pt x="4" y="1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92" name="Freeform 956"/>
            <p:cNvSpPr>
              <a:spLocks/>
            </p:cNvSpPr>
            <p:nvPr/>
          </p:nvSpPr>
          <p:spPr bwMode="auto">
            <a:xfrm>
              <a:off x="19769" y="3353"/>
              <a:ext cx="68" cy="79"/>
            </a:xfrm>
            <a:custGeom>
              <a:avLst/>
              <a:gdLst>
                <a:gd name="T0" fmla="*/ 544 w 12"/>
                <a:gd name="T1" fmla="*/ 2325 h 14"/>
                <a:gd name="T2" fmla="*/ 1286 w 12"/>
                <a:gd name="T3" fmla="*/ 1625 h 14"/>
                <a:gd name="T4" fmla="*/ 2182 w 12"/>
                <a:gd name="T5" fmla="*/ 0 h 14"/>
                <a:gd name="T6" fmla="*/ 901 w 12"/>
                <a:gd name="T7" fmla="*/ 1433 h 14"/>
                <a:gd name="T8" fmla="*/ 544 w 12"/>
                <a:gd name="T9" fmla="*/ 2325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4">
                  <a:moveTo>
                    <a:pt x="3" y="13"/>
                  </a:moveTo>
                  <a:cubicBezTo>
                    <a:pt x="3" y="13"/>
                    <a:pt x="5" y="13"/>
                    <a:pt x="7" y="9"/>
                  </a:cubicBezTo>
                  <a:cubicBezTo>
                    <a:pt x="7" y="9"/>
                    <a:pt x="10" y="5"/>
                    <a:pt x="12" y="0"/>
                  </a:cubicBezTo>
                  <a:cubicBezTo>
                    <a:pt x="12" y="0"/>
                    <a:pt x="7" y="7"/>
                    <a:pt x="5" y="8"/>
                  </a:cubicBezTo>
                  <a:cubicBezTo>
                    <a:pt x="5" y="8"/>
                    <a:pt x="0" y="14"/>
                    <a:pt x="3" y="13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93" name="Freeform 957"/>
            <p:cNvSpPr>
              <a:spLocks/>
            </p:cNvSpPr>
            <p:nvPr/>
          </p:nvSpPr>
          <p:spPr bwMode="auto">
            <a:xfrm>
              <a:off x="19741" y="3359"/>
              <a:ext cx="62" cy="68"/>
            </a:xfrm>
            <a:custGeom>
              <a:avLst/>
              <a:gdLst>
                <a:gd name="T0" fmla="*/ 733 w 11"/>
                <a:gd name="T1" fmla="*/ 1989 h 12"/>
                <a:gd name="T2" fmla="*/ 1967 w 11"/>
                <a:gd name="T3" fmla="*/ 0 h 12"/>
                <a:gd name="T4" fmla="*/ 891 w 11"/>
                <a:gd name="T5" fmla="*/ 1286 h 12"/>
                <a:gd name="T6" fmla="*/ 733 w 11"/>
                <a:gd name="T7" fmla="*/ 1989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2">
                  <a:moveTo>
                    <a:pt x="4" y="11"/>
                  </a:moveTo>
                  <a:cubicBezTo>
                    <a:pt x="4" y="11"/>
                    <a:pt x="7" y="10"/>
                    <a:pt x="11" y="0"/>
                  </a:cubicBezTo>
                  <a:cubicBezTo>
                    <a:pt x="11" y="0"/>
                    <a:pt x="8" y="6"/>
                    <a:pt x="5" y="7"/>
                  </a:cubicBezTo>
                  <a:cubicBezTo>
                    <a:pt x="5" y="7"/>
                    <a:pt x="0" y="12"/>
                    <a:pt x="4" y="11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94" name="Freeform 958"/>
            <p:cNvSpPr>
              <a:spLocks/>
            </p:cNvSpPr>
            <p:nvPr/>
          </p:nvSpPr>
          <p:spPr bwMode="auto">
            <a:xfrm>
              <a:off x="19916" y="3382"/>
              <a:ext cx="45" cy="67"/>
            </a:xfrm>
            <a:custGeom>
              <a:avLst/>
              <a:gdLst>
                <a:gd name="T0" fmla="*/ 0 w 8"/>
                <a:gd name="T1" fmla="*/ 0 h 12"/>
                <a:gd name="T2" fmla="*/ 1232 w 8"/>
                <a:gd name="T3" fmla="*/ 1401 h 12"/>
                <a:gd name="T4" fmla="*/ 0 w 8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2">
                  <a:moveTo>
                    <a:pt x="0" y="0"/>
                  </a:moveTo>
                  <a:cubicBezTo>
                    <a:pt x="0" y="0"/>
                    <a:pt x="8" y="12"/>
                    <a:pt x="7" y="8"/>
                  </a:cubicBezTo>
                  <a:cubicBezTo>
                    <a:pt x="7" y="8"/>
                    <a:pt x="7" y="5"/>
                    <a:pt x="0" y="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95" name="Freeform 959"/>
            <p:cNvSpPr>
              <a:spLocks/>
            </p:cNvSpPr>
            <p:nvPr/>
          </p:nvSpPr>
          <p:spPr bwMode="auto">
            <a:xfrm>
              <a:off x="19967" y="3393"/>
              <a:ext cx="45" cy="51"/>
            </a:xfrm>
            <a:custGeom>
              <a:avLst/>
              <a:gdLst>
                <a:gd name="T0" fmla="*/ 0 w 8"/>
                <a:gd name="T1" fmla="*/ 0 h 9"/>
                <a:gd name="T2" fmla="*/ 1423 w 8"/>
                <a:gd name="T3" fmla="*/ 901 h 9"/>
                <a:gd name="T4" fmla="*/ 0 w 8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0"/>
                  </a:moveTo>
                  <a:cubicBezTo>
                    <a:pt x="0" y="0"/>
                    <a:pt x="8" y="9"/>
                    <a:pt x="8" y="5"/>
                  </a:cubicBezTo>
                  <a:cubicBezTo>
                    <a:pt x="8" y="5"/>
                    <a:pt x="7" y="2"/>
                    <a:pt x="0" y="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96" name="Freeform 960"/>
            <p:cNvSpPr>
              <a:spLocks/>
            </p:cNvSpPr>
            <p:nvPr/>
          </p:nvSpPr>
          <p:spPr bwMode="auto">
            <a:xfrm>
              <a:off x="20046" y="3387"/>
              <a:ext cx="90" cy="74"/>
            </a:xfrm>
            <a:custGeom>
              <a:avLst/>
              <a:gdLst>
                <a:gd name="T0" fmla="*/ 0 w 16"/>
                <a:gd name="T1" fmla="*/ 0 h 13"/>
                <a:gd name="T2" fmla="*/ 2846 w 16"/>
                <a:gd name="T3" fmla="*/ 1651 h 13"/>
                <a:gd name="T4" fmla="*/ 0 w 16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3">
                  <a:moveTo>
                    <a:pt x="0" y="0"/>
                  </a:moveTo>
                  <a:cubicBezTo>
                    <a:pt x="0" y="0"/>
                    <a:pt x="16" y="13"/>
                    <a:pt x="16" y="9"/>
                  </a:cubicBezTo>
                  <a:cubicBezTo>
                    <a:pt x="16" y="9"/>
                    <a:pt x="9" y="3"/>
                    <a:pt x="0" y="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97" name="Freeform 961"/>
            <p:cNvSpPr>
              <a:spLocks/>
            </p:cNvSpPr>
            <p:nvPr/>
          </p:nvSpPr>
          <p:spPr bwMode="auto">
            <a:xfrm>
              <a:off x="20017" y="3387"/>
              <a:ext cx="51" cy="57"/>
            </a:xfrm>
            <a:custGeom>
              <a:avLst/>
              <a:gdLst>
                <a:gd name="T0" fmla="*/ 0 w 9"/>
                <a:gd name="T1" fmla="*/ 0 h 10"/>
                <a:gd name="T2" fmla="*/ 1445 w 9"/>
                <a:gd name="T3" fmla="*/ 1300 h 10"/>
                <a:gd name="T4" fmla="*/ 0 w 9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0" y="0"/>
                  </a:moveTo>
                  <a:cubicBezTo>
                    <a:pt x="0" y="0"/>
                    <a:pt x="9" y="10"/>
                    <a:pt x="8" y="7"/>
                  </a:cubicBezTo>
                  <a:cubicBezTo>
                    <a:pt x="8" y="7"/>
                    <a:pt x="9" y="4"/>
                    <a:pt x="0" y="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98" name="Freeform 962"/>
            <p:cNvSpPr>
              <a:spLocks/>
            </p:cNvSpPr>
            <p:nvPr/>
          </p:nvSpPr>
          <p:spPr bwMode="auto">
            <a:xfrm>
              <a:off x="19538" y="3308"/>
              <a:ext cx="643" cy="57"/>
            </a:xfrm>
            <a:custGeom>
              <a:avLst/>
              <a:gdLst>
                <a:gd name="T0" fmla="*/ 3593 w 114"/>
                <a:gd name="T1" fmla="*/ 1106 h 10"/>
                <a:gd name="T2" fmla="*/ 9160 w 114"/>
                <a:gd name="T3" fmla="*/ 941 h 10"/>
                <a:gd name="T4" fmla="*/ 14191 w 114"/>
                <a:gd name="T5" fmla="*/ 941 h 10"/>
                <a:gd name="T6" fmla="*/ 17942 w 114"/>
                <a:gd name="T7" fmla="*/ 1106 h 10"/>
                <a:gd name="T8" fmla="*/ 20458 w 114"/>
                <a:gd name="T9" fmla="*/ 553 h 10"/>
                <a:gd name="T10" fmla="*/ 20266 w 114"/>
                <a:gd name="T11" fmla="*/ 359 h 10"/>
                <a:gd name="T12" fmla="*/ 17942 w 114"/>
                <a:gd name="T13" fmla="*/ 359 h 10"/>
                <a:gd name="T14" fmla="*/ 15240 w 114"/>
                <a:gd name="T15" fmla="*/ 194 h 10"/>
                <a:gd name="T16" fmla="*/ 7541 w 114"/>
                <a:gd name="T17" fmla="*/ 359 h 10"/>
                <a:gd name="T18" fmla="*/ 2702 w 114"/>
                <a:gd name="T19" fmla="*/ 1106 h 10"/>
                <a:gd name="T20" fmla="*/ 891 w 114"/>
                <a:gd name="T21" fmla="*/ 1300 h 10"/>
                <a:gd name="T22" fmla="*/ 1433 w 114"/>
                <a:gd name="T23" fmla="*/ 1659 h 10"/>
                <a:gd name="T24" fmla="*/ 3593 w 114"/>
                <a:gd name="T25" fmla="*/ 1106 h 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4" h="10">
                  <a:moveTo>
                    <a:pt x="20" y="6"/>
                  </a:moveTo>
                  <a:cubicBezTo>
                    <a:pt x="20" y="6"/>
                    <a:pt x="43" y="4"/>
                    <a:pt x="51" y="5"/>
                  </a:cubicBezTo>
                  <a:cubicBezTo>
                    <a:pt x="51" y="5"/>
                    <a:pt x="73" y="6"/>
                    <a:pt x="79" y="5"/>
                  </a:cubicBezTo>
                  <a:cubicBezTo>
                    <a:pt x="79" y="5"/>
                    <a:pt x="95" y="5"/>
                    <a:pt x="100" y="6"/>
                  </a:cubicBezTo>
                  <a:cubicBezTo>
                    <a:pt x="100" y="6"/>
                    <a:pt x="114" y="7"/>
                    <a:pt x="114" y="3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3" y="2"/>
                    <a:pt x="106" y="3"/>
                    <a:pt x="100" y="2"/>
                  </a:cubicBezTo>
                  <a:cubicBezTo>
                    <a:pt x="100" y="2"/>
                    <a:pt x="92" y="1"/>
                    <a:pt x="85" y="1"/>
                  </a:cubicBezTo>
                  <a:cubicBezTo>
                    <a:pt x="85" y="1"/>
                    <a:pt x="52" y="0"/>
                    <a:pt x="42" y="2"/>
                  </a:cubicBezTo>
                  <a:cubicBezTo>
                    <a:pt x="42" y="2"/>
                    <a:pt x="26" y="2"/>
                    <a:pt x="15" y="6"/>
                  </a:cubicBezTo>
                  <a:cubicBezTo>
                    <a:pt x="15" y="6"/>
                    <a:pt x="9" y="7"/>
                    <a:pt x="5" y="7"/>
                  </a:cubicBezTo>
                  <a:cubicBezTo>
                    <a:pt x="5" y="7"/>
                    <a:pt x="0" y="10"/>
                    <a:pt x="8" y="9"/>
                  </a:cubicBezTo>
                  <a:lnTo>
                    <a:pt x="20" y="6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99" name="Freeform 963"/>
            <p:cNvSpPr>
              <a:spLocks/>
            </p:cNvSpPr>
            <p:nvPr/>
          </p:nvSpPr>
          <p:spPr bwMode="auto">
            <a:xfrm>
              <a:off x="19640" y="3303"/>
              <a:ext cx="524" cy="34"/>
            </a:xfrm>
            <a:custGeom>
              <a:avLst/>
              <a:gdLst>
                <a:gd name="T0" fmla="*/ 0 w 93"/>
                <a:gd name="T1" fmla="*/ 1094 h 6"/>
                <a:gd name="T2" fmla="*/ 8762 w 93"/>
                <a:gd name="T3" fmla="*/ 351 h 6"/>
                <a:gd name="T4" fmla="*/ 15399 w 93"/>
                <a:gd name="T5" fmla="*/ 544 h 6"/>
                <a:gd name="T6" fmla="*/ 16633 w 93"/>
                <a:gd name="T7" fmla="*/ 544 h 6"/>
                <a:gd name="T8" fmla="*/ 16447 w 93"/>
                <a:gd name="T9" fmla="*/ 901 h 6"/>
                <a:gd name="T10" fmla="*/ 14666 w 93"/>
                <a:gd name="T11" fmla="*/ 737 h 6"/>
                <a:gd name="T12" fmla="*/ 5713 w 93"/>
                <a:gd name="T13" fmla="*/ 544 h 6"/>
                <a:gd name="T14" fmla="*/ 0 w 93"/>
                <a:gd name="T15" fmla="*/ 1094 h 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3" h="6">
                  <a:moveTo>
                    <a:pt x="0" y="6"/>
                  </a:moveTo>
                  <a:cubicBezTo>
                    <a:pt x="0" y="6"/>
                    <a:pt x="24" y="0"/>
                    <a:pt x="49" y="2"/>
                  </a:cubicBezTo>
                  <a:cubicBezTo>
                    <a:pt x="49" y="2"/>
                    <a:pt x="79" y="2"/>
                    <a:pt x="86" y="3"/>
                  </a:cubicBezTo>
                  <a:cubicBezTo>
                    <a:pt x="86" y="3"/>
                    <a:pt x="92" y="4"/>
                    <a:pt x="93" y="3"/>
                  </a:cubicBezTo>
                  <a:cubicBezTo>
                    <a:pt x="93" y="3"/>
                    <a:pt x="92" y="3"/>
                    <a:pt x="92" y="5"/>
                  </a:cubicBezTo>
                  <a:cubicBezTo>
                    <a:pt x="92" y="5"/>
                    <a:pt x="85" y="5"/>
                    <a:pt x="82" y="4"/>
                  </a:cubicBezTo>
                  <a:cubicBezTo>
                    <a:pt x="82" y="4"/>
                    <a:pt x="55" y="2"/>
                    <a:pt x="32" y="3"/>
                  </a:cubicBezTo>
                  <a:cubicBezTo>
                    <a:pt x="32" y="3"/>
                    <a:pt x="4" y="4"/>
                    <a:pt x="0" y="6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00" name="Freeform 964"/>
            <p:cNvSpPr>
              <a:spLocks/>
            </p:cNvSpPr>
            <p:nvPr/>
          </p:nvSpPr>
          <p:spPr bwMode="auto">
            <a:xfrm>
              <a:off x="19707" y="3325"/>
              <a:ext cx="491" cy="57"/>
            </a:xfrm>
            <a:custGeom>
              <a:avLst/>
              <a:gdLst>
                <a:gd name="T0" fmla="*/ 0 w 87"/>
                <a:gd name="T1" fmla="*/ 553 h 10"/>
                <a:gd name="T2" fmla="*/ 4142 w 87"/>
                <a:gd name="T3" fmla="*/ 747 h 10"/>
                <a:gd name="T4" fmla="*/ 8279 w 87"/>
                <a:gd name="T5" fmla="*/ 1106 h 10"/>
                <a:gd name="T6" fmla="*/ 15639 w 87"/>
                <a:gd name="T7" fmla="*/ 1853 h 10"/>
                <a:gd name="T8" fmla="*/ 14747 w 87"/>
                <a:gd name="T9" fmla="*/ 194 h 10"/>
                <a:gd name="T10" fmla="*/ 7009 w 87"/>
                <a:gd name="T11" fmla="*/ 359 h 10"/>
                <a:gd name="T12" fmla="*/ 0 w 87"/>
                <a:gd name="T13" fmla="*/ 553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" h="10">
                  <a:moveTo>
                    <a:pt x="0" y="3"/>
                  </a:moveTo>
                  <a:cubicBezTo>
                    <a:pt x="0" y="3"/>
                    <a:pt x="16" y="2"/>
                    <a:pt x="23" y="4"/>
                  </a:cubicBezTo>
                  <a:cubicBezTo>
                    <a:pt x="23" y="4"/>
                    <a:pt x="42" y="9"/>
                    <a:pt x="46" y="6"/>
                  </a:cubicBezTo>
                  <a:cubicBezTo>
                    <a:pt x="46" y="6"/>
                    <a:pt x="80" y="5"/>
                    <a:pt x="87" y="10"/>
                  </a:cubicBezTo>
                  <a:cubicBezTo>
                    <a:pt x="82" y="1"/>
                    <a:pt x="82" y="1"/>
                    <a:pt x="82" y="1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6" y="0"/>
                    <a:pt x="0" y="3"/>
                  </a:cubicBezTo>
                  <a:close/>
                </a:path>
              </a:pathLst>
            </a:custGeom>
            <a:solidFill>
              <a:srgbClr val="8F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01" name="Freeform 965"/>
            <p:cNvSpPr>
              <a:spLocks/>
            </p:cNvSpPr>
            <p:nvPr/>
          </p:nvSpPr>
          <p:spPr bwMode="auto">
            <a:xfrm>
              <a:off x="19375" y="3303"/>
              <a:ext cx="310" cy="96"/>
            </a:xfrm>
            <a:custGeom>
              <a:avLst/>
              <a:gdLst>
                <a:gd name="T0" fmla="*/ 891 w 55"/>
                <a:gd name="T1" fmla="*/ 350 h 17"/>
                <a:gd name="T2" fmla="*/ 3590 w 55"/>
                <a:gd name="T3" fmla="*/ 1626 h 17"/>
                <a:gd name="T4" fmla="*/ 5180 w 55"/>
                <a:gd name="T5" fmla="*/ 1784 h 17"/>
                <a:gd name="T6" fmla="*/ 6989 w 55"/>
                <a:gd name="T7" fmla="*/ 2327 h 17"/>
                <a:gd name="T8" fmla="*/ 7147 w 55"/>
                <a:gd name="T9" fmla="*/ 2519 h 17"/>
                <a:gd name="T10" fmla="*/ 7880 w 55"/>
                <a:gd name="T11" fmla="*/ 2869 h 17"/>
                <a:gd name="T12" fmla="*/ 9655 w 55"/>
                <a:gd name="T13" fmla="*/ 2327 h 17"/>
                <a:gd name="T14" fmla="*/ 9120 w 55"/>
                <a:gd name="T15" fmla="*/ 2168 h 17"/>
                <a:gd name="T16" fmla="*/ 8421 w 55"/>
                <a:gd name="T17" fmla="*/ 1976 h 17"/>
                <a:gd name="T18" fmla="*/ 8770 w 55"/>
                <a:gd name="T19" fmla="*/ 1276 h 17"/>
                <a:gd name="T20" fmla="*/ 6989 w 55"/>
                <a:gd name="T21" fmla="*/ 1434 h 17"/>
                <a:gd name="T22" fmla="*/ 1781 w 55"/>
                <a:gd name="T23" fmla="*/ 542 h 17"/>
                <a:gd name="T24" fmla="*/ 891 w 55"/>
                <a:gd name="T25" fmla="*/ 350 h 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5" h="17">
                  <a:moveTo>
                    <a:pt x="5" y="2"/>
                  </a:moveTo>
                  <a:cubicBezTo>
                    <a:pt x="5" y="2"/>
                    <a:pt x="0" y="6"/>
                    <a:pt x="20" y="9"/>
                  </a:cubicBezTo>
                  <a:cubicBezTo>
                    <a:pt x="20" y="9"/>
                    <a:pt x="25" y="11"/>
                    <a:pt x="29" y="10"/>
                  </a:cubicBezTo>
                  <a:cubicBezTo>
                    <a:pt x="29" y="10"/>
                    <a:pt x="30" y="14"/>
                    <a:pt x="39" y="13"/>
                  </a:cubicBezTo>
                  <a:cubicBezTo>
                    <a:pt x="39" y="13"/>
                    <a:pt x="41" y="12"/>
                    <a:pt x="40" y="14"/>
                  </a:cubicBezTo>
                  <a:cubicBezTo>
                    <a:pt x="40" y="14"/>
                    <a:pt x="37" y="17"/>
                    <a:pt x="44" y="16"/>
                  </a:cubicBezTo>
                  <a:cubicBezTo>
                    <a:pt x="44" y="16"/>
                    <a:pt x="52" y="16"/>
                    <a:pt x="54" y="13"/>
                  </a:cubicBezTo>
                  <a:cubicBezTo>
                    <a:pt x="54" y="13"/>
                    <a:pt x="55" y="11"/>
                    <a:pt x="51" y="12"/>
                  </a:cubicBezTo>
                  <a:cubicBezTo>
                    <a:pt x="51" y="12"/>
                    <a:pt x="43" y="13"/>
                    <a:pt x="47" y="11"/>
                  </a:cubicBezTo>
                  <a:cubicBezTo>
                    <a:pt x="47" y="11"/>
                    <a:pt x="55" y="8"/>
                    <a:pt x="49" y="7"/>
                  </a:cubicBezTo>
                  <a:cubicBezTo>
                    <a:pt x="49" y="7"/>
                    <a:pt x="44" y="6"/>
                    <a:pt x="39" y="8"/>
                  </a:cubicBezTo>
                  <a:cubicBezTo>
                    <a:pt x="39" y="8"/>
                    <a:pt x="22" y="9"/>
                    <a:pt x="10" y="3"/>
                  </a:cubicBezTo>
                  <a:cubicBezTo>
                    <a:pt x="10" y="3"/>
                    <a:pt x="6" y="0"/>
                    <a:pt x="5" y="2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02" name="Freeform 966"/>
            <p:cNvSpPr>
              <a:spLocks/>
            </p:cNvSpPr>
            <p:nvPr/>
          </p:nvSpPr>
          <p:spPr bwMode="auto">
            <a:xfrm>
              <a:off x="19369" y="3274"/>
              <a:ext cx="243" cy="79"/>
            </a:xfrm>
            <a:custGeom>
              <a:avLst/>
              <a:gdLst>
                <a:gd name="T0" fmla="*/ 1085 w 43"/>
                <a:gd name="T1" fmla="*/ 1275 h 14"/>
                <a:gd name="T2" fmla="*/ 5589 w 43"/>
                <a:gd name="T3" fmla="*/ 2517 h 14"/>
                <a:gd name="T4" fmla="*/ 7759 w 43"/>
                <a:gd name="T5" fmla="*/ 2325 h 14"/>
                <a:gd name="T6" fmla="*/ 1978 w 43"/>
                <a:gd name="T7" fmla="*/ 1083 h 14"/>
                <a:gd name="T8" fmla="*/ 1085 w 43"/>
                <a:gd name="T9" fmla="*/ 1275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4">
                  <a:moveTo>
                    <a:pt x="6" y="7"/>
                  </a:moveTo>
                  <a:cubicBezTo>
                    <a:pt x="6" y="7"/>
                    <a:pt x="12" y="14"/>
                    <a:pt x="31" y="14"/>
                  </a:cubicBezTo>
                  <a:cubicBezTo>
                    <a:pt x="31" y="14"/>
                    <a:pt x="40" y="14"/>
                    <a:pt x="43" y="13"/>
                  </a:cubicBezTo>
                  <a:cubicBezTo>
                    <a:pt x="43" y="13"/>
                    <a:pt x="22" y="12"/>
                    <a:pt x="11" y="6"/>
                  </a:cubicBezTo>
                  <a:cubicBezTo>
                    <a:pt x="11" y="6"/>
                    <a:pt x="0" y="0"/>
                    <a:pt x="6" y="7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03" name="Freeform 967"/>
            <p:cNvSpPr>
              <a:spLocks/>
            </p:cNvSpPr>
            <p:nvPr/>
          </p:nvSpPr>
          <p:spPr bwMode="auto">
            <a:xfrm>
              <a:off x="19578" y="3359"/>
              <a:ext cx="124" cy="34"/>
            </a:xfrm>
            <a:custGeom>
              <a:avLst/>
              <a:gdLst>
                <a:gd name="T0" fmla="*/ 541 w 22"/>
                <a:gd name="T1" fmla="*/ 901 h 6"/>
                <a:gd name="T2" fmla="*/ 1618 w 22"/>
                <a:gd name="T3" fmla="*/ 901 h 6"/>
                <a:gd name="T4" fmla="*/ 3940 w 22"/>
                <a:gd name="T5" fmla="*/ 0 h 6"/>
                <a:gd name="T6" fmla="*/ 1432 w 22"/>
                <a:gd name="T7" fmla="*/ 544 h 6"/>
                <a:gd name="T8" fmla="*/ 541 w 22"/>
                <a:gd name="T9" fmla="*/ 90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6">
                  <a:moveTo>
                    <a:pt x="3" y="5"/>
                  </a:moveTo>
                  <a:cubicBezTo>
                    <a:pt x="3" y="5"/>
                    <a:pt x="6" y="6"/>
                    <a:pt x="9" y="5"/>
                  </a:cubicBezTo>
                  <a:cubicBezTo>
                    <a:pt x="9" y="5"/>
                    <a:pt x="19" y="3"/>
                    <a:pt x="22" y="0"/>
                  </a:cubicBezTo>
                  <a:cubicBezTo>
                    <a:pt x="22" y="0"/>
                    <a:pt x="11" y="3"/>
                    <a:pt x="8" y="3"/>
                  </a:cubicBezTo>
                  <a:cubicBezTo>
                    <a:pt x="8" y="3"/>
                    <a:pt x="0" y="3"/>
                    <a:pt x="3" y="5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04" name="Freeform 968"/>
            <p:cNvSpPr>
              <a:spLocks/>
            </p:cNvSpPr>
            <p:nvPr/>
          </p:nvSpPr>
          <p:spPr bwMode="auto">
            <a:xfrm>
              <a:off x="20215" y="3477"/>
              <a:ext cx="535" cy="294"/>
            </a:xfrm>
            <a:custGeom>
              <a:avLst/>
              <a:gdLst>
                <a:gd name="T0" fmla="*/ 3396 w 95"/>
                <a:gd name="T1" fmla="*/ 2720 h 52"/>
                <a:gd name="T2" fmla="*/ 2315 w 95"/>
                <a:gd name="T3" fmla="*/ 3963 h 52"/>
                <a:gd name="T4" fmla="*/ 1425 w 95"/>
                <a:gd name="T5" fmla="*/ 5241 h 52"/>
                <a:gd name="T6" fmla="*/ 890 w 95"/>
                <a:gd name="T7" fmla="*/ 7418 h 52"/>
                <a:gd name="T8" fmla="*/ 1774 w 95"/>
                <a:gd name="T9" fmla="*/ 8119 h 52"/>
                <a:gd name="T10" fmla="*/ 2315 w 95"/>
                <a:gd name="T11" fmla="*/ 8311 h 52"/>
                <a:gd name="T12" fmla="*/ 2855 w 95"/>
                <a:gd name="T13" fmla="*/ 8119 h 52"/>
                <a:gd name="T14" fmla="*/ 3047 w 95"/>
                <a:gd name="T15" fmla="*/ 8311 h 52"/>
                <a:gd name="T16" fmla="*/ 3396 w 95"/>
                <a:gd name="T17" fmla="*/ 8311 h 52"/>
                <a:gd name="T18" fmla="*/ 3582 w 95"/>
                <a:gd name="T19" fmla="*/ 8503 h 52"/>
                <a:gd name="T20" fmla="*/ 3931 w 95"/>
                <a:gd name="T21" fmla="*/ 8662 h 52"/>
                <a:gd name="T22" fmla="*/ 5170 w 95"/>
                <a:gd name="T23" fmla="*/ 8854 h 52"/>
                <a:gd name="T24" fmla="*/ 5710 w 95"/>
                <a:gd name="T25" fmla="*/ 8854 h 52"/>
                <a:gd name="T26" fmla="*/ 6060 w 95"/>
                <a:gd name="T27" fmla="*/ 9204 h 52"/>
                <a:gd name="T28" fmla="*/ 7135 w 95"/>
                <a:gd name="T29" fmla="*/ 9046 h 52"/>
                <a:gd name="T30" fmla="*/ 8402 w 95"/>
                <a:gd name="T31" fmla="*/ 9046 h 52"/>
                <a:gd name="T32" fmla="*/ 9641 w 95"/>
                <a:gd name="T33" fmla="*/ 9046 h 52"/>
                <a:gd name="T34" fmla="*/ 10908 w 95"/>
                <a:gd name="T35" fmla="*/ 9046 h 52"/>
                <a:gd name="T36" fmla="*/ 11258 w 95"/>
                <a:gd name="T37" fmla="*/ 8503 h 52"/>
                <a:gd name="T38" fmla="*/ 11798 w 95"/>
                <a:gd name="T39" fmla="*/ 8311 h 52"/>
                <a:gd name="T40" fmla="*/ 12688 w 95"/>
                <a:gd name="T41" fmla="*/ 7576 h 52"/>
                <a:gd name="T42" fmla="*/ 13764 w 95"/>
                <a:gd name="T43" fmla="*/ 6875 h 52"/>
                <a:gd name="T44" fmla="*/ 13764 w 95"/>
                <a:gd name="T45" fmla="*/ 6327 h 52"/>
                <a:gd name="T46" fmla="*/ 14304 w 95"/>
                <a:gd name="T47" fmla="*/ 5976 h 52"/>
                <a:gd name="T48" fmla="*/ 15003 w 95"/>
                <a:gd name="T49" fmla="*/ 5241 h 52"/>
                <a:gd name="T50" fmla="*/ 15352 w 95"/>
                <a:gd name="T51" fmla="*/ 4156 h 52"/>
                <a:gd name="T52" fmla="*/ 16078 w 95"/>
                <a:gd name="T53" fmla="*/ 3262 h 52"/>
                <a:gd name="T54" fmla="*/ 16078 w 95"/>
                <a:gd name="T55" fmla="*/ 2878 h 52"/>
                <a:gd name="T56" fmla="*/ 16619 w 95"/>
                <a:gd name="T57" fmla="*/ 2363 h 52"/>
                <a:gd name="T58" fmla="*/ 16776 w 95"/>
                <a:gd name="T59" fmla="*/ 1436 h 52"/>
                <a:gd name="T60" fmla="*/ 16427 w 95"/>
                <a:gd name="T61" fmla="*/ 1086 h 52"/>
                <a:gd name="T62" fmla="*/ 16619 w 95"/>
                <a:gd name="T63" fmla="*/ 351 h 52"/>
                <a:gd name="T64" fmla="*/ 16236 w 95"/>
                <a:gd name="T65" fmla="*/ 0 h 52"/>
                <a:gd name="T66" fmla="*/ 15538 w 95"/>
                <a:gd name="T67" fmla="*/ 192 h 52"/>
                <a:gd name="T68" fmla="*/ 9833 w 95"/>
                <a:gd name="T69" fmla="*/ 192 h 52"/>
                <a:gd name="T70" fmla="*/ 8402 w 95"/>
                <a:gd name="T71" fmla="*/ 192 h 52"/>
                <a:gd name="T72" fmla="*/ 6978 w 95"/>
                <a:gd name="T73" fmla="*/ 192 h 52"/>
                <a:gd name="T74" fmla="*/ 4471 w 95"/>
                <a:gd name="T75" fmla="*/ 1821 h 52"/>
                <a:gd name="T76" fmla="*/ 3396 w 95"/>
                <a:gd name="T77" fmla="*/ 2720 h 5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95" h="52">
                  <a:moveTo>
                    <a:pt x="19" y="15"/>
                  </a:moveTo>
                  <a:cubicBezTo>
                    <a:pt x="17" y="17"/>
                    <a:pt x="15" y="20"/>
                    <a:pt x="13" y="22"/>
                  </a:cubicBezTo>
                  <a:cubicBezTo>
                    <a:pt x="11" y="25"/>
                    <a:pt x="9" y="27"/>
                    <a:pt x="8" y="29"/>
                  </a:cubicBezTo>
                  <a:cubicBezTo>
                    <a:pt x="6" y="32"/>
                    <a:pt x="0" y="40"/>
                    <a:pt x="5" y="41"/>
                  </a:cubicBezTo>
                  <a:cubicBezTo>
                    <a:pt x="8" y="41"/>
                    <a:pt x="8" y="43"/>
                    <a:pt x="10" y="45"/>
                  </a:cubicBezTo>
                  <a:cubicBezTo>
                    <a:pt x="11" y="46"/>
                    <a:pt x="12" y="47"/>
                    <a:pt x="13" y="46"/>
                  </a:cubicBezTo>
                  <a:cubicBezTo>
                    <a:pt x="15" y="46"/>
                    <a:pt x="15" y="44"/>
                    <a:pt x="16" y="45"/>
                  </a:cubicBezTo>
                  <a:cubicBezTo>
                    <a:pt x="17" y="45"/>
                    <a:pt x="17" y="46"/>
                    <a:pt x="17" y="46"/>
                  </a:cubicBezTo>
                  <a:cubicBezTo>
                    <a:pt x="18" y="46"/>
                    <a:pt x="18" y="46"/>
                    <a:pt x="19" y="46"/>
                  </a:cubicBezTo>
                  <a:cubicBezTo>
                    <a:pt x="19" y="47"/>
                    <a:pt x="20" y="46"/>
                    <a:pt x="20" y="47"/>
                  </a:cubicBezTo>
                  <a:cubicBezTo>
                    <a:pt x="21" y="47"/>
                    <a:pt x="22" y="48"/>
                    <a:pt x="22" y="48"/>
                  </a:cubicBezTo>
                  <a:cubicBezTo>
                    <a:pt x="24" y="49"/>
                    <a:pt x="27" y="49"/>
                    <a:pt x="29" y="49"/>
                  </a:cubicBezTo>
                  <a:cubicBezTo>
                    <a:pt x="30" y="49"/>
                    <a:pt x="31" y="48"/>
                    <a:pt x="32" y="49"/>
                  </a:cubicBezTo>
                  <a:cubicBezTo>
                    <a:pt x="33" y="49"/>
                    <a:pt x="33" y="50"/>
                    <a:pt x="34" y="51"/>
                  </a:cubicBezTo>
                  <a:cubicBezTo>
                    <a:pt x="36" y="52"/>
                    <a:pt x="38" y="50"/>
                    <a:pt x="40" y="50"/>
                  </a:cubicBezTo>
                  <a:cubicBezTo>
                    <a:pt x="42" y="51"/>
                    <a:pt x="44" y="51"/>
                    <a:pt x="47" y="50"/>
                  </a:cubicBezTo>
                  <a:cubicBezTo>
                    <a:pt x="49" y="49"/>
                    <a:pt x="51" y="50"/>
                    <a:pt x="54" y="50"/>
                  </a:cubicBezTo>
                  <a:cubicBezTo>
                    <a:pt x="56" y="50"/>
                    <a:pt x="59" y="50"/>
                    <a:pt x="61" y="50"/>
                  </a:cubicBezTo>
                  <a:cubicBezTo>
                    <a:pt x="62" y="49"/>
                    <a:pt x="62" y="48"/>
                    <a:pt x="63" y="47"/>
                  </a:cubicBezTo>
                  <a:cubicBezTo>
                    <a:pt x="64" y="46"/>
                    <a:pt x="65" y="47"/>
                    <a:pt x="66" y="46"/>
                  </a:cubicBezTo>
                  <a:cubicBezTo>
                    <a:pt x="69" y="46"/>
                    <a:pt x="69" y="43"/>
                    <a:pt x="71" y="42"/>
                  </a:cubicBezTo>
                  <a:cubicBezTo>
                    <a:pt x="73" y="40"/>
                    <a:pt x="75" y="41"/>
                    <a:pt x="77" y="38"/>
                  </a:cubicBezTo>
                  <a:cubicBezTo>
                    <a:pt x="77" y="37"/>
                    <a:pt x="77" y="36"/>
                    <a:pt x="77" y="35"/>
                  </a:cubicBezTo>
                  <a:cubicBezTo>
                    <a:pt x="78" y="34"/>
                    <a:pt x="79" y="34"/>
                    <a:pt x="80" y="33"/>
                  </a:cubicBezTo>
                  <a:cubicBezTo>
                    <a:pt x="82" y="32"/>
                    <a:pt x="84" y="31"/>
                    <a:pt x="84" y="29"/>
                  </a:cubicBezTo>
                  <a:cubicBezTo>
                    <a:pt x="85" y="27"/>
                    <a:pt x="84" y="25"/>
                    <a:pt x="86" y="23"/>
                  </a:cubicBezTo>
                  <a:cubicBezTo>
                    <a:pt x="88" y="21"/>
                    <a:pt x="90" y="22"/>
                    <a:pt x="90" y="18"/>
                  </a:cubicBezTo>
                  <a:cubicBezTo>
                    <a:pt x="90" y="17"/>
                    <a:pt x="89" y="17"/>
                    <a:pt x="90" y="16"/>
                  </a:cubicBezTo>
                  <a:cubicBezTo>
                    <a:pt x="91" y="15"/>
                    <a:pt x="92" y="14"/>
                    <a:pt x="93" y="13"/>
                  </a:cubicBezTo>
                  <a:cubicBezTo>
                    <a:pt x="94" y="12"/>
                    <a:pt x="95" y="9"/>
                    <a:pt x="94" y="8"/>
                  </a:cubicBezTo>
                  <a:cubicBezTo>
                    <a:pt x="93" y="7"/>
                    <a:pt x="92" y="7"/>
                    <a:pt x="92" y="6"/>
                  </a:cubicBezTo>
                  <a:cubicBezTo>
                    <a:pt x="91" y="4"/>
                    <a:pt x="93" y="3"/>
                    <a:pt x="93" y="2"/>
                  </a:cubicBezTo>
                  <a:cubicBezTo>
                    <a:pt x="93" y="1"/>
                    <a:pt x="93" y="1"/>
                    <a:pt x="91" y="0"/>
                  </a:cubicBezTo>
                  <a:cubicBezTo>
                    <a:pt x="90" y="0"/>
                    <a:pt x="88" y="1"/>
                    <a:pt x="87" y="1"/>
                  </a:cubicBezTo>
                  <a:cubicBezTo>
                    <a:pt x="76" y="2"/>
                    <a:pt x="65" y="1"/>
                    <a:pt x="55" y="1"/>
                  </a:cubicBezTo>
                  <a:cubicBezTo>
                    <a:pt x="52" y="1"/>
                    <a:pt x="49" y="1"/>
                    <a:pt x="47" y="1"/>
                  </a:cubicBezTo>
                  <a:cubicBezTo>
                    <a:pt x="45" y="1"/>
                    <a:pt x="42" y="0"/>
                    <a:pt x="39" y="1"/>
                  </a:cubicBezTo>
                  <a:cubicBezTo>
                    <a:pt x="34" y="2"/>
                    <a:pt x="30" y="8"/>
                    <a:pt x="25" y="10"/>
                  </a:cubicBezTo>
                  <a:lnTo>
                    <a:pt x="19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05" name="Freeform 969"/>
            <p:cNvSpPr>
              <a:spLocks/>
            </p:cNvSpPr>
            <p:nvPr/>
          </p:nvSpPr>
          <p:spPr bwMode="auto">
            <a:xfrm>
              <a:off x="20265" y="3489"/>
              <a:ext cx="423" cy="225"/>
            </a:xfrm>
            <a:custGeom>
              <a:avLst/>
              <a:gdLst>
                <a:gd name="T0" fmla="*/ 1974 w 75"/>
                <a:gd name="T1" fmla="*/ 2498 h 40"/>
                <a:gd name="T2" fmla="*/ 1083 w 75"/>
                <a:gd name="T3" fmla="*/ 3735 h 40"/>
                <a:gd name="T4" fmla="*/ 541 w 75"/>
                <a:gd name="T5" fmla="*/ 5158 h 40"/>
                <a:gd name="T6" fmla="*/ 0 w 75"/>
                <a:gd name="T7" fmla="*/ 6424 h 40"/>
                <a:gd name="T8" fmla="*/ 891 w 75"/>
                <a:gd name="T9" fmla="*/ 6773 h 40"/>
                <a:gd name="T10" fmla="*/ 1624 w 75"/>
                <a:gd name="T11" fmla="*/ 6773 h 40"/>
                <a:gd name="T12" fmla="*/ 2865 w 75"/>
                <a:gd name="T13" fmla="*/ 6930 h 40"/>
                <a:gd name="T14" fmla="*/ 5217 w 75"/>
                <a:gd name="T15" fmla="*/ 6930 h 40"/>
                <a:gd name="T16" fmla="*/ 7349 w 75"/>
                <a:gd name="T17" fmla="*/ 7121 h 40"/>
                <a:gd name="T18" fmla="*/ 9159 w 75"/>
                <a:gd name="T19" fmla="*/ 6581 h 40"/>
                <a:gd name="T20" fmla="*/ 11291 w 75"/>
                <a:gd name="T21" fmla="*/ 4269 h 40"/>
                <a:gd name="T22" fmla="*/ 12916 w 75"/>
                <a:gd name="T23" fmla="*/ 1423 h 40"/>
                <a:gd name="T24" fmla="*/ 13107 w 75"/>
                <a:gd name="T25" fmla="*/ 349 h 40"/>
                <a:gd name="T26" fmla="*/ 12374 w 75"/>
                <a:gd name="T27" fmla="*/ 191 h 40"/>
                <a:gd name="T28" fmla="*/ 11483 w 75"/>
                <a:gd name="T29" fmla="*/ 191 h 40"/>
                <a:gd name="T30" fmla="*/ 8082 w 75"/>
                <a:gd name="T31" fmla="*/ 349 h 40"/>
                <a:gd name="T32" fmla="*/ 6108 w 75"/>
                <a:gd name="T33" fmla="*/ 349 h 40"/>
                <a:gd name="T34" fmla="*/ 4292 w 75"/>
                <a:gd name="T35" fmla="*/ 1074 h 40"/>
                <a:gd name="T36" fmla="*/ 1974 w 75"/>
                <a:gd name="T37" fmla="*/ 2498 h 4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5" h="40">
                  <a:moveTo>
                    <a:pt x="11" y="14"/>
                  </a:moveTo>
                  <a:cubicBezTo>
                    <a:pt x="10" y="16"/>
                    <a:pt x="8" y="18"/>
                    <a:pt x="6" y="21"/>
                  </a:cubicBezTo>
                  <a:cubicBezTo>
                    <a:pt x="5" y="23"/>
                    <a:pt x="4" y="26"/>
                    <a:pt x="3" y="29"/>
                  </a:cubicBezTo>
                  <a:cubicBezTo>
                    <a:pt x="3" y="31"/>
                    <a:pt x="0" y="34"/>
                    <a:pt x="0" y="36"/>
                  </a:cubicBezTo>
                  <a:cubicBezTo>
                    <a:pt x="0" y="38"/>
                    <a:pt x="4" y="38"/>
                    <a:pt x="5" y="38"/>
                  </a:cubicBezTo>
                  <a:cubicBezTo>
                    <a:pt x="7" y="38"/>
                    <a:pt x="8" y="38"/>
                    <a:pt x="9" y="38"/>
                  </a:cubicBezTo>
                  <a:cubicBezTo>
                    <a:pt x="11" y="37"/>
                    <a:pt x="14" y="38"/>
                    <a:pt x="16" y="39"/>
                  </a:cubicBezTo>
                  <a:cubicBezTo>
                    <a:pt x="21" y="39"/>
                    <a:pt x="25" y="39"/>
                    <a:pt x="29" y="39"/>
                  </a:cubicBezTo>
                  <a:cubicBezTo>
                    <a:pt x="33" y="38"/>
                    <a:pt x="37" y="40"/>
                    <a:pt x="41" y="40"/>
                  </a:cubicBezTo>
                  <a:cubicBezTo>
                    <a:pt x="45" y="40"/>
                    <a:pt x="48" y="39"/>
                    <a:pt x="51" y="37"/>
                  </a:cubicBezTo>
                  <a:cubicBezTo>
                    <a:pt x="56" y="34"/>
                    <a:pt x="60" y="30"/>
                    <a:pt x="63" y="24"/>
                  </a:cubicBezTo>
                  <a:cubicBezTo>
                    <a:pt x="65" y="18"/>
                    <a:pt x="68" y="13"/>
                    <a:pt x="72" y="8"/>
                  </a:cubicBezTo>
                  <a:cubicBezTo>
                    <a:pt x="72" y="7"/>
                    <a:pt x="75" y="3"/>
                    <a:pt x="73" y="2"/>
                  </a:cubicBezTo>
                  <a:cubicBezTo>
                    <a:pt x="72" y="1"/>
                    <a:pt x="70" y="2"/>
                    <a:pt x="69" y="1"/>
                  </a:cubicBezTo>
                  <a:cubicBezTo>
                    <a:pt x="67" y="1"/>
                    <a:pt x="66" y="1"/>
                    <a:pt x="64" y="1"/>
                  </a:cubicBezTo>
                  <a:cubicBezTo>
                    <a:pt x="58" y="0"/>
                    <a:pt x="51" y="2"/>
                    <a:pt x="45" y="2"/>
                  </a:cubicBezTo>
                  <a:cubicBezTo>
                    <a:pt x="41" y="3"/>
                    <a:pt x="38" y="2"/>
                    <a:pt x="34" y="2"/>
                  </a:cubicBezTo>
                  <a:cubicBezTo>
                    <a:pt x="30" y="3"/>
                    <a:pt x="27" y="5"/>
                    <a:pt x="24" y="6"/>
                  </a:cubicBezTo>
                  <a:lnTo>
                    <a:pt x="11" y="14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06" name="Freeform 970"/>
            <p:cNvSpPr>
              <a:spLocks/>
            </p:cNvSpPr>
            <p:nvPr/>
          </p:nvSpPr>
          <p:spPr bwMode="auto">
            <a:xfrm>
              <a:off x="20260" y="3494"/>
              <a:ext cx="473" cy="265"/>
            </a:xfrm>
            <a:custGeom>
              <a:avLst/>
              <a:gdLst>
                <a:gd name="T0" fmla="*/ 1239 w 84"/>
                <a:gd name="T1" fmla="*/ 3941 h 47"/>
                <a:gd name="T2" fmla="*/ 732 w 84"/>
                <a:gd name="T3" fmla="*/ 5215 h 47"/>
                <a:gd name="T4" fmla="*/ 0 w 84"/>
                <a:gd name="T5" fmla="*/ 6456 h 47"/>
                <a:gd name="T6" fmla="*/ 732 w 84"/>
                <a:gd name="T7" fmla="*/ 6805 h 47"/>
                <a:gd name="T8" fmla="*/ 1239 w 84"/>
                <a:gd name="T9" fmla="*/ 6991 h 47"/>
                <a:gd name="T10" fmla="*/ 1774 w 84"/>
                <a:gd name="T11" fmla="*/ 7183 h 47"/>
                <a:gd name="T12" fmla="*/ 2314 w 84"/>
                <a:gd name="T13" fmla="*/ 7533 h 47"/>
                <a:gd name="T14" fmla="*/ 2855 w 84"/>
                <a:gd name="T15" fmla="*/ 7533 h 47"/>
                <a:gd name="T16" fmla="*/ 3395 w 84"/>
                <a:gd name="T17" fmla="*/ 7691 h 47"/>
                <a:gd name="T18" fmla="*/ 4122 w 84"/>
                <a:gd name="T19" fmla="*/ 7691 h 47"/>
                <a:gd name="T20" fmla="*/ 4629 w 84"/>
                <a:gd name="T21" fmla="*/ 8074 h 47"/>
                <a:gd name="T22" fmla="*/ 5361 w 84"/>
                <a:gd name="T23" fmla="*/ 7882 h 47"/>
                <a:gd name="T24" fmla="*/ 6977 w 84"/>
                <a:gd name="T25" fmla="*/ 8232 h 47"/>
                <a:gd name="T26" fmla="*/ 7675 w 84"/>
                <a:gd name="T27" fmla="*/ 8074 h 47"/>
                <a:gd name="T28" fmla="*/ 8210 w 84"/>
                <a:gd name="T29" fmla="*/ 8232 h 47"/>
                <a:gd name="T30" fmla="*/ 9291 w 84"/>
                <a:gd name="T31" fmla="*/ 7882 h 47"/>
                <a:gd name="T32" fmla="*/ 10367 w 84"/>
                <a:gd name="T33" fmla="*/ 7341 h 47"/>
                <a:gd name="T34" fmla="*/ 10873 w 84"/>
                <a:gd name="T35" fmla="*/ 6991 h 47"/>
                <a:gd name="T36" fmla="*/ 11256 w 84"/>
                <a:gd name="T37" fmla="*/ 6456 h 47"/>
                <a:gd name="T38" fmla="*/ 11797 w 84"/>
                <a:gd name="T39" fmla="*/ 6264 h 47"/>
                <a:gd name="T40" fmla="*/ 12146 w 84"/>
                <a:gd name="T41" fmla="*/ 5565 h 47"/>
                <a:gd name="T42" fmla="*/ 13030 w 84"/>
                <a:gd name="T43" fmla="*/ 4482 h 47"/>
                <a:gd name="T44" fmla="*/ 13379 w 84"/>
                <a:gd name="T45" fmla="*/ 4133 h 47"/>
                <a:gd name="T46" fmla="*/ 13571 w 84"/>
                <a:gd name="T47" fmla="*/ 3592 h 47"/>
                <a:gd name="T48" fmla="*/ 14111 w 84"/>
                <a:gd name="T49" fmla="*/ 2509 h 47"/>
                <a:gd name="T50" fmla="*/ 14269 w 84"/>
                <a:gd name="T51" fmla="*/ 1240 h 47"/>
                <a:gd name="T52" fmla="*/ 14460 w 84"/>
                <a:gd name="T53" fmla="*/ 350 h 47"/>
                <a:gd name="T54" fmla="*/ 13030 w 84"/>
                <a:gd name="T55" fmla="*/ 192 h 47"/>
                <a:gd name="T56" fmla="*/ 11605 w 84"/>
                <a:gd name="T57" fmla="*/ 0 h 47"/>
                <a:gd name="T58" fmla="*/ 12332 w 84"/>
                <a:gd name="T59" fmla="*/ 541 h 47"/>
                <a:gd name="T60" fmla="*/ 12146 w 84"/>
                <a:gd name="T61" fmla="*/ 1083 h 47"/>
                <a:gd name="T62" fmla="*/ 10367 w 84"/>
                <a:gd name="T63" fmla="*/ 733 h 47"/>
                <a:gd name="T64" fmla="*/ 11414 w 84"/>
                <a:gd name="T65" fmla="*/ 1432 h 47"/>
                <a:gd name="T66" fmla="*/ 10873 w 84"/>
                <a:gd name="T67" fmla="*/ 1973 h 47"/>
                <a:gd name="T68" fmla="*/ 10367 w 84"/>
                <a:gd name="T69" fmla="*/ 1782 h 47"/>
                <a:gd name="T70" fmla="*/ 10524 w 84"/>
                <a:gd name="T71" fmla="*/ 2323 h 47"/>
                <a:gd name="T72" fmla="*/ 9989 w 84"/>
                <a:gd name="T73" fmla="*/ 3208 h 47"/>
                <a:gd name="T74" fmla="*/ 9832 w 84"/>
                <a:gd name="T75" fmla="*/ 3592 h 47"/>
                <a:gd name="T76" fmla="*/ 9640 w 84"/>
                <a:gd name="T77" fmla="*/ 4291 h 47"/>
                <a:gd name="T78" fmla="*/ 8559 w 84"/>
                <a:gd name="T79" fmla="*/ 5215 h 47"/>
                <a:gd name="T80" fmla="*/ 8024 w 84"/>
                <a:gd name="T81" fmla="*/ 5373 h 47"/>
                <a:gd name="T82" fmla="*/ 7517 w 84"/>
                <a:gd name="T83" fmla="*/ 5915 h 47"/>
                <a:gd name="T84" fmla="*/ 6785 w 84"/>
                <a:gd name="T85" fmla="*/ 6106 h 47"/>
                <a:gd name="T86" fmla="*/ 6245 w 84"/>
                <a:gd name="T87" fmla="*/ 6264 h 47"/>
                <a:gd name="T88" fmla="*/ 5710 w 84"/>
                <a:gd name="T89" fmla="*/ 5723 h 47"/>
                <a:gd name="T90" fmla="*/ 5169 w 84"/>
                <a:gd name="T91" fmla="*/ 5565 h 47"/>
                <a:gd name="T92" fmla="*/ 4280 w 84"/>
                <a:gd name="T93" fmla="*/ 5373 h 47"/>
                <a:gd name="T94" fmla="*/ 3739 w 84"/>
                <a:gd name="T95" fmla="*/ 5024 h 47"/>
                <a:gd name="T96" fmla="*/ 3395 w 84"/>
                <a:gd name="T97" fmla="*/ 5024 h 47"/>
                <a:gd name="T98" fmla="*/ 3046 w 84"/>
                <a:gd name="T99" fmla="*/ 5565 h 47"/>
                <a:gd name="T100" fmla="*/ 2663 w 84"/>
                <a:gd name="T101" fmla="*/ 5215 h 47"/>
                <a:gd name="T102" fmla="*/ 2157 w 84"/>
                <a:gd name="T103" fmla="*/ 4482 h 47"/>
                <a:gd name="T104" fmla="*/ 1616 w 84"/>
                <a:gd name="T105" fmla="*/ 5565 h 47"/>
                <a:gd name="T106" fmla="*/ 1425 w 84"/>
                <a:gd name="T107" fmla="*/ 4674 h 47"/>
                <a:gd name="T108" fmla="*/ 1239 w 84"/>
                <a:gd name="T109" fmla="*/ 3941 h 4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84" h="47">
                  <a:moveTo>
                    <a:pt x="7" y="22"/>
                  </a:moveTo>
                  <a:cubicBezTo>
                    <a:pt x="6" y="24"/>
                    <a:pt x="5" y="27"/>
                    <a:pt x="4" y="29"/>
                  </a:cubicBezTo>
                  <a:cubicBezTo>
                    <a:pt x="3" y="32"/>
                    <a:pt x="1" y="34"/>
                    <a:pt x="0" y="36"/>
                  </a:cubicBezTo>
                  <a:cubicBezTo>
                    <a:pt x="0" y="39"/>
                    <a:pt x="2" y="38"/>
                    <a:pt x="4" y="38"/>
                  </a:cubicBezTo>
                  <a:cubicBezTo>
                    <a:pt x="5" y="39"/>
                    <a:pt x="5" y="39"/>
                    <a:pt x="7" y="39"/>
                  </a:cubicBezTo>
                  <a:cubicBezTo>
                    <a:pt x="8" y="39"/>
                    <a:pt x="9" y="39"/>
                    <a:pt x="10" y="40"/>
                  </a:cubicBezTo>
                  <a:cubicBezTo>
                    <a:pt x="11" y="40"/>
                    <a:pt x="12" y="42"/>
                    <a:pt x="13" y="42"/>
                  </a:cubicBezTo>
                  <a:cubicBezTo>
                    <a:pt x="14" y="42"/>
                    <a:pt x="15" y="42"/>
                    <a:pt x="16" y="42"/>
                  </a:cubicBezTo>
                  <a:cubicBezTo>
                    <a:pt x="17" y="41"/>
                    <a:pt x="18" y="42"/>
                    <a:pt x="19" y="43"/>
                  </a:cubicBezTo>
                  <a:cubicBezTo>
                    <a:pt x="20" y="43"/>
                    <a:pt x="22" y="43"/>
                    <a:pt x="23" y="43"/>
                  </a:cubicBezTo>
                  <a:cubicBezTo>
                    <a:pt x="24" y="44"/>
                    <a:pt x="25" y="44"/>
                    <a:pt x="26" y="45"/>
                  </a:cubicBezTo>
                  <a:cubicBezTo>
                    <a:pt x="27" y="45"/>
                    <a:pt x="28" y="44"/>
                    <a:pt x="30" y="44"/>
                  </a:cubicBezTo>
                  <a:cubicBezTo>
                    <a:pt x="33" y="44"/>
                    <a:pt x="36" y="47"/>
                    <a:pt x="39" y="46"/>
                  </a:cubicBezTo>
                  <a:cubicBezTo>
                    <a:pt x="40" y="46"/>
                    <a:pt x="41" y="45"/>
                    <a:pt x="43" y="45"/>
                  </a:cubicBezTo>
                  <a:cubicBezTo>
                    <a:pt x="44" y="45"/>
                    <a:pt x="45" y="46"/>
                    <a:pt x="46" y="46"/>
                  </a:cubicBezTo>
                  <a:cubicBezTo>
                    <a:pt x="49" y="46"/>
                    <a:pt x="50" y="46"/>
                    <a:pt x="52" y="44"/>
                  </a:cubicBezTo>
                  <a:cubicBezTo>
                    <a:pt x="54" y="43"/>
                    <a:pt x="56" y="43"/>
                    <a:pt x="58" y="41"/>
                  </a:cubicBezTo>
                  <a:cubicBezTo>
                    <a:pt x="59" y="41"/>
                    <a:pt x="60" y="40"/>
                    <a:pt x="61" y="39"/>
                  </a:cubicBezTo>
                  <a:cubicBezTo>
                    <a:pt x="62" y="38"/>
                    <a:pt x="62" y="37"/>
                    <a:pt x="63" y="36"/>
                  </a:cubicBezTo>
                  <a:cubicBezTo>
                    <a:pt x="64" y="35"/>
                    <a:pt x="65" y="35"/>
                    <a:pt x="66" y="35"/>
                  </a:cubicBezTo>
                  <a:cubicBezTo>
                    <a:pt x="67" y="34"/>
                    <a:pt x="68" y="32"/>
                    <a:pt x="68" y="31"/>
                  </a:cubicBezTo>
                  <a:cubicBezTo>
                    <a:pt x="69" y="28"/>
                    <a:pt x="71" y="27"/>
                    <a:pt x="73" y="25"/>
                  </a:cubicBezTo>
                  <a:cubicBezTo>
                    <a:pt x="74" y="25"/>
                    <a:pt x="75" y="25"/>
                    <a:pt x="75" y="23"/>
                  </a:cubicBezTo>
                  <a:cubicBezTo>
                    <a:pt x="76" y="22"/>
                    <a:pt x="75" y="21"/>
                    <a:pt x="76" y="20"/>
                  </a:cubicBezTo>
                  <a:cubicBezTo>
                    <a:pt x="76" y="18"/>
                    <a:pt x="78" y="16"/>
                    <a:pt x="79" y="14"/>
                  </a:cubicBezTo>
                  <a:cubicBezTo>
                    <a:pt x="80" y="12"/>
                    <a:pt x="79" y="10"/>
                    <a:pt x="80" y="7"/>
                  </a:cubicBezTo>
                  <a:cubicBezTo>
                    <a:pt x="81" y="5"/>
                    <a:pt x="84" y="3"/>
                    <a:pt x="81" y="2"/>
                  </a:cubicBezTo>
                  <a:cubicBezTo>
                    <a:pt x="78" y="1"/>
                    <a:pt x="75" y="1"/>
                    <a:pt x="73" y="1"/>
                  </a:cubicBezTo>
                  <a:cubicBezTo>
                    <a:pt x="70" y="0"/>
                    <a:pt x="68" y="0"/>
                    <a:pt x="65" y="0"/>
                  </a:cubicBezTo>
                  <a:cubicBezTo>
                    <a:pt x="66" y="1"/>
                    <a:pt x="68" y="1"/>
                    <a:pt x="69" y="3"/>
                  </a:cubicBezTo>
                  <a:cubicBezTo>
                    <a:pt x="70" y="4"/>
                    <a:pt x="70" y="6"/>
                    <a:pt x="68" y="6"/>
                  </a:cubicBezTo>
                  <a:cubicBezTo>
                    <a:pt x="65" y="7"/>
                    <a:pt x="61" y="3"/>
                    <a:pt x="58" y="4"/>
                  </a:cubicBezTo>
                  <a:cubicBezTo>
                    <a:pt x="59" y="6"/>
                    <a:pt x="62" y="6"/>
                    <a:pt x="64" y="8"/>
                  </a:cubicBezTo>
                  <a:cubicBezTo>
                    <a:pt x="65" y="10"/>
                    <a:pt x="64" y="11"/>
                    <a:pt x="61" y="11"/>
                  </a:cubicBezTo>
                  <a:cubicBezTo>
                    <a:pt x="61" y="11"/>
                    <a:pt x="58" y="10"/>
                    <a:pt x="58" y="10"/>
                  </a:cubicBezTo>
                  <a:cubicBezTo>
                    <a:pt x="57" y="11"/>
                    <a:pt x="58" y="13"/>
                    <a:pt x="59" y="13"/>
                  </a:cubicBezTo>
                  <a:cubicBezTo>
                    <a:pt x="61" y="16"/>
                    <a:pt x="58" y="16"/>
                    <a:pt x="56" y="18"/>
                  </a:cubicBezTo>
                  <a:cubicBezTo>
                    <a:pt x="56" y="18"/>
                    <a:pt x="55" y="20"/>
                    <a:pt x="55" y="20"/>
                  </a:cubicBezTo>
                  <a:cubicBezTo>
                    <a:pt x="55" y="22"/>
                    <a:pt x="55" y="23"/>
                    <a:pt x="54" y="24"/>
                  </a:cubicBezTo>
                  <a:cubicBezTo>
                    <a:pt x="53" y="27"/>
                    <a:pt x="52" y="28"/>
                    <a:pt x="48" y="29"/>
                  </a:cubicBezTo>
                  <a:cubicBezTo>
                    <a:pt x="47" y="29"/>
                    <a:pt x="46" y="29"/>
                    <a:pt x="45" y="30"/>
                  </a:cubicBezTo>
                  <a:cubicBezTo>
                    <a:pt x="44" y="31"/>
                    <a:pt x="43" y="32"/>
                    <a:pt x="42" y="33"/>
                  </a:cubicBezTo>
                  <a:cubicBezTo>
                    <a:pt x="41" y="33"/>
                    <a:pt x="40" y="33"/>
                    <a:pt x="38" y="34"/>
                  </a:cubicBezTo>
                  <a:cubicBezTo>
                    <a:pt x="37" y="34"/>
                    <a:pt x="37" y="35"/>
                    <a:pt x="35" y="35"/>
                  </a:cubicBezTo>
                  <a:cubicBezTo>
                    <a:pt x="34" y="35"/>
                    <a:pt x="33" y="33"/>
                    <a:pt x="32" y="32"/>
                  </a:cubicBezTo>
                  <a:cubicBezTo>
                    <a:pt x="31" y="31"/>
                    <a:pt x="30" y="31"/>
                    <a:pt x="29" y="31"/>
                  </a:cubicBezTo>
                  <a:cubicBezTo>
                    <a:pt x="27" y="31"/>
                    <a:pt x="26" y="30"/>
                    <a:pt x="24" y="30"/>
                  </a:cubicBezTo>
                  <a:cubicBezTo>
                    <a:pt x="22" y="29"/>
                    <a:pt x="22" y="29"/>
                    <a:pt x="21" y="28"/>
                  </a:cubicBezTo>
                  <a:cubicBezTo>
                    <a:pt x="20" y="27"/>
                    <a:pt x="19" y="27"/>
                    <a:pt x="19" y="28"/>
                  </a:cubicBezTo>
                  <a:cubicBezTo>
                    <a:pt x="18" y="29"/>
                    <a:pt x="19" y="31"/>
                    <a:pt x="17" y="31"/>
                  </a:cubicBezTo>
                  <a:cubicBezTo>
                    <a:pt x="17" y="31"/>
                    <a:pt x="15" y="29"/>
                    <a:pt x="15" y="29"/>
                  </a:cubicBezTo>
                  <a:cubicBezTo>
                    <a:pt x="14" y="28"/>
                    <a:pt x="14" y="21"/>
                    <a:pt x="12" y="25"/>
                  </a:cubicBezTo>
                  <a:cubicBezTo>
                    <a:pt x="11" y="26"/>
                    <a:pt x="11" y="30"/>
                    <a:pt x="9" y="31"/>
                  </a:cubicBezTo>
                  <a:cubicBezTo>
                    <a:pt x="7" y="31"/>
                    <a:pt x="7" y="27"/>
                    <a:pt x="8" y="26"/>
                  </a:cubicBezTo>
                  <a:cubicBezTo>
                    <a:pt x="8" y="25"/>
                    <a:pt x="9" y="19"/>
                    <a:pt x="7" y="22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07" name="Freeform 971"/>
            <p:cNvSpPr>
              <a:spLocks/>
            </p:cNvSpPr>
            <p:nvPr/>
          </p:nvSpPr>
          <p:spPr bwMode="auto">
            <a:xfrm>
              <a:off x="20282" y="3663"/>
              <a:ext cx="197" cy="91"/>
            </a:xfrm>
            <a:custGeom>
              <a:avLst/>
              <a:gdLst>
                <a:gd name="T0" fmla="*/ 889 w 35"/>
                <a:gd name="T1" fmla="*/ 358 h 16"/>
                <a:gd name="T2" fmla="*/ 0 w 35"/>
                <a:gd name="T3" fmla="*/ 1490 h 16"/>
                <a:gd name="T4" fmla="*/ 1075 w 35"/>
                <a:gd name="T5" fmla="*/ 1649 h 16"/>
                <a:gd name="T6" fmla="*/ 2156 w 35"/>
                <a:gd name="T7" fmla="*/ 2036 h 16"/>
                <a:gd name="T8" fmla="*/ 3039 w 35"/>
                <a:gd name="T9" fmla="*/ 2036 h 16"/>
                <a:gd name="T10" fmla="*/ 5353 w 35"/>
                <a:gd name="T11" fmla="*/ 2588 h 16"/>
                <a:gd name="T12" fmla="*/ 6242 w 35"/>
                <a:gd name="T13" fmla="*/ 2588 h 16"/>
                <a:gd name="T14" fmla="*/ 5510 w 35"/>
                <a:gd name="T15" fmla="*/ 1490 h 16"/>
                <a:gd name="T16" fmla="*/ 4818 w 35"/>
                <a:gd name="T17" fmla="*/ 552 h 16"/>
                <a:gd name="T18" fmla="*/ 4086 w 35"/>
                <a:gd name="T19" fmla="*/ 358 h 16"/>
                <a:gd name="T20" fmla="*/ 4086 w 35"/>
                <a:gd name="T21" fmla="*/ 1843 h 16"/>
                <a:gd name="T22" fmla="*/ 3197 w 35"/>
                <a:gd name="T23" fmla="*/ 193 h 16"/>
                <a:gd name="T24" fmla="*/ 2854 w 35"/>
                <a:gd name="T25" fmla="*/ 358 h 16"/>
                <a:gd name="T26" fmla="*/ 2662 w 35"/>
                <a:gd name="T27" fmla="*/ 552 h 16"/>
                <a:gd name="T28" fmla="*/ 2505 w 35"/>
                <a:gd name="T29" fmla="*/ 552 h 16"/>
                <a:gd name="T30" fmla="*/ 2313 w 35"/>
                <a:gd name="T31" fmla="*/ 904 h 16"/>
                <a:gd name="T32" fmla="*/ 2156 w 35"/>
                <a:gd name="T33" fmla="*/ 1297 h 16"/>
                <a:gd name="T34" fmla="*/ 2156 w 35"/>
                <a:gd name="T35" fmla="*/ 904 h 16"/>
                <a:gd name="T36" fmla="*/ 1773 w 35"/>
                <a:gd name="T37" fmla="*/ 552 h 16"/>
                <a:gd name="T38" fmla="*/ 1238 w 35"/>
                <a:gd name="T39" fmla="*/ 358 h 16"/>
                <a:gd name="T40" fmla="*/ 889 w 35"/>
                <a:gd name="T41" fmla="*/ 358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5" h="16">
                  <a:moveTo>
                    <a:pt x="5" y="2"/>
                  </a:moveTo>
                  <a:cubicBezTo>
                    <a:pt x="4" y="3"/>
                    <a:pt x="0" y="6"/>
                    <a:pt x="0" y="8"/>
                  </a:cubicBezTo>
                  <a:cubicBezTo>
                    <a:pt x="1" y="8"/>
                    <a:pt x="5" y="9"/>
                    <a:pt x="6" y="9"/>
                  </a:cubicBezTo>
                  <a:cubicBezTo>
                    <a:pt x="8" y="10"/>
                    <a:pt x="9" y="11"/>
                    <a:pt x="12" y="11"/>
                  </a:cubicBezTo>
                  <a:cubicBezTo>
                    <a:pt x="14" y="11"/>
                    <a:pt x="15" y="10"/>
                    <a:pt x="17" y="11"/>
                  </a:cubicBezTo>
                  <a:cubicBezTo>
                    <a:pt x="21" y="13"/>
                    <a:pt x="25" y="13"/>
                    <a:pt x="30" y="14"/>
                  </a:cubicBezTo>
                  <a:cubicBezTo>
                    <a:pt x="31" y="15"/>
                    <a:pt x="34" y="16"/>
                    <a:pt x="35" y="14"/>
                  </a:cubicBezTo>
                  <a:cubicBezTo>
                    <a:pt x="35" y="11"/>
                    <a:pt x="32" y="9"/>
                    <a:pt x="31" y="8"/>
                  </a:cubicBezTo>
                  <a:cubicBezTo>
                    <a:pt x="30" y="6"/>
                    <a:pt x="28" y="4"/>
                    <a:pt x="27" y="3"/>
                  </a:cubicBezTo>
                  <a:cubicBezTo>
                    <a:pt x="26" y="3"/>
                    <a:pt x="23" y="2"/>
                    <a:pt x="23" y="2"/>
                  </a:cubicBezTo>
                  <a:cubicBezTo>
                    <a:pt x="20" y="3"/>
                    <a:pt x="25" y="9"/>
                    <a:pt x="23" y="10"/>
                  </a:cubicBezTo>
                  <a:cubicBezTo>
                    <a:pt x="21" y="8"/>
                    <a:pt x="22" y="2"/>
                    <a:pt x="18" y="1"/>
                  </a:cubicBezTo>
                  <a:cubicBezTo>
                    <a:pt x="17" y="1"/>
                    <a:pt x="16" y="1"/>
                    <a:pt x="16" y="2"/>
                  </a:cubicBezTo>
                  <a:cubicBezTo>
                    <a:pt x="15" y="2"/>
                    <a:pt x="15" y="3"/>
                    <a:pt x="15" y="3"/>
                  </a:cubicBezTo>
                  <a:cubicBezTo>
                    <a:pt x="15" y="3"/>
                    <a:pt x="14" y="3"/>
                    <a:pt x="14" y="3"/>
                  </a:cubicBezTo>
                  <a:cubicBezTo>
                    <a:pt x="14" y="4"/>
                    <a:pt x="14" y="4"/>
                    <a:pt x="13" y="5"/>
                  </a:cubicBezTo>
                  <a:cubicBezTo>
                    <a:pt x="13" y="6"/>
                    <a:pt x="13" y="7"/>
                    <a:pt x="12" y="7"/>
                  </a:cubicBezTo>
                  <a:cubicBezTo>
                    <a:pt x="12" y="7"/>
                    <a:pt x="12" y="5"/>
                    <a:pt x="12" y="5"/>
                  </a:cubicBezTo>
                  <a:cubicBezTo>
                    <a:pt x="11" y="4"/>
                    <a:pt x="11" y="4"/>
                    <a:pt x="10" y="3"/>
                  </a:cubicBezTo>
                  <a:cubicBezTo>
                    <a:pt x="9" y="2"/>
                    <a:pt x="9" y="0"/>
                    <a:pt x="7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08" name="Freeform 972"/>
            <p:cNvSpPr>
              <a:spLocks/>
            </p:cNvSpPr>
            <p:nvPr/>
          </p:nvSpPr>
          <p:spPr bwMode="auto">
            <a:xfrm>
              <a:off x="20496" y="3675"/>
              <a:ext cx="102" cy="50"/>
            </a:xfrm>
            <a:custGeom>
              <a:avLst/>
              <a:gdLst>
                <a:gd name="T0" fmla="*/ 737 w 18"/>
                <a:gd name="T1" fmla="*/ 0 h 9"/>
                <a:gd name="T2" fmla="*/ 544 w 18"/>
                <a:gd name="T3" fmla="*/ 339 h 9"/>
                <a:gd name="T4" fmla="*/ 1445 w 18"/>
                <a:gd name="T5" fmla="*/ 867 h 9"/>
                <a:gd name="T6" fmla="*/ 2182 w 18"/>
                <a:gd name="T7" fmla="*/ 1356 h 9"/>
                <a:gd name="T8" fmla="*/ 3275 w 18"/>
                <a:gd name="T9" fmla="*/ 1356 h 9"/>
                <a:gd name="T10" fmla="*/ 2731 w 18"/>
                <a:gd name="T11" fmla="*/ 1017 h 9"/>
                <a:gd name="T12" fmla="*/ 2182 w 18"/>
                <a:gd name="T13" fmla="*/ 522 h 9"/>
                <a:gd name="T14" fmla="*/ 737 w 18"/>
                <a:gd name="T15" fmla="*/ 0 h 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9">
                  <a:moveTo>
                    <a:pt x="4" y="0"/>
                  </a:moveTo>
                  <a:cubicBezTo>
                    <a:pt x="3" y="0"/>
                    <a:pt x="0" y="0"/>
                    <a:pt x="3" y="2"/>
                  </a:cubicBezTo>
                  <a:cubicBezTo>
                    <a:pt x="5" y="3"/>
                    <a:pt x="6" y="4"/>
                    <a:pt x="8" y="5"/>
                  </a:cubicBezTo>
                  <a:cubicBezTo>
                    <a:pt x="10" y="6"/>
                    <a:pt x="11" y="8"/>
                    <a:pt x="12" y="8"/>
                  </a:cubicBezTo>
                  <a:cubicBezTo>
                    <a:pt x="14" y="9"/>
                    <a:pt x="16" y="8"/>
                    <a:pt x="18" y="8"/>
                  </a:cubicBezTo>
                  <a:cubicBezTo>
                    <a:pt x="18" y="7"/>
                    <a:pt x="16" y="7"/>
                    <a:pt x="15" y="6"/>
                  </a:cubicBezTo>
                  <a:cubicBezTo>
                    <a:pt x="14" y="5"/>
                    <a:pt x="13" y="3"/>
                    <a:pt x="12" y="3"/>
                  </a:cubicBezTo>
                  <a:cubicBezTo>
                    <a:pt x="10" y="1"/>
                    <a:pt x="7" y="1"/>
                    <a:pt x="4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09" name="Freeform 973"/>
            <p:cNvSpPr>
              <a:spLocks/>
            </p:cNvSpPr>
            <p:nvPr/>
          </p:nvSpPr>
          <p:spPr bwMode="auto">
            <a:xfrm>
              <a:off x="20547" y="3652"/>
              <a:ext cx="68" cy="51"/>
            </a:xfrm>
            <a:custGeom>
              <a:avLst/>
              <a:gdLst>
                <a:gd name="T0" fmla="*/ 351 w 12"/>
                <a:gd name="T1" fmla="*/ 0 h 9"/>
                <a:gd name="T2" fmla="*/ 351 w 12"/>
                <a:gd name="T3" fmla="*/ 351 h 9"/>
                <a:gd name="T4" fmla="*/ 901 w 12"/>
                <a:gd name="T5" fmla="*/ 737 h 9"/>
                <a:gd name="T6" fmla="*/ 1094 w 12"/>
                <a:gd name="T7" fmla="*/ 1094 h 9"/>
                <a:gd name="T8" fmla="*/ 1286 w 12"/>
                <a:gd name="T9" fmla="*/ 1286 h 9"/>
                <a:gd name="T10" fmla="*/ 1638 w 12"/>
                <a:gd name="T11" fmla="*/ 1638 h 9"/>
                <a:gd name="T12" fmla="*/ 1445 w 12"/>
                <a:gd name="T13" fmla="*/ 544 h 9"/>
                <a:gd name="T14" fmla="*/ 544 w 12"/>
                <a:gd name="T15" fmla="*/ 0 h 9"/>
                <a:gd name="T16" fmla="*/ 351 w 12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9">
                  <a:moveTo>
                    <a:pt x="2" y="0"/>
                  </a:moveTo>
                  <a:cubicBezTo>
                    <a:pt x="0" y="0"/>
                    <a:pt x="1" y="1"/>
                    <a:pt x="2" y="2"/>
                  </a:cubicBezTo>
                  <a:cubicBezTo>
                    <a:pt x="3" y="3"/>
                    <a:pt x="4" y="3"/>
                    <a:pt x="5" y="4"/>
                  </a:cubicBezTo>
                  <a:cubicBezTo>
                    <a:pt x="5" y="5"/>
                    <a:pt x="6" y="5"/>
                    <a:pt x="6" y="6"/>
                  </a:cubicBezTo>
                  <a:cubicBezTo>
                    <a:pt x="7" y="6"/>
                    <a:pt x="6" y="7"/>
                    <a:pt x="7" y="7"/>
                  </a:cubicBezTo>
                  <a:cubicBezTo>
                    <a:pt x="7" y="8"/>
                    <a:pt x="8" y="9"/>
                    <a:pt x="9" y="9"/>
                  </a:cubicBezTo>
                  <a:cubicBezTo>
                    <a:pt x="12" y="9"/>
                    <a:pt x="9" y="5"/>
                    <a:pt x="8" y="3"/>
                  </a:cubicBezTo>
                  <a:cubicBezTo>
                    <a:pt x="7" y="1"/>
                    <a:pt x="5" y="0"/>
                    <a:pt x="3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10" name="Freeform 974"/>
            <p:cNvSpPr>
              <a:spLocks/>
            </p:cNvSpPr>
            <p:nvPr/>
          </p:nvSpPr>
          <p:spPr bwMode="auto">
            <a:xfrm>
              <a:off x="20491" y="3680"/>
              <a:ext cx="73" cy="62"/>
            </a:xfrm>
            <a:custGeom>
              <a:avLst/>
              <a:gdLst>
                <a:gd name="T0" fmla="*/ 191 w 13"/>
                <a:gd name="T1" fmla="*/ 192 h 11"/>
                <a:gd name="T2" fmla="*/ 1073 w 13"/>
                <a:gd name="T3" fmla="*/ 733 h 11"/>
                <a:gd name="T4" fmla="*/ 1763 w 13"/>
                <a:gd name="T5" fmla="*/ 1240 h 11"/>
                <a:gd name="T6" fmla="*/ 2302 w 13"/>
                <a:gd name="T7" fmla="*/ 1618 h 11"/>
                <a:gd name="T8" fmla="*/ 1763 w 13"/>
                <a:gd name="T9" fmla="*/ 1967 h 11"/>
                <a:gd name="T10" fmla="*/ 882 w 13"/>
                <a:gd name="T11" fmla="*/ 1082 h 11"/>
                <a:gd name="T12" fmla="*/ 0 w 13"/>
                <a:gd name="T13" fmla="*/ 192 h 11"/>
                <a:gd name="T14" fmla="*/ 191 w 13"/>
                <a:gd name="T15" fmla="*/ 0 h 11"/>
                <a:gd name="T16" fmla="*/ 191 w 13"/>
                <a:gd name="T17" fmla="*/ 192 h 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11">
                  <a:moveTo>
                    <a:pt x="1" y="1"/>
                  </a:moveTo>
                  <a:cubicBezTo>
                    <a:pt x="3" y="2"/>
                    <a:pt x="5" y="3"/>
                    <a:pt x="6" y="4"/>
                  </a:cubicBezTo>
                  <a:cubicBezTo>
                    <a:pt x="8" y="5"/>
                    <a:pt x="8" y="6"/>
                    <a:pt x="10" y="7"/>
                  </a:cubicBezTo>
                  <a:cubicBezTo>
                    <a:pt x="10" y="7"/>
                    <a:pt x="12" y="8"/>
                    <a:pt x="13" y="9"/>
                  </a:cubicBezTo>
                  <a:cubicBezTo>
                    <a:pt x="13" y="10"/>
                    <a:pt x="11" y="11"/>
                    <a:pt x="10" y="11"/>
                  </a:cubicBezTo>
                  <a:cubicBezTo>
                    <a:pt x="8" y="10"/>
                    <a:pt x="6" y="7"/>
                    <a:pt x="5" y="6"/>
                  </a:cubicBezTo>
                  <a:cubicBezTo>
                    <a:pt x="3" y="5"/>
                    <a:pt x="0" y="2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11" name="Freeform 975"/>
            <p:cNvSpPr>
              <a:spLocks/>
            </p:cNvSpPr>
            <p:nvPr/>
          </p:nvSpPr>
          <p:spPr bwMode="auto">
            <a:xfrm>
              <a:off x="20468" y="3686"/>
              <a:ext cx="57" cy="62"/>
            </a:xfrm>
            <a:custGeom>
              <a:avLst/>
              <a:gdLst>
                <a:gd name="T0" fmla="*/ 359 w 10"/>
                <a:gd name="T1" fmla="*/ 192 h 11"/>
                <a:gd name="T2" fmla="*/ 1493 w 10"/>
                <a:gd name="T3" fmla="*/ 1240 h 11"/>
                <a:gd name="T4" fmla="*/ 1853 w 10"/>
                <a:gd name="T5" fmla="*/ 1781 h 11"/>
                <a:gd name="T6" fmla="*/ 1300 w 10"/>
                <a:gd name="T7" fmla="*/ 1781 h 11"/>
                <a:gd name="T8" fmla="*/ 359 w 10"/>
                <a:gd name="T9" fmla="*/ 891 h 11"/>
                <a:gd name="T10" fmla="*/ 194 w 10"/>
                <a:gd name="T11" fmla="*/ 349 h 11"/>
                <a:gd name="T12" fmla="*/ 0 w 10"/>
                <a:gd name="T13" fmla="*/ 192 h 11"/>
                <a:gd name="T14" fmla="*/ 359 w 10"/>
                <a:gd name="T15" fmla="*/ 192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11">
                  <a:moveTo>
                    <a:pt x="2" y="1"/>
                  </a:moveTo>
                  <a:cubicBezTo>
                    <a:pt x="3" y="4"/>
                    <a:pt x="6" y="5"/>
                    <a:pt x="8" y="7"/>
                  </a:cubicBezTo>
                  <a:cubicBezTo>
                    <a:pt x="9" y="8"/>
                    <a:pt x="10" y="9"/>
                    <a:pt x="10" y="10"/>
                  </a:cubicBezTo>
                  <a:cubicBezTo>
                    <a:pt x="10" y="11"/>
                    <a:pt x="8" y="11"/>
                    <a:pt x="7" y="10"/>
                  </a:cubicBezTo>
                  <a:cubicBezTo>
                    <a:pt x="5" y="9"/>
                    <a:pt x="4" y="7"/>
                    <a:pt x="2" y="5"/>
                  </a:cubicBezTo>
                  <a:cubicBezTo>
                    <a:pt x="2" y="4"/>
                    <a:pt x="2" y="3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0"/>
                    <a:pt x="1" y="0"/>
                    <a:pt x="2" y="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12" name="Freeform 976"/>
            <p:cNvSpPr>
              <a:spLocks/>
            </p:cNvSpPr>
            <p:nvPr/>
          </p:nvSpPr>
          <p:spPr bwMode="auto">
            <a:xfrm>
              <a:off x="20575" y="3590"/>
              <a:ext cx="74" cy="90"/>
            </a:xfrm>
            <a:custGeom>
              <a:avLst/>
              <a:gdLst>
                <a:gd name="T0" fmla="*/ 0 w 13"/>
                <a:gd name="T1" fmla="*/ 889 h 16"/>
                <a:gd name="T2" fmla="*/ 194 w 13"/>
                <a:gd name="T3" fmla="*/ 1614 h 16"/>
                <a:gd name="T4" fmla="*/ 746 w 13"/>
                <a:gd name="T5" fmla="*/ 2154 h 16"/>
                <a:gd name="T6" fmla="*/ 1651 w 13"/>
                <a:gd name="T7" fmla="*/ 2846 h 16"/>
                <a:gd name="T8" fmla="*/ 1298 w 13"/>
                <a:gd name="T9" fmla="*/ 2312 h 16"/>
                <a:gd name="T10" fmla="*/ 359 w 13"/>
                <a:gd name="T11" fmla="*/ 1423 h 16"/>
                <a:gd name="T12" fmla="*/ 1491 w 13"/>
                <a:gd name="T13" fmla="*/ 2154 h 16"/>
                <a:gd name="T14" fmla="*/ 2044 w 13"/>
                <a:gd name="T15" fmla="*/ 2154 h 16"/>
                <a:gd name="T16" fmla="*/ 2044 w 13"/>
                <a:gd name="T17" fmla="*/ 1772 h 16"/>
                <a:gd name="T18" fmla="*/ 905 w 13"/>
                <a:gd name="T19" fmla="*/ 540 h 16"/>
                <a:gd name="T20" fmla="*/ 194 w 13"/>
                <a:gd name="T21" fmla="*/ 191 h 16"/>
                <a:gd name="T22" fmla="*/ 194 w 13"/>
                <a:gd name="T23" fmla="*/ 726 h 16"/>
                <a:gd name="T24" fmla="*/ 0 w 13"/>
                <a:gd name="T25" fmla="*/ 889 h 1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" h="16">
                  <a:moveTo>
                    <a:pt x="0" y="5"/>
                  </a:moveTo>
                  <a:cubicBezTo>
                    <a:pt x="1" y="6"/>
                    <a:pt x="0" y="7"/>
                    <a:pt x="1" y="9"/>
                  </a:cubicBezTo>
                  <a:cubicBezTo>
                    <a:pt x="2" y="10"/>
                    <a:pt x="3" y="11"/>
                    <a:pt x="4" y="12"/>
                  </a:cubicBezTo>
                  <a:cubicBezTo>
                    <a:pt x="5" y="13"/>
                    <a:pt x="7" y="16"/>
                    <a:pt x="9" y="16"/>
                  </a:cubicBezTo>
                  <a:cubicBezTo>
                    <a:pt x="9" y="15"/>
                    <a:pt x="8" y="14"/>
                    <a:pt x="7" y="13"/>
                  </a:cubicBezTo>
                  <a:cubicBezTo>
                    <a:pt x="6" y="11"/>
                    <a:pt x="2" y="10"/>
                    <a:pt x="2" y="8"/>
                  </a:cubicBezTo>
                  <a:cubicBezTo>
                    <a:pt x="4" y="8"/>
                    <a:pt x="6" y="11"/>
                    <a:pt x="8" y="12"/>
                  </a:cubicBezTo>
                  <a:cubicBezTo>
                    <a:pt x="9" y="12"/>
                    <a:pt x="10" y="13"/>
                    <a:pt x="11" y="12"/>
                  </a:cubicBezTo>
                  <a:cubicBezTo>
                    <a:pt x="13" y="11"/>
                    <a:pt x="12" y="11"/>
                    <a:pt x="11" y="10"/>
                  </a:cubicBezTo>
                  <a:cubicBezTo>
                    <a:pt x="9" y="8"/>
                    <a:pt x="7" y="5"/>
                    <a:pt x="5" y="3"/>
                  </a:cubicBezTo>
                  <a:cubicBezTo>
                    <a:pt x="4" y="2"/>
                    <a:pt x="3" y="0"/>
                    <a:pt x="1" y="1"/>
                  </a:cubicBezTo>
                  <a:cubicBezTo>
                    <a:pt x="0" y="1"/>
                    <a:pt x="1" y="3"/>
                    <a:pt x="1" y="4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13" name="Freeform 977"/>
            <p:cNvSpPr>
              <a:spLocks/>
            </p:cNvSpPr>
            <p:nvPr/>
          </p:nvSpPr>
          <p:spPr bwMode="auto">
            <a:xfrm>
              <a:off x="20603" y="3523"/>
              <a:ext cx="108" cy="118"/>
            </a:xfrm>
            <a:custGeom>
              <a:avLst/>
              <a:gdLst>
                <a:gd name="T0" fmla="*/ 2200 w 19"/>
                <a:gd name="T1" fmla="*/ 3192 h 21"/>
                <a:gd name="T2" fmla="*/ 1842 w 19"/>
                <a:gd name="T3" fmla="*/ 2843 h 21"/>
                <a:gd name="T4" fmla="*/ 1455 w 19"/>
                <a:gd name="T5" fmla="*/ 2304 h 21"/>
                <a:gd name="T6" fmla="*/ 2393 w 19"/>
                <a:gd name="T7" fmla="*/ 2652 h 21"/>
                <a:gd name="T8" fmla="*/ 1648 w 19"/>
                <a:gd name="T9" fmla="*/ 1770 h 21"/>
                <a:gd name="T10" fmla="*/ 2393 w 19"/>
                <a:gd name="T11" fmla="*/ 1955 h 21"/>
                <a:gd name="T12" fmla="*/ 2745 w 19"/>
                <a:gd name="T13" fmla="*/ 1770 h 21"/>
                <a:gd name="T14" fmla="*/ 3132 w 19"/>
                <a:gd name="T15" fmla="*/ 1613 h 21"/>
                <a:gd name="T16" fmla="*/ 3132 w 19"/>
                <a:gd name="T17" fmla="*/ 697 h 21"/>
                <a:gd name="T18" fmla="*/ 3490 w 19"/>
                <a:gd name="T19" fmla="*/ 0 h 21"/>
                <a:gd name="T20" fmla="*/ 2393 w 19"/>
                <a:gd name="T21" fmla="*/ 0 h 21"/>
                <a:gd name="T22" fmla="*/ 1842 w 19"/>
                <a:gd name="T23" fmla="*/ 191 h 21"/>
                <a:gd name="T24" fmla="*/ 1648 w 19"/>
                <a:gd name="T25" fmla="*/ 539 h 21"/>
                <a:gd name="T26" fmla="*/ 1097 w 19"/>
                <a:gd name="T27" fmla="*/ 1231 h 21"/>
                <a:gd name="T28" fmla="*/ 551 w 19"/>
                <a:gd name="T29" fmla="*/ 1613 h 21"/>
                <a:gd name="T30" fmla="*/ 193 w 19"/>
                <a:gd name="T31" fmla="*/ 2113 h 21"/>
                <a:gd name="T32" fmla="*/ 0 w 19"/>
                <a:gd name="T33" fmla="*/ 2495 h 21"/>
                <a:gd name="T34" fmla="*/ 904 w 19"/>
                <a:gd name="T35" fmla="*/ 3192 h 21"/>
                <a:gd name="T36" fmla="*/ 1648 w 19"/>
                <a:gd name="T37" fmla="*/ 3534 h 21"/>
                <a:gd name="T38" fmla="*/ 2393 w 19"/>
                <a:gd name="T39" fmla="*/ 3377 h 21"/>
                <a:gd name="T40" fmla="*/ 2200 w 19"/>
                <a:gd name="T41" fmla="*/ 3192 h 2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9" h="21">
                  <a:moveTo>
                    <a:pt x="12" y="18"/>
                  </a:moveTo>
                  <a:cubicBezTo>
                    <a:pt x="11" y="18"/>
                    <a:pt x="11" y="17"/>
                    <a:pt x="10" y="16"/>
                  </a:cubicBezTo>
                  <a:cubicBezTo>
                    <a:pt x="9" y="15"/>
                    <a:pt x="8" y="14"/>
                    <a:pt x="8" y="13"/>
                  </a:cubicBezTo>
                  <a:cubicBezTo>
                    <a:pt x="9" y="13"/>
                    <a:pt x="12" y="17"/>
                    <a:pt x="13" y="15"/>
                  </a:cubicBezTo>
                  <a:cubicBezTo>
                    <a:pt x="14" y="13"/>
                    <a:pt x="10" y="11"/>
                    <a:pt x="9" y="10"/>
                  </a:cubicBezTo>
                  <a:cubicBezTo>
                    <a:pt x="10" y="8"/>
                    <a:pt x="12" y="11"/>
                    <a:pt x="13" y="11"/>
                  </a:cubicBezTo>
                  <a:cubicBezTo>
                    <a:pt x="14" y="11"/>
                    <a:pt x="14" y="10"/>
                    <a:pt x="15" y="10"/>
                  </a:cubicBezTo>
                  <a:cubicBezTo>
                    <a:pt x="15" y="10"/>
                    <a:pt x="17" y="10"/>
                    <a:pt x="17" y="9"/>
                  </a:cubicBezTo>
                  <a:cubicBezTo>
                    <a:pt x="18" y="8"/>
                    <a:pt x="17" y="5"/>
                    <a:pt x="17" y="4"/>
                  </a:cubicBezTo>
                  <a:cubicBezTo>
                    <a:pt x="18" y="3"/>
                    <a:pt x="19" y="2"/>
                    <a:pt x="19" y="0"/>
                  </a:cubicBezTo>
                  <a:cubicBezTo>
                    <a:pt x="17" y="0"/>
                    <a:pt x="15" y="0"/>
                    <a:pt x="13" y="0"/>
                  </a:cubicBezTo>
                  <a:cubicBezTo>
                    <a:pt x="12" y="1"/>
                    <a:pt x="11" y="0"/>
                    <a:pt x="10" y="1"/>
                  </a:cubicBezTo>
                  <a:cubicBezTo>
                    <a:pt x="9" y="1"/>
                    <a:pt x="9" y="1"/>
                    <a:pt x="9" y="3"/>
                  </a:cubicBezTo>
                  <a:cubicBezTo>
                    <a:pt x="9" y="5"/>
                    <a:pt x="8" y="7"/>
                    <a:pt x="6" y="7"/>
                  </a:cubicBezTo>
                  <a:cubicBezTo>
                    <a:pt x="5" y="7"/>
                    <a:pt x="0" y="6"/>
                    <a:pt x="3" y="9"/>
                  </a:cubicBezTo>
                  <a:cubicBezTo>
                    <a:pt x="2" y="10"/>
                    <a:pt x="1" y="11"/>
                    <a:pt x="1" y="12"/>
                  </a:cubicBezTo>
                  <a:cubicBezTo>
                    <a:pt x="1" y="12"/>
                    <a:pt x="0" y="14"/>
                    <a:pt x="0" y="14"/>
                  </a:cubicBezTo>
                  <a:cubicBezTo>
                    <a:pt x="0" y="15"/>
                    <a:pt x="4" y="17"/>
                    <a:pt x="5" y="18"/>
                  </a:cubicBezTo>
                  <a:cubicBezTo>
                    <a:pt x="6" y="19"/>
                    <a:pt x="7" y="21"/>
                    <a:pt x="9" y="20"/>
                  </a:cubicBezTo>
                  <a:cubicBezTo>
                    <a:pt x="9" y="20"/>
                    <a:pt x="13" y="20"/>
                    <a:pt x="13" y="19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14" name="Freeform 978"/>
            <p:cNvSpPr>
              <a:spLocks/>
            </p:cNvSpPr>
            <p:nvPr/>
          </p:nvSpPr>
          <p:spPr bwMode="auto">
            <a:xfrm>
              <a:off x="20333" y="3483"/>
              <a:ext cx="237" cy="175"/>
            </a:xfrm>
            <a:custGeom>
              <a:avLst/>
              <a:gdLst>
                <a:gd name="T0" fmla="*/ 192 w 42"/>
                <a:gd name="T1" fmla="*/ 3060 h 31"/>
                <a:gd name="T2" fmla="*/ 0 w 42"/>
                <a:gd name="T3" fmla="*/ 4144 h 31"/>
                <a:gd name="T4" fmla="*/ 892 w 42"/>
                <a:gd name="T5" fmla="*/ 3794 h 31"/>
                <a:gd name="T6" fmla="*/ 1275 w 42"/>
                <a:gd name="T7" fmla="*/ 4844 h 31"/>
                <a:gd name="T8" fmla="*/ 1625 w 42"/>
                <a:gd name="T9" fmla="*/ 5227 h 31"/>
                <a:gd name="T10" fmla="*/ 1783 w 42"/>
                <a:gd name="T11" fmla="*/ 4685 h 31"/>
                <a:gd name="T12" fmla="*/ 2517 w 42"/>
                <a:gd name="T13" fmla="*/ 5577 h 31"/>
                <a:gd name="T14" fmla="*/ 2517 w 42"/>
                <a:gd name="T15" fmla="*/ 5035 h 31"/>
                <a:gd name="T16" fmla="*/ 2325 w 42"/>
                <a:gd name="T17" fmla="*/ 4494 h 31"/>
                <a:gd name="T18" fmla="*/ 3600 w 42"/>
                <a:gd name="T19" fmla="*/ 5035 h 31"/>
                <a:gd name="T20" fmla="*/ 4842 w 42"/>
                <a:gd name="T21" fmla="*/ 5577 h 31"/>
                <a:gd name="T22" fmla="*/ 5033 w 42"/>
                <a:gd name="T23" fmla="*/ 5227 h 31"/>
                <a:gd name="T24" fmla="*/ 5575 w 42"/>
                <a:gd name="T25" fmla="*/ 5035 h 31"/>
                <a:gd name="T26" fmla="*/ 5925 w 42"/>
                <a:gd name="T27" fmla="*/ 4844 h 31"/>
                <a:gd name="T28" fmla="*/ 5575 w 42"/>
                <a:gd name="T29" fmla="*/ 4302 h 31"/>
                <a:gd name="T30" fmla="*/ 5575 w 42"/>
                <a:gd name="T31" fmla="*/ 3794 h 31"/>
                <a:gd name="T32" fmla="*/ 6303 w 42"/>
                <a:gd name="T33" fmla="*/ 3952 h 31"/>
                <a:gd name="T34" fmla="*/ 6653 w 42"/>
                <a:gd name="T35" fmla="*/ 3252 h 31"/>
                <a:gd name="T36" fmla="*/ 7195 w 42"/>
                <a:gd name="T37" fmla="*/ 2868 h 31"/>
                <a:gd name="T38" fmla="*/ 7545 w 42"/>
                <a:gd name="T39" fmla="*/ 2518 h 31"/>
                <a:gd name="T40" fmla="*/ 6467 w 42"/>
                <a:gd name="T41" fmla="*/ 1276 h 31"/>
                <a:gd name="T42" fmla="*/ 5383 w 42"/>
                <a:gd name="T43" fmla="*/ 192 h 31"/>
                <a:gd name="T44" fmla="*/ 4300 w 42"/>
                <a:gd name="T45" fmla="*/ 350 h 31"/>
                <a:gd name="T46" fmla="*/ 3058 w 42"/>
                <a:gd name="T47" fmla="*/ 734 h 31"/>
                <a:gd name="T48" fmla="*/ 1783 w 42"/>
                <a:gd name="T49" fmla="*/ 1784 h 31"/>
                <a:gd name="T50" fmla="*/ 1083 w 42"/>
                <a:gd name="T51" fmla="*/ 2168 h 31"/>
                <a:gd name="T52" fmla="*/ 192 w 42"/>
                <a:gd name="T53" fmla="*/ 3060 h 3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2" h="31">
                  <a:moveTo>
                    <a:pt x="1" y="17"/>
                  </a:moveTo>
                  <a:cubicBezTo>
                    <a:pt x="1" y="19"/>
                    <a:pt x="0" y="21"/>
                    <a:pt x="0" y="23"/>
                  </a:cubicBezTo>
                  <a:cubicBezTo>
                    <a:pt x="2" y="22"/>
                    <a:pt x="3" y="18"/>
                    <a:pt x="5" y="21"/>
                  </a:cubicBezTo>
                  <a:cubicBezTo>
                    <a:pt x="6" y="23"/>
                    <a:pt x="6" y="25"/>
                    <a:pt x="7" y="27"/>
                  </a:cubicBezTo>
                  <a:cubicBezTo>
                    <a:pt x="8" y="28"/>
                    <a:pt x="8" y="30"/>
                    <a:pt x="9" y="29"/>
                  </a:cubicBezTo>
                  <a:cubicBezTo>
                    <a:pt x="10" y="28"/>
                    <a:pt x="9" y="26"/>
                    <a:pt x="10" y="26"/>
                  </a:cubicBezTo>
                  <a:cubicBezTo>
                    <a:pt x="12" y="27"/>
                    <a:pt x="13" y="30"/>
                    <a:pt x="14" y="31"/>
                  </a:cubicBezTo>
                  <a:cubicBezTo>
                    <a:pt x="14" y="30"/>
                    <a:pt x="14" y="29"/>
                    <a:pt x="14" y="28"/>
                  </a:cubicBezTo>
                  <a:cubicBezTo>
                    <a:pt x="14" y="27"/>
                    <a:pt x="13" y="26"/>
                    <a:pt x="13" y="25"/>
                  </a:cubicBezTo>
                  <a:cubicBezTo>
                    <a:pt x="15" y="23"/>
                    <a:pt x="19" y="27"/>
                    <a:pt x="20" y="28"/>
                  </a:cubicBezTo>
                  <a:cubicBezTo>
                    <a:pt x="22" y="29"/>
                    <a:pt x="25" y="31"/>
                    <a:pt x="27" y="31"/>
                  </a:cubicBezTo>
                  <a:cubicBezTo>
                    <a:pt x="29" y="31"/>
                    <a:pt x="27" y="30"/>
                    <a:pt x="28" y="29"/>
                  </a:cubicBezTo>
                  <a:cubicBezTo>
                    <a:pt x="29" y="28"/>
                    <a:pt x="30" y="29"/>
                    <a:pt x="31" y="28"/>
                  </a:cubicBezTo>
                  <a:cubicBezTo>
                    <a:pt x="33" y="28"/>
                    <a:pt x="33" y="28"/>
                    <a:pt x="33" y="27"/>
                  </a:cubicBezTo>
                  <a:cubicBezTo>
                    <a:pt x="32" y="26"/>
                    <a:pt x="32" y="25"/>
                    <a:pt x="31" y="24"/>
                  </a:cubicBezTo>
                  <a:cubicBezTo>
                    <a:pt x="31" y="23"/>
                    <a:pt x="30" y="22"/>
                    <a:pt x="31" y="21"/>
                  </a:cubicBezTo>
                  <a:cubicBezTo>
                    <a:pt x="32" y="19"/>
                    <a:pt x="34" y="21"/>
                    <a:pt x="35" y="22"/>
                  </a:cubicBezTo>
                  <a:cubicBezTo>
                    <a:pt x="39" y="23"/>
                    <a:pt x="36" y="19"/>
                    <a:pt x="37" y="18"/>
                  </a:cubicBezTo>
                  <a:cubicBezTo>
                    <a:pt x="39" y="17"/>
                    <a:pt x="39" y="17"/>
                    <a:pt x="40" y="16"/>
                  </a:cubicBezTo>
                  <a:cubicBezTo>
                    <a:pt x="40" y="15"/>
                    <a:pt x="40" y="14"/>
                    <a:pt x="42" y="14"/>
                  </a:cubicBezTo>
                  <a:cubicBezTo>
                    <a:pt x="42" y="11"/>
                    <a:pt x="38" y="9"/>
                    <a:pt x="36" y="7"/>
                  </a:cubicBezTo>
                  <a:cubicBezTo>
                    <a:pt x="34" y="5"/>
                    <a:pt x="33" y="1"/>
                    <a:pt x="30" y="1"/>
                  </a:cubicBezTo>
                  <a:cubicBezTo>
                    <a:pt x="28" y="0"/>
                    <a:pt x="26" y="1"/>
                    <a:pt x="24" y="2"/>
                  </a:cubicBezTo>
                  <a:cubicBezTo>
                    <a:pt x="22" y="2"/>
                    <a:pt x="19" y="3"/>
                    <a:pt x="17" y="4"/>
                  </a:cubicBezTo>
                  <a:cubicBezTo>
                    <a:pt x="14" y="6"/>
                    <a:pt x="12" y="8"/>
                    <a:pt x="10" y="10"/>
                  </a:cubicBezTo>
                  <a:cubicBezTo>
                    <a:pt x="9" y="11"/>
                    <a:pt x="7" y="12"/>
                    <a:pt x="6" y="12"/>
                  </a:cubicBezTo>
                  <a:lnTo>
                    <a:pt x="1" y="17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15" name="Freeform 979"/>
            <p:cNvSpPr>
              <a:spLocks/>
            </p:cNvSpPr>
            <p:nvPr/>
          </p:nvSpPr>
          <p:spPr bwMode="auto">
            <a:xfrm>
              <a:off x="20141" y="3201"/>
              <a:ext cx="389" cy="446"/>
            </a:xfrm>
            <a:custGeom>
              <a:avLst/>
              <a:gdLst>
                <a:gd name="T0" fmla="*/ 733 w 69"/>
                <a:gd name="T1" fmla="*/ 2868 h 79"/>
                <a:gd name="T2" fmla="*/ 2700 w 69"/>
                <a:gd name="T3" fmla="*/ 8830 h 79"/>
                <a:gd name="T4" fmla="*/ 7182 w 69"/>
                <a:gd name="T5" fmla="*/ 12590 h 79"/>
                <a:gd name="T6" fmla="*/ 9855 w 69"/>
                <a:gd name="T7" fmla="*/ 13674 h 79"/>
                <a:gd name="T8" fmla="*/ 11123 w 69"/>
                <a:gd name="T9" fmla="*/ 13324 h 79"/>
                <a:gd name="T10" fmla="*/ 11473 w 69"/>
                <a:gd name="T11" fmla="*/ 11698 h 79"/>
                <a:gd name="T12" fmla="*/ 11281 w 69"/>
                <a:gd name="T13" fmla="*/ 8446 h 79"/>
                <a:gd name="T14" fmla="*/ 11281 w 69"/>
                <a:gd name="T15" fmla="*/ 8446 h 79"/>
                <a:gd name="T16" fmla="*/ 7690 w 69"/>
                <a:gd name="T17" fmla="*/ 4144 h 79"/>
                <a:gd name="T18" fmla="*/ 6100 w 69"/>
                <a:gd name="T19" fmla="*/ 1784 h 79"/>
                <a:gd name="T20" fmla="*/ 4132 w 69"/>
                <a:gd name="T21" fmla="*/ 892 h 79"/>
                <a:gd name="T22" fmla="*/ 1432 w 69"/>
                <a:gd name="T23" fmla="*/ 542 h 79"/>
                <a:gd name="T24" fmla="*/ 0 w 69"/>
                <a:gd name="T25" fmla="*/ 1976 h 79"/>
                <a:gd name="T26" fmla="*/ 733 w 69"/>
                <a:gd name="T27" fmla="*/ 2868 h 7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9" h="79">
                  <a:moveTo>
                    <a:pt x="4" y="16"/>
                  </a:moveTo>
                  <a:cubicBezTo>
                    <a:pt x="4" y="16"/>
                    <a:pt x="1" y="33"/>
                    <a:pt x="15" y="49"/>
                  </a:cubicBezTo>
                  <a:cubicBezTo>
                    <a:pt x="15" y="49"/>
                    <a:pt x="23" y="66"/>
                    <a:pt x="40" y="70"/>
                  </a:cubicBezTo>
                  <a:cubicBezTo>
                    <a:pt x="40" y="70"/>
                    <a:pt x="53" y="74"/>
                    <a:pt x="55" y="76"/>
                  </a:cubicBezTo>
                  <a:cubicBezTo>
                    <a:pt x="55" y="76"/>
                    <a:pt x="64" y="79"/>
                    <a:pt x="62" y="74"/>
                  </a:cubicBezTo>
                  <a:cubicBezTo>
                    <a:pt x="62" y="74"/>
                    <a:pt x="63" y="67"/>
                    <a:pt x="64" y="65"/>
                  </a:cubicBezTo>
                  <a:cubicBezTo>
                    <a:pt x="64" y="65"/>
                    <a:pt x="69" y="55"/>
                    <a:pt x="63" y="47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57" y="39"/>
                    <a:pt x="50" y="29"/>
                    <a:pt x="43" y="23"/>
                  </a:cubicBezTo>
                  <a:cubicBezTo>
                    <a:pt x="43" y="23"/>
                    <a:pt x="36" y="12"/>
                    <a:pt x="34" y="10"/>
                  </a:cubicBezTo>
                  <a:cubicBezTo>
                    <a:pt x="34" y="10"/>
                    <a:pt x="30" y="11"/>
                    <a:pt x="23" y="5"/>
                  </a:cubicBezTo>
                  <a:cubicBezTo>
                    <a:pt x="23" y="5"/>
                    <a:pt x="19" y="0"/>
                    <a:pt x="8" y="3"/>
                  </a:cubicBezTo>
                  <a:cubicBezTo>
                    <a:pt x="8" y="3"/>
                    <a:pt x="1" y="4"/>
                    <a:pt x="0" y="11"/>
                  </a:cubicBezTo>
                  <a:cubicBezTo>
                    <a:pt x="0" y="11"/>
                    <a:pt x="0" y="15"/>
                    <a:pt x="4" y="16"/>
                  </a:cubicBez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16" name="Freeform 980"/>
            <p:cNvSpPr>
              <a:spLocks/>
            </p:cNvSpPr>
            <p:nvPr/>
          </p:nvSpPr>
          <p:spPr bwMode="auto">
            <a:xfrm>
              <a:off x="20153" y="3274"/>
              <a:ext cx="343" cy="350"/>
            </a:xfrm>
            <a:custGeom>
              <a:avLst/>
              <a:gdLst>
                <a:gd name="T0" fmla="*/ 349 w 61"/>
                <a:gd name="T1" fmla="*/ 542 h 62"/>
                <a:gd name="T2" fmla="*/ 540 w 61"/>
                <a:gd name="T3" fmla="*/ 1276 h 62"/>
                <a:gd name="T4" fmla="*/ 4965 w 61"/>
                <a:gd name="T5" fmla="*/ 8637 h 62"/>
                <a:gd name="T6" fmla="*/ 8187 w 61"/>
                <a:gd name="T7" fmla="*/ 10613 h 62"/>
                <a:gd name="T8" fmla="*/ 9610 w 61"/>
                <a:gd name="T9" fmla="*/ 10613 h 62"/>
                <a:gd name="T10" fmla="*/ 9767 w 61"/>
                <a:gd name="T11" fmla="*/ 9879 h 62"/>
                <a:gd name="T12" fmla="*/ 10149 w 61"/>
                <a:gd name="T13" fmla="*/ 7361 h 62"/>
                <a:gd name="T14" fmla="*/ 7653 w 61"/>
                <a:gd name="T15" fmla="*/ 5035 h 62"/>
                <a:gd name="T16" fmla="*/ 5156 w 61"/>
                <a:gd name="T17" fmla="*/ 2326 h 62"/>
                <a:gd name="T18" fmla="*/ 3734 w 61"/>
                <a:gd name="T19" fmla="*/ 892 h 62"/>
                <a:gd name="T20" fmla="*/ 2497 w 61"/>
                <a:gd name="T21" fmla="*/ 350 h 62"/>
                <a:gd name="T22" fmla="*/ 1771 w 61"/>
                <a:gd name="T23" fmla="*/ 0 h 62"/>
                <a:gd name="T24" fmla="*/ 349 w 61"/>
                <a:gd name="T25" fmla="*/ 542 h 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1" h="62">
                  <a:moveTo>
                    <a:pt x="2" y="3"/>
                  </a:moveTo>
                  <a:cubicBezTo>
                    <a:pt x="2" y="3"/>
                    <a:pt x="4" y="5"/>
                    <a:pt x="3" y="7"/>
                  </a:cubicBezTo>
                  <a:cubicBezTo>
                    <a:pt x="3" y="7"/>
                    <a:pt x="3" y="29"/>
                    <a:pt x="28" y="48"/>
                  </a:cubicBezTo>
                  <a:cubicBezTo>
                    <a:pt x="28" y="48"/>
                    <a:pt x="36" y="56"/>
                    <a:pt x="46" y="59"/>
                  </a:cubicBezTo>
                  <a:cubicBezTo>
                    <a:pt x="46" y="59"/>
                    <a:pt x="53" y="62"/>
                    <a:pt x="54" y="59"/>
                  </a:cubicBezTo>
                  <a:cubicBezTo>
                    <a:pt x="54" y="59"/>
                    <a:pt x="54" y="56"/>
                    <a:pt x="55" y="55"/>
                  </a:cubicBezTo>
                  <a:cubicBezTo>
                    <a:pt x="55" y="55"/>
                    <a:pt x="61" y="46"/>
                    <a:pt x="57" y="41"/>
                  </a:cubicBezTo>
                  <a:cubicBezTo>
                    <a:pt x="57" y="41"/>
                    <a:pt x="50" y="31"/>
                    <a:pt x="43" y="28"/>
                  </a:cubicBezTo>
                  <a:cubicBezTo>
                    <a:pt x="43" y="28"/>
                    <a:pt x="32" y="20"/>
                    <a:pt x="29" y="13"/>
                  </a:cubicBezTo>
                  <a:cubicBezTo>
                    <a:pt x="29" y="13"/>
                    <a:pt x="26" y="7"/>
                    <a:pt x="21" y="5"/>
                  </a:cubicBezTo>
                  <a:cubicBezTo>
                    <a:pt x="21" y="5"/>
                    <a:pt x="18" y="3"/>
                    <a:pt x="14" y="2"/>
                  </a:cubicBezTo>
                  <a:cubicBezTo>
                    <a:pt x="14" y="2"/>
                    <a:pt x="11" y="2"/>
                    <a:pt x="10" y="0"/>
                  </a:cubicBezTo>
                  <a:cubicBezTo>
                    <a:pt x="10" y="0"/>
                    <a:pt x="0" y="0"/>
                    <a:pt x="2" y="3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17" name="Freeform 981"/>
            <p:cNvSpPr>
              <a:spLocks/>
            </p:cNvSpPr>
            <p:nvPr/>
          </p:nvSpPr>
          <p:spPr bwMode="auto">
            <a:xfrm>
              <a:off x="20164" y="3286"/>
              <a:ext cx="135" cy="214"/>
            </a:xfrm>
            <a:custGeom>
              <a:avLst/>
              <a:gdLst>
                <a:gd name="T0" fmla="*/ 349 w 24"/>
                <a:gd name="T1" fmla="*/ 1239 h 38"/>
                <a:gd name="T2" fmla="*/ 1074 w 24"/>
                <a:gd name="T3" fmla="*/ 541 h 38"/>
                <a:gd name="T4" fmla="*/ 1772 w 24"/>
                <a:gd name="T5" fmla="*/ 541 h 38"/>
                <a:gd name="T6" fmla="*/ 3038 w 24"/>
                <a:gd name="T7" fmla="*/ 1239 h 38"/>
                <a:gd name="T8" fmla="*/ 3578 w 24"/>
                <a:gd name="T9" fmla="*/ 2157 h 38"/>
                <a:gd name="T10" fmla="*/ 4084 w 24"/>
                <a:gd name="T11" fmla="*/ 4122 h 38"/>
                <a:gd name="T12" fmla="*/ 3926 w 24"/>
                <a:gd name="T13" fmla="*/ 5553 h 38"/>
                <a:gd name="T14" fmla="*/ 3578 w 24"/>
                <a:gd name="T15" fmla="*/ 6245 h 38"/>
                <a:gd name="T16" fmla="*/ 349 w 24"/>
                <a:gd name="T17" fmla="*/ 1239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8">
                  <a:moveTo>
                    <a:pt x="2" y="7"/>
                  </a:moveTo>
                  <a:cubicBezTo>
                    <a:pt x="2" y="7"/>
                    <a:pt x="0" y="0"/>
                    <a:pt x="6" y="3"/>
                  </a:cubicBezTo>
                  <a:cubicBezTo>
                    <a:pt x="6" y="3"/>
                    <a:pt x="9" y="3"/>
                    <a:pt x="10" y="3"/>
                  </a:cubicBezTo>
                  <a:cubicBezTo>
                    <a:pt x="10" y="3"/>
                    <a:pt x="16" y="3"/>
                    <a:pt x="17" y="7"/>
                  </a:cubicBezTo>
                  <a:cubicBezTo>
                    <a:pt x="17" y="7"/>
                    <a:pt x="18" y="11"/>
                    <a:pt x="20" y="12"/>
                  </a:cubicBezTo>
                  <a:cubicBezTo>
                    <a:pt x="20" y="12"/>
                    <a:pt x="24" y="20"/>
                    <a:pt x="23" y="23"/>
                  </a:cubicBezTo>
                  <a:cubicBezTo>
                    <a:pt x="23" y="23"/>
                    <a:pt x="22" y="28"/>
                    <a:pt x="22" y="31"/>
                  </a:cubicBezTo>
                  <a:cubicBezTo>
                    <a:pt x="22" y="31"/>
                    <a:pt x="24" y="38"/>
                    <a:pt x="20" y="35"/>
                  </a:cubicBezTo>
                  <a:cubicBezTo>
                    <a:pt x="20" y="35"/>
                    <a:pt x="5" y="28"/>
                    <a:pt x="2" y="7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18" name="Freeform 982"/>
            <p:cNvSpPr>
              <a:spLocks/>
            </p:cNvSpPr>
            <p:nvPr/>
          </p:nvSpPr>
          <p:spPr bwMode="auto">
            <a:xfrm>
              <a:off x="20434" y="3534"/>
              <a:ext cx="51" cy="96"/>
            </a:xfrm>
            <a:custGeom>
              <a:avLst/>
              <a:gdLst>
                <a:gd name="T0" fmla="*/ 193 w 9"/>
                <a:gd name="T1" fmla="*/ 1626 h 17"/>
                <a:gd name="T2" fmla="*/ 351 w 9"/>
                <a:gd name="T3" fmla="*/ 1084 h 17"/>
                <a:gd name="T4" fmla="*/ 544 w 9"/>
                <a:gd name="T5" fmla="*/ 542 h 17"/>
                <a:gd name="T6" fmla="*/ 901 w 9"/>
                <a:gd name="T7" fmla="*/ 350 h 17"/>
                <a:gd name="T8" fmla="*/ 1286 w 9"/>
                <a:gd name="T9" fmla="*/ 1976 h 17"/>
                <a:gd name="T10" fmla="*/ 544 w 9"/>
                <a:gd name="T11" fmla="*/ 2327 h 17"/>
                <a:gd name="T12" fmla="*/ 193 w 9"/>
                <a:gd name="T13" fmla="*/ 1976 h 17"/>
                <a:gd name="T14" fmla="*/ 193 w 9"/>
                <a:gd name="T15" fmla="*/ 1626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" h="17">
                  <a:moveTo>
                    <a:pt x="1" y="9"/>
                  </a:moveTo>
                  <a:cubicBezTo>
                    <a:pt x="1" y="9"/>
                    <a:pt x="0" y="7"/>
                    <a:pt x="2" y="6"/>
                  </a:cubicBezTo>
                  <a:cubicBezTo>
                    <a:pt x="2" y="6"/>
                    <a:pt x="3" y="5"/>
                    <a:pt x="3" y="3"/>
                  </a:cubicBezTo>
                  <a:cubicBezTo>
                    <a:pt x="3" y="3"/>
                    <a:pt x="4" y="0"/>
                    <a:pt x="5" y="2"/>
                  </a:cubicBezTo>
                  <a:cubicBezTo>
                    <a:pt x="5" y="2"/>
                    <a:pt x="9" y="7"/>
                    <a:pt x="7" y="11"/>
                  </a:cubicBezTo>
                  <a:cubicBezTo>
                    <a:pt x="7" y="11"/>
                    <a:pt x="4" y="17"/>
                    <a:pt x="3" y="13"/>
                  </a:cubicBezTo>
                  <a:cubicBezTo>
                    <a:pt x="3" y="13"/>
                    <a:pt x="2" y="11"/>
                    <a:pt x="1" y="11"/>
                  </a:cubicBezTo>
                  <a:cubicBezTo>
                    <a:pt x="1" y="11"/>
                    <a:pt x="1" y="11"/>
                    <a:pt x="1" y="9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19" name="Freeform 983"/>
            <p:cNvSpPr>
              <a:spLocks/>
            </p:cNvSpPr>
            <p:nvPr/>
          </p:nvSpPr>
          <p:spPr bwMode="auto">
            <a:xfrm>
              <a:off x="20457" y="3551"/>
              <a:ext cx="56" cy="293"/>
            </a:xfrm>
            <a:custGeom>
              <a:avLst/>
              <a:gdLst>
                <a:gd name="T0" fmla="*/ 190 w 10"/>
                <a:gd name="T1" fmla="*/ 1966 h 52"/>
                <a:gd name="T2" fmla="*/ 0 w 10"/>
                <a:gd name="T3" fmla="*/ 1082 h 52"/>
                <a:gd name="T4" fmla="*/ 0 w 10"/>
                <a:gd name="T5" fmla="*/ 541 h 52"/>
                <a:gd name="T6" fmla="*/ 190 w 10"/>
                <a:gd name="T7" fmla="*/ 349 h 52"/>
                <a:gd name="T8" fmla="*/ 689 w 10"/>
                <a:gd name="T9" fmla="*/ 1966 h 52"/>
                <a:gd name="T10" fmla="*/ 879 w 10"/>
                <a:gd name="T11" fmla="*/ 5015 h 52"/>
                <a:gd name="T12" fmla="*/ 1221 w 10"/>
                <a:gd name="T13" fmla="*/ 5905 h 52"/>
                <a:gd name="T14" fmla="*/ 1758 w 10"/>
                <a:gd name="T15" fmla="*/ 7522 h 52"/>
                <a:gd name="T16" fmla="*/ 1411 w 10"/>
                <a:gd name="T17" fmla="*/ 8221 h 52"/>
                <a:gd name="T18" fmla="*/ 1064 w 10"/>
                <a:gd name="T19" fmla="*/ 8221 h 52"/>
                <a:gd name="T20" fmla="*/ 879 w 10"/>
                <a:gd name="T21" fmla="*/ 6987 h 52"/>
                <a:gd name="T22" fmla="*/ 532 w 10"/>
                <a:gd name="T23" fmla="*/ 5364 h 52"/>
                <a:gd name="T24" fmla="*/ 190 w 10"/>
                <a:gd name="T25" fmla="*/ 1966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" h="52">
                  <a:moveTo>
                    <a:pt x="1" y="11"/>
                  </a:moveTo>
                  <a:cubicBezTo>
                    <a:pt x="1" y="11"/>
                    <a:pt x="0" y="8"/>
                    <a:pt x="0" y="6"/>
                  </a:cubicBezTo>
                  <a:cubicBezTo>
                    <a:pt x="0" y="6"/>
                    <a:pt x="0" y="5"/>
                    <a:pt x="0" y="3"/>
                  </a:cubicBezTo>
                  <a:cubicBezTo>
                    <a:pt x="0" y="3"/>
                    <a:pt x="0" y="0"/>
                    <a:pt x="1" y="2"/>
                  </a:cubicBezTo>
                  <a:cubicBezTo>
                    <a:pt x="1" y="2"/>
                    <a:pt x="5" y="4"/>
                    <a:pt x="4" y="11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8"/>
                    <a:pt x="5" y="30"/>
                    <a:pt x="7" y="33"/>
                  </a:cubicBezTo>
                  <a:cubicBezTo>
                    <a:pt x="7" y="33"/>
                    <a:pt x="10" y="39"/>
                    <a:pt x="10" y="42"/>
                  </a:cubicBezTo>
                  <a:cubicBezTo>
                    <a:pt x="10" y="42"/>
                    <a:pt x="10" y="46"/>
                    <a:pt x="8" y="46"/>
                  </a:cubicBezTo>
                  <a:cubicBezTo>
                    <a:pt x="8" y="46"/>
                    <a:pt x="7" y="52"/>
                    <a:pt x="6" y="46"/>
                  </a:cubicBezTo>
                  <a:cubicBezTo>
                    <a:pt x="6" y="46"/>
                    <a:pt x="6" y="41"/>
                    <a:pt x="5" y="39"/>
                  </a:cubicBezTo>
                  <a:cubicBezTo>
                    <a:pt x="5" y="39"/>
                    <a:pt x="2" y="35"/>
                    <a:pt x="3" y="30"/>
                  </a:cubicBezTo>
                  <a:cubicBezTo>
                    <a:pt x="3" y="30"/>
                    <a:pt x="2" y="13"/>
                    <a:pt x="1" y="11"/>
                  </a:cubicBezTo>
                  <a:close/>
                </a:path>
              </a:pathLst>
            </a:custGeom>
            <a:solidFill>
              <a:srgbClr val="8269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20" name="Freeform 984"/>
            <p:cNvSpPr>
              <a:spLocks/>
            </p:cNvSpPr>
            <p:nvPr/>
          </p:nvSpPr>
          <p:spPr bwMode="auto">
            <a:xfrm>
              <a:off x="20339" y="3573"/>
              <a:ext cx="73" cy="34"/>
            </a:xfrm>
            <a:custGeom>
              <a:avLst/>
              <a:gdLst>
                <a:gd name="T0" fmla="*/ 533 w 13"/>
                <a:gd name="T1" fmla="*/ 544 h 6"/>
                <a:gd name="T2" fmla="*/ 533 w 13"/>
                <a:gd name="T3" fmla="*/ 193 h 6"/>
                <a:gd name="T4" fmla="*/ 1763 w 13"/>
                <a:gd name="T5" fmla="*/ 1094 h 6"/>
                <a:gd name="T6" fmla="*/ 533 w 13"/>
                <a:gd name="T7" fmla="*/ 544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6">
                  <a:moveTo>
                    <a:pt x="3" y="3"/>
                  </a:moveTo>
                  <a:cubicBezTo>
                    <a:pt x="3" y="3"/>
                    <a:pt x="0" y="0"/>
                    <a:pt x="3" y="1"/>
                  </a:cubicBezTo>
                  <a:cubicBezTo>
                    <a:pt x="3" y="1"/>
                    <a:pt x="13" y="6"/>
                    <a:pt x="10" y="6"/>
                  </a:cubicBezTo>
                  <a:cubicBezTo>
                    <a:pt x="10" y="6"/>
                    <a:pt x="5" y="6"/>
                    <a:pt x="3" y="3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21" name="Freeform 985"/>
            <p:cNvSpPr>
              <a:spLocks/>
            </p:cNvSpPr>
            <p:nvPr/>
          </p:nvSpPr>
          <p:spPr bwMode="auto">
            <a:xfrm>
              <a:off x="20136" y="3201"/>
              <a:ext cx="219" cy="85"/>
            </a:xfrm>
            <a:custGeom>
              <a:avLst/>
              <a:gdLst>
                <a:gd name="T0" fmla="*/ 191 w 39"/>
                <a:gd name="T1" fmla="*/ 1830 h 15"/>
                <a:gd name="T2" fmla="*/ 1954 w 39"/>
                <a:gd name="T3" fmla="*/ 351 h 15"/>
                <a:gd name="T4" fmla="*/ 4256 w 39"/>
                <a:gd name="T5" fmla="*/ 901 h 15"/>
                <a:gd name="T6" fmla="*/ 6368 w 39"/>
                <a:gd name="T7" fmla="*/ 1989 h 15"/>
                <a:gd name="T8" fmla="*/ 6368 w 39"/>
                <a:gd name="T9" fmla="*/ 2182 h 15"/>
                <a:gd name="T10" fmla="*/ 4066 w 39"/>
                <a:gd name="T11" fmla="*/ 1286 h 15"/>
                <a:gd name="T12" fmla="*/ 2836 w 39"/>
                <a:gd name="T13" fmla="*/ 737 h 15"/>
                <a:gd name="T14" fmla="*/ 2493 w 39"/>
                <a:gd name="T15" fmla="*/ 737 h 15"/>
                <a:gd name="T16" fmla="*/ 1230 w 39"/>
                <a:gd name="T17" fmla="*/ 1830 h 15"/>
                <a:gd name="T18" fmla="*/ 882 w 39"/>
                <a:gd name="T19" fmla="*/ 2182 h 15"/>
                <a:gd name="T20" fmla="*/ 191 w 39"/>
                <a:gd name="T21" fmla="*/ 1830 h 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" h="15">
                  <a:moveTo>
                    <a:pt x="1" y="10"/>
                  </a:moveTo>
                  <a:cubicBezTo>
                    <a:pt x="1" y="10"/>
                    <a:pt x="2" y="3"/>
                    <a:pt x="11" y="2"/>
                  </a:cubicBezTo>
                  <a:cubicBezTo>
                    <a:pt x="11" y="2"/>
                    <a:pt x="18" y="0"/>
                    <a:pt x="24" y="5"/>
                  </a:cubicBezTo>
                  <a:cubicBezTo>
                    <a:pt x="24" y="5"/>
                    <a:pt x="31" y="10"/>
                    <a:pt x="36" y="11"/>
                  </a:cubicBezTo>
                  <a:cubicBezTo>
                    <a:pt x="36" y="11"/>
                    <a:pt x="39" y="12"/>
                    <a:pt x="36" y="12"/>
                  </a:cubicBezTo>
                  <a:cubicBezTo>
                    <a:pt x="36" y="12"/>
                    <a:pt x="31" y="14"/>
                    <a:pt x="23" y="7"/>
                  </a:cubicBezTo>
                  <a:cubicBezTo>
                    <a:pt x="23" y="7"/>
                    <a:pt x="16" y="2"/>
                    <a:pt x="16" y="4"/>
                  </a:cubicBezTo>
                  <a:cubicBezTo>
                    <a:pt x="16" y="4"/>
                    <a:pt x="16" y="5"/>
                    <a:pt x="14" y="4"/>
                  </a:cubicBezTo>
                  <a:cubicBezTo>
                    <a:pt x="14" y="4"/>
                    <a:pt x="10" y="5"/>
                    <a:pt x="7" y="10"/>
                  </a:cubicBezTo>
                  <a:cubicBezTo>
                    <a:pt x="7" y="10"/>
                    <a:pt x="7" y="12"/>
                    <a:pt x="5" y="12"/>
                  </a:cubicBezTo>
                  <a:cubicBezTo>
                    <a:pt x="5" y="12"/>
                    <a:pt x="0" y="15"/>
                    <a:pt x="1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22" name="Freeform 986"/>
            <p:cNvSpPr>
              <a:spLocks/>
            </p:cNvSpPr>
            <p:nvPr/>
          </p:nvSpPr>
          <p:spPr bwMode="auto">
            <a:xfrm>
              <a:off x="20457" y="2914"/>
              <a:ext cx="766" cy="535"/>
            </a:xfrm>
            <a:custGeom>
              <a:avLst/>
              <a:gdLst>
                <a:gd name="T0" fmla="*/ 1425 w 136"/>
                <a:gd name="T1" fmla="*/ 16968 h 95"/>
                <a:gd name="T2" fmla="*/ 2315 w 136"/>
                <a:gd name="T3" fmla="*/ 16427 h 95"/>
                <a:gd name="T4" fmla="*/ 2856 w 136"/>
                <a:gd name="T5" fmla="*/ 16078 h 95"/>
                <a:gd name="T6" fmla="*/ 3205 w 136"/>
                <a:gd name="T7" fmla="*/ 15538 h 95"/>
                <a:gd name="T8" fmla="*/ 3746 w 136"/>
                <a:gd name="T9" fmla="*/ 15003 h 95"/>
                <a:gd name="T10" fmla="*/ 4821 w 136"/>
                <a:gd name="T11" fmla="*/ 15003 h 95"/>
                <a:gd name="T12" fmla="*/ 4821 w 136"/>
                <a:gd name="T13" fmla="*/ 14653 h 95"/>
                <a:gd name="T14" fmla="*/ 5171 w 136"/>
                <a:gd name="T15" fmla="*/ 14653 h 95"/>
                <a:gd name="T16" fmla="*/ 5711 w 136"/>
                <a:gd name="T17" fmla="*/ 14462 h 95"/>
                <a:gd name="T18" fmla="*/ 5711 w 136"/>
                <a:gd name="T19" fmla="*/ 14113 h 95"/>
                <a:gd name="T20" fmla="*/ 6089 w 136"/>
                <a:gd name="T21" fmla="*/ 14113 h 95"/>
                <a:gd name="T22" fmla="*/ 6252 w 136"/>
                <a:gd name="T23" fmla="*/ 13572 h 95"/>
                <a:gd name="T24" fmla="*/ 6978 w 136"/>
                <a:gd name="T25" fmla="*/ 13386 h 95"/>
                <a:gd name="T26" fmla="*/ 7328 w 136"/>
                <a:gd name="T27" fmla="*/ 13037 h 95"/>
                <a:gd name="T28" fmla="*/ 8026 w 136"/>
                <a:gd name="T29" fmla="*/ 12846 h 95"/>
                <a:gd name="T30" fmla="*/ 8026 w 136"/>
                <a:gd name="T31" fmla="*/ 12496 h 95"/>
                <a:gd name="T32" fmla="*/ 8409 w 136"/>
                <a:gd name="T33" fmla="*/ 12688 h 95"/>
                <a:gd name="T34" fmla="*/ 8758 w 136"/>
                <a:gd name="T35" fmla="*/ 12147 h 95"/>
                <a:gd name="T36" fmla="*/ 9485 w 136"/>
                <a:gd name="T37" fmla="*/ 11956 h 95"/>
                <a:gd name="T38" fmla="*/ 9992 w 136"/>
                <a:gd name="T39" fmla="*/ 11415 h 95"/>
                <a:gd name="T40" fmla="*/ 10724 w 136"/>
                <a:gd name="T41" fmla="*/ 11066 h 95"/>
                <a:gd name="T42" fmla="*/ 11073 w 136"/>
                <a:gd name="T43" fmla="*/ 10531 h 95"/>
                <a:gd name="T44" fmla="*/ 11608 w 136"/>
                <a:gd name="T45" fmla="*/ 10182 h 95"/>
                <a:gd name="T46" fmla="*/ 11800 w 136"/>
                <a:gd name="T47" fmla="*/ 9833 h 95"/>
                <a:gd name="T48" fmla="*/ 12149 w 136"/>
                <a:gd name="T49" fmla="*/ 9833 h 95"/>
                <a:gd name="T50" fmla="*/ 12340 w 136"/>
                <a:gd name="T51" fmla="*/ 9833 h 95"/>
                <a:gd name="T52" fmla="*/ 12690 w 136"/>
                <a:gd name="T53" fmla="*/ 9292 h 95"/>
                <a:gd name="T54" fmla="*/ 13230 w 136"/>
                <a:gd name="T55" fmla="*/ 9292 h 95"/>
                <a:gd name="T56" fmla="*/ 13765 w 136"/>
                <a:gd name="T57" fmla="*/ 8751 h 95"/>
                <a:gd name="T58" fmla="*/ 15196 w 136"/>
                <a:gd name="T59" fmla="*/ 7867 h 95"/>
                <a:gd name="T60" fmla="*/ 15545 w 136"/>
                <a:gd name="T61" fmla="*/ 7327 h 95"/>
                <a:gd name="T62" fmla="*/ 15354 w 136"/>
                <a:gd name="T63" fmla="*/ 6786 h 95"/>
                <a:gd name="T64" fmla="*/ 15545 w 136"/>
                <a:gd name="T65" fmla="*/ 6437 h 95"/>
                <a:gd name="T66" fmla="*/ 15737 w 136"/>
                <a:gd name="T67" fmla="*/ 6978 h 95"/>
                <a:gd name="T68" fmla="*/ 16272 w 136"/>
                <a:gd name="T69" fmla="*/ 6786 h 95"/>
                <a:gd name="T70" fmla="*/ 16621 w 136"/>
                <a:gd name="T71" fmla="*/ 6060 h 95"/>
                <a:gd name="T72" fmla="*/ 16970 w 136"/>
                <a:gd name="T73" fmla="*/ 5361 h 95"/>
                <a:gd name="T74" fmla="*/ 17860 w 136"/>
                <a:gd name="T75" fmla="*/ 5361 h 95"/>
                <a:gd name="T76" fmla="*/ 19477 w 136"/>
                <a:gd name="T77" fmla="*/ 5170 h 95"/>
                <a:gd name="T78" fmla="*/ 20175 w 136"/>
                <a:gd name="T79" fmla="*/ 4471 h 95"/>
                <a:gd name="T80" fmla="*/ 18750 w 136"/>
                <a:gd name="T81" fmla="*/ 4122 h 95"/>
                <a:gd name="T82" fmla="*/ 20175 w 136"/>
                <a:gd name="T83" fmla="*/ 3745 h 95"/>
                <a:gd name="T84" fmla="*/ 21442 w 136"/>
                <a:gd name="T85" fmla="*/ 3396 h 95"/>
                <a:gd name="T86" fmla="*/ 22681 w 136"/>
                <a:gd name="T87" fmla="*/ 2664 h 95"/>
                <a:gd name="T88" fmla="*/ 23222 w 136"/>
                <a:gd name="T89" fmla="*/ 2315 h 95"/>
                <a:gd name="T90" fmla="*/ 23064 w 136"/>
                <a:gd name="T91" fmla="*/ 1774 h 95"/>
                <a:gd name="T92" fmla="*/ 23949 w 136"/>
                <a:gd name="T93" fmla="*/ 1239 h 95"/>
                <a:gd name="T94" fmla="*/ 23949 w 136"/>
                <a:gd name="T95" fmla="*/ 191 h 95"/>
                <a:gd name="T96" fmla="*/ 21634 w 136"/>
                <a:gd name="T97" fmla="*/ 349 h 95"/>
                <a:gd name="T98" fmla="*/ 17860 w 136"/>
                <a:gd name="T99" fmla="*/ 890 h 95"/>
                <a:gd name="T100" fmla="*/ 15196 w 136"/>
                <a:gd name="T101" fmla="*/ 2664 h 95"/>
                <a:gd name="T102" fmla="*/ 12498 w 136"/>
                <a:gd name="T103" fmla="*/ 4629 h 95"/>
                <a:gd name="T104" fmla="*/ 9992 w 136"/>
                <a:gd name="T105" fmla="*/ 7135 h 95"/>
                <a:gd name="T106" fmla="*/ 6252 w 136"/>
                <a:gd name="T107" fmla="*/ 10373 h 95"/>
                <a:gd name="T108" fmla="*/ 3746 w 136"/>
                <a:gd name="T109" fmla="*/ 12339 h 95"/>
                <a:gd name="T110" fmla="*/ 1616 w 136"/>
                <a:gd name="T111" fmla="*/ 13764 h 95"/>
                <a:gd name="T112" fmla="*/ 541 w 136"/>
                <a:gd name="T113" fmla="*/ 14462 h 95"/>
                <a:gd name="T114" fmla="*/ 0 w 136"/>
                <a:gd name="T115" fmla="*/ 15352 h 95"/>
                <a:gd name="T116" fmla="*/ 1425 w 136"/>
                <a:gd name="T117" fmla="*/ 16968 h 9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36" h="95">
                  <a:moveTo>
                    <a:pt x="8" y="95"/>
                  </a:moveTo>
                  <a:cubicBezTo>
                    <a:pt x="9" y="93"/>
                    <a:pt x="11" y="93"/>
                    <a:pt x="13" y="92"/>
                  </a:cubicBezTo>
                  <a:cubicBezTo>
                    <a:pt x="14" y="91"/>
                    <a:pt x="15" y="91"/>
                    <a:pt x="16" y="90"/>
                  </a:cubicBezTo>
                  <a:cubicBezTo>
                    <a:pt x="17" y="89"/>
                    <a:pt x="17" y="88"/>
                    <a:pt x="18" y="87"/>
                  </a:cubicBezTo>
                  <a:cubicBezTo>
                    <a:pt x="18" y="90"/>
                    <a:pt x="21" y="87"/>
                    <a:pt x="21" y="84"/>
                  </a:cubicBezTo>
                  <a:cubicBezTo>
                    <a:pt x="23" y="86"/>
                    <a:pt x="25" y="86"/>
                    <a:pt x="27" y="84"/>
                  </a:cubicBezTo>
                  <a:cubicBezTo>
                    <a:pt x="27" y="83"/>
                    <a:pt x="27" y="82"/>
                    <a:pt x="27" y="82"/>
                  </a:cubicBezTo>
                  <a:cubicBezTo>
                    <a:pt x="28" y="81"/>
                    <a:pt x="29" y="82"/>
                    <a:pt x="29" y="82"/>
                  </a:cubicBezTo>
                  <a:cubicBezTo>
                    <a:pt x="30" y="82"/>
                    <a:pt x="30" y="82"/>
                    <a:pt x="32" y="81"/>
                  </a:cubicBezTo>
                  <a:cubicBezTo>
                    <a:pt x="32" y="80"/>
                    <a:pt x="31" y="79"/>
                    <a:pt x="32" y="79"/>
                  </a:cubicBezTo>
                  <a:cubicBezTo>
                    <a:pt x="32" y="79"/>
                    <a:pt x="33" y="79"/>
                    <a:pt x="34" y="79"/>
                  </a:cubicBezTo>
                  <a:cubicBezTo>
                    <a:pt x="34" y="78"/>
                    <a:pt x="35" y="77"/>
                    <a:pt x="35" y="76"/>
                  </a:cubicBezTo>
                  <a:cubicBezTo>
                    <a:pt x="37" y="75"/>
                    <a:pt x="38" y="76"/>
                    <a:pt x="39" y="75"/>
                  </a:cubicBezTo>
                  <a:cubicBezTo>
                    <a:pt x="41" y="75"/>
                    <a:pt x="40" y="74"/>
                    <a:pt x="41" y="73"/>
                  </a:cubicBezTo>
                  <a:cubicBezTo>
                    <a:pt x="43" y="74"/>
                    <a:pt x="43" y="73"/>
                    <a:pt x="45" y="72"/>
                  </a:cubicBezTo>
                  <a:cubicBezTo>
                    <a:pt x="45" y="71"/>
                    <a:pt x="44" y="71"/>
                    <a:pt x="45" y="70"/>
                  </a:cubicBezTo>
                  <a:cubicBezTo>
                    <a:pt x="46" y="70"/>
                    <a:pt x="46" y="71"/>
                    <a:pt x="47" y="71"/>
                  </a:cubicBezTo>
                  <a:cubicBezTo>
                    <a:pt x="49" y="71"/>
                    <a:pt x="48" y="69"/>
                    <a:pt x="49" y="68"/>
                  </a:cubicBezTo>
                  <a:cubicBezTo>
                    <a:pt x="50" y="66"/>
                    <a:pt x="51" y="68"/>
                    <a:pt x="53" y="67"/>
                  </a:cubicBezTo>
                  <a:cubicBezTo>
                    <a:pt x="55" y="67"/>
                    <a:pt x="55" y="65"/>
                    <a:pt x="56" y="64"/>
                  </a:cubicBezTo>
                  <a:cubicBezTo>
                    <a:pt x="57" y="63"/>
                    <a:pt x="59" y="64"/>
                    <a:pt x="60" y="62"/>
                  </a:cubicBezTo>
                  <a:cubicBezTo>
                    <a:pt x="61" y="60"/>
                    <a:pt x="59" y="60"/>
                    <a:pt x="62" y="59"/>
                  </a:cubicBezTo>
                  <a:cubicBezTo>
                    <a:pt x="64" y="58"/>
                    <a:pt x="64" y="59"/>
                    <a:pt x="65" y="57"/>
                  </a:cubicBezTo>
                  <a:cubicBezTo>
                    <a:pt x="66" y="57"/>
                    <a:pt x="65" y="56"/>
                    <a:pt x="66" y="55"/>
                  </a:cubicBezTo>
                  <a:cubicBezTo>
                    <a:pt x="66" y="55"/>
                    <a:pt x="67" y="55"/>
                    <a:pt x="68" y="55"/>
                  </a:cubicBezTo>
                  <a:cubicBezTo>
                    <a:pt x="68" y="55"/>
                    <a:pt x="69" y="55"/>
                    <a:pt x="69" y="55"/>
                  </a:cubicBezTo>
                  <a:cubicBezTo>
                    <a:pt x="70" y="55"/>
                    <a:pt x="70" y="53"/>
                    <a:pt x="71" y="52"/>
                  </a:cubicBezTo>
                  <a:cubicBezTo>
                    <a:pt x="72" y="52"/>
                    <a:pt x="73" y="52"/>
                    <a:pt x="74" y="52"/>
                  </a:cubicBezTo>
                  <a:cubicBezTo>
                    <a:pt x="76" y="51"/>
                    <a:pt x="76" y="51"/>
                    <a:pt x="77" y="49"/>
                  </a:cubicBezTo>
                  <a:cubicBezTo>
                    <a:pt x="79" y="47"/>
                    <a:pt x="83" y="47"/>
                    <a:pt x="85" y="44"/>
                  </a:cubicBezTo>
                  <a:cubicBezTo>
                    <a:pt x="86" y="44"/>
                    <a:pt x="87" y="42"/>
                    <a:pt x="87" y="41"/>
                  </a:cubicBezTo>
                  <a:cubicBezTo>
                    <a:pt x="87" y="40"/>
                    <a:pt x="86" y="39"/>
                    <a:pt x="86" y="38"/>
                  </a:cubicBezTo>
                  <a:cubicBezTo>
                    <a:pt x="87" y="38"/>
                    <a:pt x="87" y="37"/>
                    <a:pt x="87" y="36"/>
                  </a:cubicBezTo>
                  <a:cubicBezTo>
                    <a:pt x="89" y="37"/>
                    <a:pt x="87" y="38"/>
                    <a:pt x="88" y="39"/>
                  </a:cubicBezTo>
                  <a:cubicBezTo>
                    <a:pt x="89" y="40"/>
                    <a:pt x="90" y="38"/>
                    <a:pt x="91" y="38"/>
                  </a:cubicBezTo>
                  <a:cubicBezTo>
                    <a:pt x="92" y="37"/>
                    <a:pt x="96" y="35"/>
                    <a:pt x="93" y="34"/>
                  </a:cubicBezTo>
                  <a:cubicBezTo>
                    <a:pt x="94" y="33"/>
                    <a:pt x="94" y="31"/>
                    <a:pt x="95" y="30"/>
                  </a:cubicBezTo>
                  <a:cubicBezTo>
                    <a:pt x="96" y="29"/>
                    <a:pt x="99" y="30"/>
                    <a:pt x="100" y="30"/>
                  </a:cubicBezTo>
                  <a:cubicBezTo>
                    <a:pt x="103" y="31"/>
                    <a:pt x="106" y="30"/>
                    <a:pt x="109" y="29"/>
                  </a:cubicBezTo>
                  <a:cubicBezTo>
                    <a:pt x="111" y="28"/>
                    <a:pt x="118" y="27"/>
                    <a:pt x="113" y="25"/>
                  </a:cubicBezTo>
                  <a:cubicBezTo>
                    <a:pt x="111" y="24"/>
                    <a:pt x="108" y="24"/>
                    <a:pt x="105" y="23"/>
                  </a:cubicBezTo>
                  <a:cubicBezTo>
                    <a:pt x="106" y="22"/>
                    <a:pt x="111" y="22"/>
                    <a:pt x="113" y="21"/>
                  </a:cubicBezTo>
                  <a:cubicBezTo>
                    <a:pt x="115" y="20"/>
                    <a:pt x="118" y="20"/>
                    <a:pt x="120" y="19"/>
                  </a:cubicBezTo>
                  <a:cubicBezTo>
                    <a:pt x="123" y="18"/>
                    <a:pt x="125" y="17"/>
                    <a:pt x="127" y="15"/>
                  </a:cubicBezTo>
                  <a:cubicBezTo>
                    <a:pt x="128" y="14"/>
                    <a:pt x="130" y="15"/>
                    <a:pt x="130" y="13"/>
                  </a:cubicBezTo>
                  <a:cubicBezTo>
                    <a:pt x="130" y="12"/>
                    <a:pt x="130" y="10"/>
                    <a:pt x="129" y="10"/>
                  </a:cubicBezTo>
                  <a:cubicBezTo>
                    <a:pt x="129" y="8"/>
                    <a:pt x="133" y="8"/>
                    <a:pt x="134" y="7"/>
                  </a:cubicBezTo>
                  <a:cubicBezTo>
                    <a:pt x="136" y="4"/>
                    <a:pt x="134" y="3"/>
                    <a:pt x="134" y="1"/>
                  </a:cubicBezTo>
                  <a:cubicBezTo>
                    <a:pt x="130" y="0"/>
                    <a:pt x="125" y="1"/>
                    <a:pt x="121" y="2"/>
                  </a:cubicBezTo>
                  <a:cubicBezTo>
                    <a:pt x="114" y="3"/>
                    <a:pt x="106" y="1"/>
                    <a:pt x="100" y="5"/>
                  </a:cubicBezTo>
                  <a:cubicBezTo>
                    <a:pt x="94" y="7"/>
                    <a:pt x="89" y="11"/>
                    <a:pt x="85" y="15"/>
                  </a:cubicBezTo>
                  <a:cubicBezTo>
                    <a:pt x="80" y="18"/>
                    <a:pt x="74" y="21"/>
                    <a:pt x="70" y="26"/>
                  </a:cubicBezTo>
                  <a:cubicBezTo>
                    <a:pt x="65" y="31"/>
                    <a:pt x="61" y="36"/>
                    <a:pt x="56" y="40"/>
                  </a:cubicBezTo>
                  <a:cubicBezTo>
                    <a:pt x="49" y="47"/>
                    <a:pt x="41" y="52"/>
                    <a:pt x="35" y="58"/>
                  </a:cubicBezTo>
                  <a:cubicBezTo>
                    <a:pt x="31" y="62"/>
                    <a:pt x="26" y="65"/>
                    <a:pt x="21" y="69"/>
                  </a:cubicBezTo>
                  <a:cubicBezTo>
                    <a:pt x="17" y="72"/>
                    <a:pt x="13" y="75"/>
                    <a:pt x="9" y="77"/>
                  </a:cubicBezTo>
                  <a:cubicBezTo>
                    <a:pt x="7" y="78"/>
                    <a:pt x="5" y="80"/>
                    <a:pt x="3" y="81"/>
                  </a:cubicBezTo>
                  <a:cubicBezTo>
                    <a:pt x="2" y="83"/>
                    <a:pt x="1" y="85"/>
                    <a:pt x="0" y="86"/>
                  </a:cubicBezTo>
                  <a:lnTo>
                    <a:pt x="8" y="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23" name="Freeform 987"/>
            <p:cNvSpPr>
              <a:spLocks/>
            </p:cNvSpPr>
            <p:nvPr/>
          </p:nvSpPr>
          <p:spPr bwMode="auto">
            <a:xfrm>
              <a:off x="20451" y="2852"/>
              <a:ext cx="812" cy="603"/>
            </a:xfrm>
            <a:custGeom>
              <a:avLst/>
              <a:gdLst>
                <a:gd name="T0" fmla="*/ 1083 w 144"/>
                <a:gd name="T1" fmla="*/ 19149 h 107"/>
                <a:gd name="T2" fmla="*/ 1782 w 144"/>
                <a:gd name="T3" fmla="*/ 16833 h 107"/>
                <a:gd name="T4" fmla="*/ 2509 w 144"/>
                <a:gd name="T5" fmla="*/ 17532 h 107"/>
                <a:gd name="T6" fmla="*/ 2509 w 144"/>
                <a:gd name="T7" fmla="*/ 17183 h 107"/>
                <a:gd name="T8" fmla="*/ 2865 w 144"/>
                <a:gd name="T9" fmla="*/ 17183 h 107"/>
                <a:gd name="T10" fmla="*/ 3242 w 144"/>
                <a:gd name="T11" fmla="*/ 16642 h 107"/>
                <a:gd name="T12" fmla="*/ 4133 w 144"/>
                <a:gd name="T13" fmla="*/ 15402 h 107"/>
                <a:gd name="T14" fmla="*/ 4675 w 144"/>
                <a:gd name="T15" fmla="*/ 15943 h 107"/>
                <a:gd name="T16" fmla="*/ 5024 w 144"/>
                <a:gd name="T17" fmla="*/ 15560 h 107"/>
                <a:gd name="T18" fmla="*/ 5024 w 144"/>
                <a:gd name="T19" fmla="*/ 15024 h 107"/>
                <a:gd name="T20" fmla="*/ 5566 w 144"/>
                <a:gd name="T21" fmla="*/ 15402 h 107"/>
                <a:gd name="T22" fmla="*/ 5723 w 144"/>
                <a:gd name="T23" fmla="*/ 15024 h 107"/>
                <a:gd name="T24" fmla="*/ 6107 w 144"/>
                <a:gd name="T25" fmla="*/ 14861 h 107"/>
                <a:gd name="T26" fmla="*/ 6998 w 144"/>
                <a:gd name="T27" fmla="*/ 14325 h 107"/>
                <a:gd name="T28" fmla="*/ 7347 w 144"/>
                <a:gd name="T29" fmla="*/ 14134 h 107"/>
                <a:gd name="T30" fmla="*/ 7347 w 144"/>
                <a:gd name="T31" fmla="*/ 13784 h 107"/>
                <a:gd name="T32" fmla="*/ 7883 w 144"/>
                <a:gd name="T33" fmla="*/ 13784 h 107"/>
                <a:gd name="T34" fmla="*/ 8233 w 144"/>
                <a:gd name="T35" fmla="*/ 13243 h 107"/>
                <a:gd name="T36" fmla="*/ 8966 w 144"/>
                <a:gd name="T37" fmla="*/ 13243 h 107"/>
                <a:gd name="T38" fmla="*/ 9507 w 144"/>
                <a:gd name="T39" fmla="*/ 12511 h 107"/>
                <a:gd name="T40" fmla="*/ 9857 w 144"/>
                <a:gd name="T41" fmla="*/ 12511 h 107"/>
                <a:gd name="T42" fmla="*/ 10206 w 144"/>
                <a:gd name="T43" fmla="*/ 12161 h 107"/>
                <a:gd name="T44" fmla="*/ 10748 w 144"/>
                <a:gd name="T45" fmla="*/ 12004 h 107"/>
                <a:gd name="T46" fmla="*/ 11289 w 144"/>
                <a:gd name="T47" fmla="*/ 11626 h 107"/>
                <a:gd name="T48" fmla="*/ 11667 w 144"/>
                <a:gd name="T49" fmla="*/ 11277 h 107"/>
                <a:gd name="T50" fmla="*/ 12180 w 144"/>
                <a:gd name="T51" fmla="*/ 11085 h 107"/>
                <a:gd name="T52" fmla="*/ 12372 w 144"/>
                <a:gd name="T53" fmla="*/ 10736 h 107"/>
                <a:gd name="T54" fmla="*/ 12907 w 144"/>
                <a:gd name="T55" fmla="*/ 10544 h 107"/>
                <a:gd name="T56" fmla="*/ 13257 w 144"/>
                <a:gd name="T57" fmla="*/ 10195 h 107"/>
                <a:gd name="T58" fmla="*/ 13798 w 144"/>
                <a:gd name="T59" fmla="*/ 10037 h 107"/>
                <a:gd name="T60" fmla="*/ 14148 w 144"/>
                <a:gd name="T61" fmla="*/ 9654 h 107"/>
                <a:gd name="T62" fmla="*/ 14689 w 144"/>
                <a:gd name="T63" fmla="*/ 9496 h 107"/>
                <a:gd name="T64" fmla="*/ 15614 w 144"/>
                <a:gd name="T65" fmla="*/ 8955 h 107"/>
                <a:gd name="T66" fmla="*/ 15964 w 144"/>
                <a:gd name="T67" fmla="*/ 8228 h 107"/>
                <a:gd name="T68" fmla="*/ 16155 w 144"/>
                <a:gd name="T69" fmla="*/ 7878 h 107"/>
                <a:gd name="T70" fmla="*/ 16155 w 144"/>
                <a:gd name="T71" fmla="*/ 7337 h 107"/>
                <a:gd name="T72" fmla="*/ 16505 w 144"/>
                <a:gd name="T73" fmla="*/ 7529 h 107"/>
                <a:gd name="T74" fmla="*/ 17041 w 144"/>
                <a:gd name="T75" fmla="*/ 7337 h 107"/>
                <a:gd name="T76" fmla="*/ 18473 w 144"/>
                <a:gd name="T77" fmla="*/ 6988 h 107"/>
                <a:gd name="T78" fmla="*/ 19714 w 144"/>
                <a:gd name="T79" fmla="*/ 6447 h 107"/>
                <a:gd name="T80" fmla="*/ 19364 w 144"/>
                <a:gd name="T81" fmla="*/ 5906 h 107"/>
                <a:gd name="T82" fmla="*/ 20796 w 144"/>
                <a:gd name="T83" fmla="*/ 5557 h 107"/>
                <a:gd name="T84" fmla="*/ 21529 w 144"/>
                <a:gd name="T85" fmla="*/ 5179 h 107"/>
                <a:gd name="T86" fmla="*/ 22065 w 144"/>
                <a:gd name="T87" fmla="*/ 4666 h 107"/>
                <a:gd name="T88" fmla="*/ 22764 w 144"/>
                <a:gd name="T89" fmla="*/ 4289 h 107"/>
                <a:gd name="T90" fmla="*/ 22764 w 144"/>
                <a:gd name="T91" fmla="*/ 3590 h 107"/>
                <a:gd name="T92" fmla="*/ 23114 w 144"/>
                <a:gd name="T93" fmla="*/ 3398 h 107"/>
                <a:gd name="T94" fmla="*/ 23497 w 144"/>
                <a:gd name="T95" fmla="*/ 2857 h 107"/>
                <a:gd name="T96" fmla="*/ 24580 w 144"/>
                <a:gd name="T97" fmla="*/ 2158 h 107"/>
                <a:gd name="T98" fmla="*/ 25279 w 144"/>
                <a:gd name="T99" fmla="*/ 1240 h 107"/>
                <a:gd name="T100" fmla="*/ 25629 w 144"/>
                <a:gd name="T101" fmla="*/ 192 h 107"/>
                <a:gd name="T102" fmla="*/ 23655 w 144"/>
                <a:gd name="T103" fmla="*/ 541 h 107"/>
                <a:gd name="T104" fmla="*/ 22229 w 144"/>
                <a:gd name="T105" fmla="*/ 733 h 107"/>
                <a:gd name="T106" fmla="*/ 19714 w 144"/>
                <a:gd name="T107" fmla="*/ 1617 h 107"/>
                <a:gd name="T108" fmla="*/ 15964 w 144"/>
                <a:gd name="T109" fmla="*/ 3398 h 107"/>
                <a:gd name="T110" fmla="*/ 10748 w 144"/>
                <a:gd name="T111" fmla="*/ 6639 h 107"/>
                <a:gd name="T112" fmla="*/ 6107 w 144"/>
                <a:gd name="T113" fmla="*/ 11626 h 107"/>
                <a:gd name="T114" fmla="*/ 3400 w 144"/>
                <a:gd name="T115" fmla="*/ 14325 h 107"/>
                <a:gd name="T116" fmla="*/ 1432 w 144"/>
                <a:gd name="T117" fmla="*/ 15024 h 107"/>
                <a:gd name="T118" fmla="*/ 0 w 144"/>
                <a:gd name="T119" fmla="*/ 16833 h 107"/>
                <a:gd name="T120" fmla="*/ 350 w 144"/>
                <a:gd name="T121" fmla="*/ 17532 h 107"/>
                <a:gd name="T122" fmla="*/ 891 w 144"/>
                <a:gd name="T123" fmla="*/ 18422 h 107"/>
                <a:gd name="T124" fmla="*/ 1083 w 144"/>
                <a:gd name="T125" fmla="*/ 19149 h 10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44" h="107">
                  <a:moveTo>
                    <a:pt x="6" y="107"/>
                  </a:moveTo>
                  <a:cubicBezTo>
                    <a:pt x="12" y="105"/>
                    <a:pt x="11" y="99"/>
                    <a:pt x="10" y="94"/>
                  </a:cubicBezTo>
                  <a:cubicBezTo>
                    <a:pt x="12" y="93"/>
                    <a:pt x="13" y="96"/>
                    <a:pt x="14" y="98"/>
                  </a:cubicBezTo>
                  <a:cubicBezTo>
                    <a:pt x="14" y="98"/>
                    <a:pt x="15" y="96"/>
                    <a:pt x="14" y="96"/>
                  </a:cubicBezTo>
                  <a:cubicBezTo>
                    <a:pt x="14" y="97"/>
                    <a:pt x="16" y="96"/>
                    <a:pt x="16" y="96"/>
                  </a:cubicBezTo>
                  <a:cubicBezTo>
                    <a:pt x="17" y="95"/>
                    <a:pt x="18" y="94"/>
                    <a:pt x="18" y="93"/>
                  </a:cubicBezTo>
                  <a:cubicBezTo>
                    <a:pt x="20" y="90"/>
                    <a:pt x="23" y="91"/>
                    <a:pt x="23" y="86"/>
                  </a:cubicBezTo>
                  <a:cubicBezTo>
                    <a:pt x="24" y="88"/>
                    <a:pt x="23" y="89"/>
                    <a:pt x="26" y="89"/>
                  </a:cubicBezTo>
                  <a:cubicBezTo>
                    <a:pt x="26" y="89"/>
                    <a:pt x="28" y="87"/>
                    <a:pt x="28" y="87"/>
                  </a:cubicBezTo>
                  <a:cubicBezTo>
                    <a:pt x="28" y="86"/>
                    <a:pt x="28" y="85"/>
                    <a:pt x="28" y="84"/>
                  </a:cubicBezTo>
                  <a:cubicBezTo>
                    <a:pt x="29" y="85"/>
                    <a:pt x="29" y="86"/>
                    <a:pt x="31" y="86"/>
                  </a:cubicBezTo>
                  <a:cubicBezTo>
                    <a:pt x="32" y="86"/>
                    <a:pt x="32" y="85"/>
                    <a:pt x="32" y="84"/>
                  </a:cubicBezTo>
                  <a:cubicBezTo>
                    <a:pt x="33" y="84"/>
                    <a:pt x="33" y="84"/>
                    <a:pt x="34" y="83"/>
                  </a:cubicBezTo>
                  <a:cubicBezTo>
                    <a:pt x="36" y="82"/>
                    <a:pt x="38" y="81"/>
                    <a:pt x="39" y="80"/>
                  </a:cubicBezTo>
                  <a:cubicBezTo>
                    <a:pt x="40" y="79"/>
                    <a:pt x="40" y="80"/>
                    <a:pt x="41" y="79"/>
                  </a:cubicBezTo>
                  <a:cubicBezTo>
                    <a:pt x="42" y="79"/>
                    <a:pt x="41" y="78"/>
                    <a:pt x="41" y="77"/>
                  </a:cubicBezTo>
                  <a:cubicBezTo>
                    <a:pt x="43" y="76"/>
                    <a:pt x="43" y="78"/>
                    <a:pt x="44" y="77"/>
                  </a:cubicBezTo>
                  <a:cubicBezTo>
                    <a:pt x="46" y="77"/>
                    <a:pt x="45" y="75"/>
                    <a:pt x="46" y="74"/>
                  </a:cubicBezTo>
                  <a:cubicBezTo>
                    <a:pt x="47" y="74"/>
                    <a:pt x="49" y="74"/>
                    <a:pt x="50" y="74"/>
                  </a:cubicBezTo>
                  <a:cubicBezTo>
                    <a:pt x="50" y="72"/>
                    <a:pt x="52" y="70"/>
                    <a:pt x="53" y="70"/>
                  </a:cubicBezTo>
                  <a:cubicBezTo>
                    <a:pt x="53" y="69"/>
                    <a:pt x="54" y="71"/>
                    <a:pt x="55" y="70"/>
                  </a:cubicBezTo>
                  <a:cubicBezTo>
                    <a:pt x="56" y="70"/>
                    <a:pt x="56" y="68"/>
                    <a:pt x="57" y="68"/>
                  </a:cubicBezTo>
                  <a:cubicBezTo>
                    <a:pt x="59" y="67"/>
                    <a:pt x="59" y="68"/>
                    <a:pt x="60" y="67"/>
                  </a:cubicBezTo>
                  <a:cubicBezTo>
                    <a:pt x="61" y="67"/>
                    <a:pt x="62" y="66"/>
                    <a:pt x="63" y="65"/>
                  </a:cubicBezTo>
                  <a:cubicBezTo>
                    <a:pt x="64" y="64"/>
                    <a:pt x="64" y="64"/>
                    <a:pt x="65" y="63"/>
                  </a:cubicBezTo>
                  <a:cubicBezTo>
                    <a:pt x="66" y="63"/>
                    <a:pt x="67" y="63"/>
                    <a:pt x="68" y="62"/>
                  </a:cubicBezTo>
                  <a:cubicBezTo>
                    <a:pt x="69" y="62"/>
                    <a:pt x="68" y="60"/>
                    <a:pt x="69" y="60"/>
                  </a:cubicBezTo>
                  <a:cubicBezTo>
                    <a:pt x="69" y="59"/>
                    <a:pt x="71" y="59"/>
                    <a:pt x="72" y="59"/>
                  </a:cubicBezTo>
                  <a:cubicBezTo>
                    <a:pt x="73" y="59"/>
                    <a:pt x="73" y="58"/>
                    <a:pt x="74" y="57"/>
                  </a:cubicBezTo>
                  <a:cubicBezTo>
                    <a:pt x="75" y="57"/>
                    <a:pt x="76" y="57"/>
                    <a:pt x="77" y="56"/>
                  </a:cubicBezTo>
                  <a:cubicBezTo>
                    <a:pt x="78" y="56"/>
                    <a:pt x="78" y="55"/>
                    <a:pt x="79" y="54"/>
                  </a:cubicBezTo>
                  <a:cubicBezTo>
                    <a:pt x="80" y="53"/>
                    <a:pt x="81" y="54"/>
                    <a:pt x="82" y="53"/>
                  </a:cubicBezTo>
                  <a:cubicBezTo>
                    <a:pt x="84" y="52"/>
                    <a:pt x="84" y="50"/>
                    <a:pt x="87" y="50"/>
                  </a:cubicBezTo>
                  <a:cubicBezTo>
                    <a:pt x="87" y="48"/>
                    <a:pt x="88" y="48"/>
                    <a:pt x="89" y="46"/>
                  </a:cubicBezTo>
                  <a:cubicBezTo>
                    <a:pt x="90" y="45"/>
                    <a:pt x="90" y="46"/>
                    <a:pt x="90" y="44"/>
                  </a:cubicBezTo>
                  <a:cubicBezTo>
                    <a:pt x="89" y="42"/>
                    <a:pt x="88" y="42"/>
                    <a:pt x="90" y="41"/>
                  </a:cubicBezTo>
                  <a:cubicBezTo>
                    <a:pt x="90" y="41"/>
                    <a:pt x="91" y="42"/>
                    <a:pt x="92" y="42"/>
                  </a:cubicBezTo>
                  <a:cubicBezTo>
                    <a:pt x="93" y="42"/>
                    <a:pt x="94" y="41"/>
                    <a:pt x="95" y="41"/>
                  </a:cubicBezTo>
                  <a:cubicBezTo>
                    <a:pt x="97" y="40"/>
                    <a:pt x="100" y="40"/>
                    <a:pt x="103" y="39"/>
                  </a:cubicBezTo>
                  <a:cubicBezTo>
                    <a:pt x="105" y="39"/>
                    <a:pt x="113" y="38"/>
                    <a:pt x="110" y="36"/>
                  </a:cubicBezTo>
                  <a:cubicBezTo>
                    <a:pt x="109" y="35"/>
                    <a:pt x="102" y="34"/>
                    <a:pt x="108" y="33"/>
                  </a:cubicBezTo>
                  <a:cubicBezTo>
                    <a:pt x="110" y="32"/>
                    <a:pt x="113" y="31"/>
                    <a:pt x="116" y="31"/>
                  </a:cubicBezTo>
                  <a:cubicBezTo>
                    <a:pt x="117" y="30"/>
                    <a:pt x="118" y="30"/>
                    <a:pt x="120" y="29"/>
                  </a:cubicBezTo>
                  <a:cubicBezTo>
                    <a:pt x="121" y="28"/>
                    <a:pt x="122" y="27"/>
                    <a:pt x="123" y="26"/>
                  </a:cubicBezTo>
                  <a:cubicBezTo>
                    <a:pt x="124" y="25"/>
                    <a:pt x="126" y="25"/>
                    <a:pt x="127" y="24"/>
                  </a:cubicBezTo>
                  <a:cubicBezTo>
                    <a:pt x="129" y="22"/>
                    <a:pt x="126" y="22"/>
                    <a:pt x="127" y="20"/>
                  </a:cubicBezTo>
                  <a:cubicBezTo>
                    <a:pt x="127" y="19"/>
                    <a:pt x="129" y="19"/>
                    <a:pt x="129" y="19"/>
                  </a:cubicBezTo>
                  <a:cubicBezTo>
                    <a:pt x="130" y="18"/>
                    <a:pt x="130" y="17"/>
                    <a:pt x="131" y="16"/>
                  </a:cubicBezTo>
                  <a:cubicBezTo>
                    <a:pt x="134" y="15"/>
                    <a:pt x="135" y="14"/>
                    <a:pt x="137" y="12"/>
                  </a:cubicBezTo>
                  <a:cubicBezTo>
                    <a:pt x="138" y="10"/>
                    <a:pt x="139" y="8"/>
                    <a:pt x="141" y="7"/>
                  </a:cubicBezTo>
                  <a:cubicBezTo>
                    <a:pt x="144" y="4"/>
                    <a:pt x="143" y="4"/>
                    <a:pt x="143" y="1"/>
                  </a:cubicBezTo>
                  <a:cubicBezTo>
                    <a:pt x="139" y="0"/>
                    <a:pt x="135" y="2"/>
                    <a:pt x="132" y="3"/>
                  </a:cubicBezTo>
                  <a:cubicBezTo>
                    <a:pt x="129" y="3"/>
                    <a:pt x="126" y="3"/>
                    <a:pt x="124" y="4"/>
                  </a:cubicBezTo>
                  <a:cubicBezTo>
                    <a:pt x="119" y="5"/>
                    <a:pt x="115" y="7"/>
                    <a:pt x="110" y="9"/>
                  </a:cubicBezTo>
                  <a:cubicBezTo>
                    <a:pt x="103" y="12"/>
                    <a:pt x="96" y="16"/>
                    <a:pt x="89" y="19"/>
                  </a:cubicBezTo>
                  <a:cubicBezTo>
                    <a:pt x="79" y="24"/>
                    <a:pt x="69" y="30"/>
                    <a:pt x="60" y="37"/>
                  </a:cubicBezTo>
                  <a:cubicBezTo>
                    <a:pt x="50" y="45"/>
                    <a:pt x="42" y="54"/>
                    <a:pt x="34" y="65"/>
                  </a:cubicBezTo>
                  <a:cubicBezTo>
                    <a:pt x="30" y="71"/>
                    <a:pt x="26" y="76"/>
                    <a:pt x="19" y="80"/>
                  </a:cubicBezTo>
                  <a:cubicBezTo>
                    <a:pt x="15" y="82"/>
                    <a:pt x="12" y="82"/>
                    <a:pt x="8" y="84"/>
                  </a:cubicBezTo>
                  <a:cubicBezTo>
                    <a:pt x="5" y="87"/>
                    <a:pt x="1" y="90"/>
                    <a:pt x="0" y="94"/>
                  </a:cubicBezTo>
                  <a:cubicBezTo>
                    <a:pt x="0" y="97"/>
                    <a:pt x="1" y="97"/>
                    <a:pt x="2" y="98"/>
                  </a:cubicBezTo>
                  <a:cubicBezTo>
                    <a:pt x="3" y="100"/>
                    <a:pt x="5" y="101"/>
                    <a:pt x="5" y="103"/>
                  </a:cubicBezTo>
                  <a:lnTo>
                    <a:pt x="6" y="107"/>
                  </a:ln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24" name="Freeform 988"/>
            <p:cNvSpPr>
              <a:spLocks/>
            </p:cNvSpPr>
            <p:nvPr/>
          </p:nvSpPr>
          <p:spPr bwMode="auto">
            <a:xfrm>
              <a:off x="20327" y="2857"/>
              <a:ext cx="936" cy="598"/>
            </a:xfrm>
            <a:custGeom>
              <a:avLst/>
              <a:gdLst>
                <a:gd name="T0" fmla="*/ 4832 w 166"/>
                <a:gd name="T1" fmla="*/ 18301 h 106"/>
                <a:gd name="T2" fmla="*/ 5565 w 166"/>
                <a:gd name="T3" fmla="*/ 16710 h 106"/>
                <a:gd name="T4" fmla="*/ 6806 w 166"/>
                <a:gd name="T5" fmla="*/ 16169 h 106"/>
                <a:gd name="T6" fmla="*/ 7697 w 166"/>
                <a:gd name="T7" fmla="*/ 15085 h 106"/>
                <a:gd name="T8" fmla="*/ 8965 w 166"/>
                <a:gd name="T9" fmla="*/ 14002 h 106"/>
                <a:gd name="T10" fmla="*/ 9856 w 166"/>
                <a:gd name="T11" fmla="*/ 13652 h 106"/>
                <a:gd name="T12" fmla="*/ 10747 w 166"/>
                <a:gd name="T13" fmla="*/ 13274 h 106"/>
                <a:gd name="T14" fmla="*/ 11288 w 166"/>
                <a:gd name="T15" fmla="*/ 12569 h 106"/>
                <a:gd name="T16" fmla="*/ 12179 w 166"/>
                <a:gd name="T17" fmla="*/ 12220 h 106"/>
                <a:gd name="T18" fmla="*/ 12907 w 166"/>
                <a:gd name="T19" fmla="*/ 11842 h 106"/>
                <a:gd name="T20" fmla="*/ 13640 w 166"/>
                <a:gd name="T21" fmla="*/ 11300 h 106"/>
                <a:gd name="T22" fmla="*/ 14339 w 166"/>
                <a:gd name="T23" fmla="*/ 10758 h 106"/>
                <a:gd name="T24" fmla="*/ 15230 w 166"/>
                <a:gd name="T25" fmla="*/ 9867 h 106"/>
                <a:gd name="T26" fmla="*/ 16121 w 166"/>
                <a:gd name="T27" fmla="*/ 9325 h 106"/>
                <a:gd name="T28" fmla="*/ 17198 w 166"/>
                <a:gd name="T29" fmla="*/ 9517 h 106"/>
                <a:gd name="T30" fmla="*/ 17198 w 166"/>
                <a:gd name="T31" fmla="*/ 9167 h 106"/>
                <a:gd name="T32" fmla="*/ 17931 w 166"/>
                <a:gd name="T33" fmla="*/ 8276 h 106"/>
                <a:gd name="T34" fmla="*/ 17931 w 166"/>
                <a:gd name="T35" fmla="*/ 7892 h 106"/>
                <a:gd name="T36" fmla="*/ 19171 w 166"/>
                <a:gd name="T37" fmla="*/ 8434 h 106"/>
                <a:gd name="T38" fmla="*/ 18821 w 166"/>
                <a:gd name="T39" fmla="*/ 7543 h 106"/>
                <a:gd name="T40" fmla="*/ 20096 w 166"/>
                <a:gd name="T41" fmla="*/ 7001 h 106"/>
                <a:gd name="T42" fmla="*/ 20445 w 166"/>
                <a:gd name="T43" fmla="*/ 6460 h 106"/>
                <a:gd name="T44" fmla="*/ 20603 w 166"/>
                <a:gd name="T45" fmla="*/ 6110 h 106"/>
                <a:gd name="T46" fmla="*/ 22763 w 166"/>
                <a:gd name="T47" fmla="*/ 6110 h 106"/>
                <a:gd name="T48" fmla="*/ 20981 w 166"/>
                <a:gd name="T49" fmla="*/ 5027 h 106"/>
                <a:gd name="T50" fmla="*/ 25627 w 166"/>
                <a:gd name="T51" fmla="*/ 4299 h 106"/>
                <a:gd name="T52" fmla="*/ 22571 w 166"/>
                <a:gd name="T53" fmla="*/ 3757 h 106"/>
                <a:gd name="T54" fmla="*/ 24545 w 166"/>
                <a:gd name="T55" fmla="*/ 3407 h 106"/>
                <a:gd name="T56" fmla="*/ 27245 w 166"/>
                <a:gd name="T57" fmla="*/ 2166 h 106"/>
                <a:gd name="T58" fmla="*/ 27595 w 166"/>
                <a:gd name="T59" fmla="*/ 1625 h 106"/>
                <a:gd name="T60" fmla="*/ 24037 w 166"/>
                <a:gd name="T61" fmla="*/ 1083 h 106"/>
                <a:gd name="T62" fmla="*/ 7697 w 166"/>
                <a:gd name="T63" fmla="*/ 8976 h 106"/>
                <a:gd name="T64" fmla="*/ 350 w 166"/>
                <a:gd name="T65" fmla="*/ 12919 h 106"/>
                <a:gd name="T66" fmla="*/ 1432 w 166"/>
                <a:gd name="T67" fmla="*/ 14544 h 106"/>
                <a:gd name="T68" fmla="*/ 4291 w 166"/>
                <a:gd name="T69" fmla="*/ 18493 h 10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66" h="106">
                  <a:moveTo>
                    <a:pt x="24" y="103"/>
                  </a:moveTo>
                  <a:cubicBezTo>
                    <a:pt x="24" y="103"/>
                    <a:pt x="26" y="106"/>
                    <a:pt x="27" y="102"/>
                  </a:cubicBezTo>
                  <a:cubicBezTo>
                    <a:pt x="27" y="102"/>
                    <a:pt x="27" y="95"/>
                    <a:pt x="29" y="96"/>
                  </a:cubicBezTo>
                  <a:cubicBezTo>
                    <a:pt x="29" y="96"/>
                    <a:pt x="31" y="97"/>
                    <a:pt x="31" y="93"/>
                  </a:cubicBezTo>
                  <a:cubicBezTo>
                    <a:pt x="31" y="93"/>
                    <a:pt x="31" y="87"/>
                    <a:pt x="34" y="92"/>
                  </a:cubicBezTo>
                  <a:cubicBezTo>
                    <a:pt x="34" y="92"/>
                    <a:pt x="37" y="95"/>
                    <a:pt x="38" y="90"/>
                  </a:cubicBezTo>
                  <a:cubicBezTo>
                    <a:pt x="38" y="90"/>
                    <a:pt x="38" y="88"/>
                    <a:pt x="40" y="87"/>
                  </a:cubicBezTo>
                  <a:cubicBezTo>
                    <a:pt x="40" y="87"/>
                    <a:pt x="43" y="87"/>
                    <a:pt x="43" y="84"/>
                  </a:cubicBezTo>
                  <a:cubicBezTo>
                    <a:pt x="43" y="84"/>
                    <a:pt x="45" y="85"/>
                    <a:pt x="45" y="81"/>
                  </a:cubicBezTo>
                  <a:cubicBezTo>
                    <a:pt x="45" y="81"/>
                    <a:pt x="49" y="82"/>
                    <a:pt x="50" y="78"/>
                  </a:cubicBezTo>
                  <a:cubicBezTo>
                    <a:pt x="50" y="78"/>
                    <a:pt x="53" y="80"/>
                    <a:pt x="54" y="76"/>
                  </a:cubicBezTo>
                  <a:cubicBezTo>
                    <a:pt x="54" y="76"/>
                    <a:pt x="55" y="73"/>
                    <a:pt x="55" y="76"/>
                  </a:cubicBezTo>
                  <a:cubicBezTo>
                    <a:pt x="55" y="76"/>
                    <a:pt x="56" y="81"/>
                    <a:pt x="57" y="75"/>
                  </a:cubicBezTo>
                  <a:cubicBezTo>
                    <a:pt x="57" y="75"/>
                    <a:pt x="59" y="71"/>
                    <a:pt x="60" y="74"/>
                  </a:cubicBezTo>
                  <a:cubicBezTo>
                    <a:pt x="60" y="74"/>
                    <a:pt x="62" y="76"/>
                    <a:pt x="62" y="71"/>
                  </a:cubicBezTo>
                  <a:cubicBezTo>
                    <a:pt x="62" y="71"/>
                    <a:pt x="63" y="68"/>
                    <a:pt x="63" y="70"/>
                  </a:cubicBezTo>
                  <a:cubicBezTo>
                    <a:pt x="63" y="70"/>
                    <a:pt x="65" y="74"/>
                    <a:pt x="65" y="69"/>
                  </a:cubicBezTo>
                  <a:cubicBezTo>
                    <a:pt x="65" y="69"/>
                    <a:pt x="67" y="65"/>
                    <a:pt x="68" y="68"/>
                  </a:cubicBezTo>
                  <a:cubicBezTo>
                    <a:pt x="68" y="68"/>
                    <a:pt x="70" y="72"/>
                    <a:pt x="70" y="67"/>
                  </a:cubicBezTo>
                  <a:cubicBezTo>
                    <a:pt x="70" y="67"/>
                    <a:pt x="72" y="62"/>
                    <a:pt x="72" y="66"/>
                  </a:cubicBezTo>
                  <a:cubicBezTo>
                    <a:pt x="72" y="66"/>
                    <a:pt x="74" y="70"/>
                    <a:pt x="74" y="64"/>
                  </a:cubicBezTo>
                  <a:cubicBezTo>
                    <a:pt x="74" y="64"/>
                    <a:pt x="74" y="61"/>
                    <a:pt x="76" y="63"/>
                  </a:cubicBezTo>
                  <a:cubicBezTo>
                    <a:pt x="76" y="63"/>
                    <a:pt x="78" y="68"/>
                    <a:pt x="78" y="62"/>
                  </a:cubicBezTo>
                  <a:cubicBezTo>
                    <a:pt x="78" y="62"/>
                    <a:pt x="78" y="58"/>
                    <a:pt x="80" y="60"/>
                  </a:cubicBezTo>
                  <a:cubicBezTo>
                    <a:pt x="80" y="60"/>
                    <a:pt x="83" y="62"/>
                    <a:pt x="83" y="58"/>
                  </a:cubicBezTo>
                  <a:cubicBezTo>
                    <a:pt x="83" y="58"/>
                    <a:pt x="83" y="52"/>
                    <a:pt x="85" y="55"/>
                  </a:cubicBezTo>
                  <a:cubicBezTo>
                    <a:pt x="85" y="55"/>
                    <a:pt x="93" y="59"/>
                    <a:pt x="90" y="55"/>
                  </a:cubicBezTo>
                  <a:cubicBezTo>
                    <a:pt x="90" y="55"/>
                    <a:pt x="83" y="49"/>
                    <a:pt x="90" y="52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1" y="53"/>
                    <a:pt x="98" y="57"/>
                    <a:pt x="96" y="53"/>
                  </a:cubicBezTo>
                  <a:cubicBezTo>
                    <a:pt x="96" y="53"/>
                    <a:pt x="94" y="50"/>
                    <a:pt x="91" y="49"/>
                  </a:cubicBezTo>
                  <a:cubicBezTo>
                    <a:pt x="91" y="49"/>
                    <a:pt x="88" y="46"/>
                    <a:pt x="96" y="51"/>
                  </a:cubicBezTo>
                  <a:cubicBezTo>
                    <a:pt x="96" y="51"/>
                    <a:pt x="99" y="52"/>
                    <a:pt x="100" y="51"/>
                  </a:cubicBezTo>
                  <a:cubicBezTo>
                    <a:pt x="100" y="51"/>
                    <a:pt x="104" y="51"/>
                    <a:pt x="100" y="46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7" y="44"/>
                    <a:pt x="96" y="42"/>
                    <a:pt x="100" y="44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8"/>
                    <a:pt x="107" y="51"/>
                    <a:pt x="107" y="47"/>
                  </a:cubicBezTo>
                  <a:cubicBezTo>
                    <a:pt x="107" y="47"/>
                    <a:pt x="106" y="44"/>
                    <a:pt x="104" y="42"/>
                  </a:cubicBezTo>
                  <a:cubicBezTo>
                    <a:pt x="104" y="42"/>
                    <a:pt x="103" y="40"/>
                    <a:pt x="105" y="42"/>
                  </a:cubicBezTo>
                  <a:cubicBezTo>
                    <a:pt x="105" y="42"/>
                    <a:pt x="109" y="45"/>
                    <a:pt x="109" y="41"/>
                  </a:cubicBezTo>
                  <a:cubicBezTo>
                    <a:pt x="109" y="41"/>
                    <a:pt x="111" y="42"/>
                    <a:pt x="112" y="39"/>
                  </a:cubicBezTo>
                  <a:cubicBezTo>
                    <a:pt x="112" y="39"/>
                    <a:pt x="111" y="36"/>
                    <a:pt x="109" y="35"/>
                  </a:cubicBezTo>
                  <a:cubicBezTo>
                    <a:pt x="109" y="35"/>
                    <a:pt x="112" y="35"/>
                    <a:pt x="114" y="36"/>
                  </a:cubicBezTo>
                  <a:cubicBezTo>
                    <a:pt x="114" y="36"/>
                    <a:pt x="117" y="40"/>
                    <a:pt x="117" y="36"/>
                  </a:cubicBezTo>
                  <a:cubicBezTo>
                    <a:pt x="117" y="36"/>
                    <a:pt x="117" y="35"/>
                    <a:pt x="115" y="34"/>
                  </a:cubicBezTo>
                  <a:cubicBezTo>
                    <a:pt x="115" y="34"/>
                    <a:pt x="119" y="34"/>
                    <a:pt x="122" y="35"/>
                  </a:cubicBezTo>
                  <a:cubicBezTo>
                    <a:pt x="122" y="35"/>
                    <a:pt x="130" y="38"/>
                    <a:pt x="127" y="34"/>
                  </a:cubicBezTo>
                  <a:cubicBezTo>
                    <a:pt x="127" y="34"/>
                    <a:pt x="122" y="31"/>
                    <a:pt x="114" y="30"/>
                  </a:cubicBezTo>
                  <a:cubicBezTo>
                    <a:pt x="114" y="30"/>
                    <a:pt x="112" y="28"/>
                    <a:pt x="117" y="28"/>
                  </a:cubicBezTo>
                  <a:cubicBezTo>
                    <a:pt x="117" y="28"/>
                    <a:pt x="122" y="29"/>
                    <a:pt x="123" y="28"/>
                  </a:cubicBezTo>
                  <a:cubicBezTo>
                    <a:pt x="123" y="28"/>
                    <a:pt x="142" y="27"/>
                    <a:pt x="143" y="24"/>
                  </a:cubicBezTo>
                  <a:cubicBezTo>
                    <a:pt x="143" y="24"/>
                    <a:pt x="143" y="21"/>
                    <a:pt x="124" y="23"/>
                  </a:cubicBezTo>
                  <a:cubicBezTo>
                    <a:pt x="124" y="23"/>
                    <a:pt x="123" y="22"/>
                    <a:pt x="126" y="21"/>
                  </a:cubicBezTo>
                  <a:cubicBezTo>
                    <a:pt x="126" y="21"/>
                    <a:pt x="130" y="21"/>
                    <a:pt x="131" y="20"/>
                  </a:cubicBezTo>
                  <a:cubicBezTo>
                    <a:pt x="131" y="20"/>
                    <a:pt x="134" y="20"/>
                    <a:pt x="137" y="19"/>
                  </a:cubicBezTo>
                  <a:cubicBezTo>
                    <a:pt x="137" y="19"/>
                    <a:pt x="154" y="17"/>
                    <a:pt x="156" y="13"/>
                  </a:cubicBezTo>
                  <a:cubicBezTo>
                    <a:pt x="156" y="13"/>
                    <a:pt x="158" y="11"/>
                    <a:pt x="152" y="12"/>
                  </a:cubicBezTo>
                  <a:cubicBezTo>
                    <a:pt x="152" y="12"/>
                    <a:pt x="147" y="13"/>
                    <a:pt x="145" y="13"/>
                  </a:cubicBezTo>
                  <a:cubicBezTo>
                    <a:pt x="145" y="13"/>
                    <a:pt x="152" y="11"/>
                    <a:pt x="154" y="9"/>
                  </a:cubicBezTo>
                  <a:cubicBezTo>
                    <a:pt x="154" y="9"/>
                    <a:pt x="166" y="8"/>
                    <a:pt x="166" y="1"/>
                  </a:cubicBezTo>
                  <a:cubicBezTo>
                    <a:pt x="166" y="1"/>
                    <a:pt x="143" y="0"/>
                    <a:pt x="134" y="6"/>
                  </a:cubicBezTo>
                  <a:cubicBezTo>
                    <a:pt x="95" y="22"/>
                    <a:pt x="95" y="22"/>
                    <a:pt x="95" y="22"/>
                  </a:cubicBezTo>
                  <a:cubicBezTo>
                    <a:pt x="95" y="22"/>
                    <a:pt x="47" y="47"/>
                    <a:pt x="43" y="50"/>
                  </a:cubicBezTo>
                  <a:cubicBezTo>
                    <a:pt x="43" y="50"/>
                    <a:pt x="21" y="64"/>
                    <a:pt x="17" y="67"/>
                  </a:cubicBezTo>
                  <a:cubicBezTo>
                    <a:pt x="17" y="67"/>
                    <a:pt x="8" y="73"/>
                    <a:pt x="2" y="72"/>
                  </a:cubicBezTo>
                  <a:cubicBezTo>
                    <a:pt x="2" y="72"/>
                    <a:pt x="0" y="71"/>
                    <a:pt x="3" y="75"/>
                  </a:cubicBezTo>
                  <a:cubicBezTo>
                    <a:pt x="3" y="75"/>
                    <a:pt x="6" y="78"/>
                    <a:pt x="8" y="81"/>
                  </a:cubicBezTo>
                  <a:cubicBezTo>
                    <a:pt x="8" y="81"/>
                    <a:pt x="10" y="87"/>
                    <a:pt x="18" y="94"/>
                  </a:cubicBezTo>
                  <a:cubicBezTo>
                    <a:pt x="18" y="94"/>
                    <a:pt x="23" y="99"/>
                    <a:pt x="24" y="103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25" name="Freeform 989"/>
            <p:cNvSpPr>
              <a:spLocks/>
            </p:cNvSpPr>
            <p:nvPr/>
          </p:nvSpPr>
          <p:spPr bwMode="auto">
            <a:xfrm>
              <a:off x="20525" y="3286"/>
              <a:ext cx="16" cy="90"/>
            </a:xfrm>
            <a:custGeom>
              <a:avLst/>
              <a:gdLst>
                <a:gd name="T0" fmla="*/ 0 w 3"/>
                <a:gd name="T1" fmla="*/ 1074 h 16"/>
                <a:gd name="T2" fmla="*/ 144 w 3"/>
                <a:gd name="T3" fmla="*/ 2661 h 16"/>
                <a:gd name="T4" fmla="*/ 315 w 3"/>
                <a:gd name="T5" fmla="*/ 2312 h 16"/>
                <a:gd name="T6" fmla="*/ 315 w 3"/>
                <a:gd name="T7" fmla="*/ 1074 h 16"/>
                <a:gd name="T8" fmla="*/ 0 w 3"/>
                <a:gd name="T9" fmla="*/ 107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16">
                  <a:moveTo>
                    <a:pt x="0" y="6"/>
                  </a:moveTo>
                  <a:cubicBezTo>
                    <a:pt x="0" y="6"/>
                    <a:pt x="0" y="12"/>
                    <a:pt x="1" y="15"/>
                  </a:cubicBezTo>
                  <a:cubicBezTo>
                    <a:pt x="1" y="15"/>
                    <a:pt x="3" y="16"/>
                    <a:pt x="2" y="13"/>
                  </a:cubicBezTo>
                  <a:cubicBezTo>
                    <a:pt x="2" y="13"/>
                    <a:pt x="2" y="9"/>
                    <a:pt x="2" y="6"/>
                  </a:cubicBezTo>
                  <a:cubicBezTo>
                    <a:pt x="2" y="6"/>
                    <a:pt x="1" y="0"/>
                    <a:pt x="0" y="6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26" name="Freeform 990"/>
            <p:cNvSpPr>
              <a:spLocks/>
            </p:cNvSpPr>
            <p:nvPr/>
          </p:nvSpPr>
          <p:spPr bwMode="auto">
            <a:xfrm>
              <a:off x="20547" y="3269"/>
              <a:ext cx="17" cy="90"/>
            </a:xfrm>
            <a:custGeom>
              <a:avLst/>
              <a:gdLst>
                <a:gd name="T0" fmla="*/ 193 w 3"/>
                <a:gd name="T1" fmla="*/ 726 h 16"/>
                <a:gd name="T2" fmla="*/ 193 w 3"/>
                <a:gd name="T3" fmla="*/ 2498 h 16"/>
                <a:gd name="T4" fmla="*/ 544 w 3"/>
                <a:gd name="T5" fmla="*/ 2312 h 16"/>
                <a:gd name="T6" fmla="*/ 193 w 3"/>
                <a:gd name="T7" fmla="*/ 726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6">
                  <a:moveTo>
                    <a:pt x="1" y="4"/>
                  </a:moveTo>
                  <a:cubicBezTo>
                    <a:pt x="1" y="4"/>
                    <a:pt x="0" y="12"/>
                    <a:pt x="1" y="14"/>
                  </a:cubicBezTo>
                  <a:cubicBezTo>
                    <a:pt x="1" y="14"/>
                    <a:pt x="3" y="16"/>
                    <a:pt x="3" y="13"/>
                  </a:cubicBezTo>
                  <a:cubicBezTo>
                    <a:pt x="3" y="13"/>
                    <a:pt x="2" y="0"/>
                    <a:pt x="1" y="4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27" name="Freeform 991"/>
            <p:cNvSpPr>
              <a:spLocks/>
            </p:cNvSpPr>
            <p:nvPr/>
          </p:nvSpPr>
          <p:spPr bwMode="auto">
            <a:xfrm>
              <a:off x="20570" y="3269"/>
              <a:ext cx="11" cy="73"/>
            </a:xfrm>
            <a:custGeom>
              <a:avLst/>
              <a:gdLst>
                <a:gd name="T0" fmla="*/ 0 w 2"/>
                <a:gd name="T1" fmla="*/ 348 h 13"/>
                <a:gd name="T2" fmla="*/ 0 w 2"/>
                <a:gd name="T3" fmla="*/ 1421 h 13"/>
                <a:gd name="T4" fmla="*/ 336 w 2"/>
                <a:gd name="T5" fmla="*/ 1763 h 13"/>
                <a:gd name="T6" fmla="*/ 336 w 2"/>
                <a:gd name="T7" fmla="*/ 882 h 13"/>
                <a:gd name="T8" fmla="*/ 182 w 2"/>
                <a:gd name="T9" fmla="*/ 0 h 13"/>
                <a:gd name="T10" fmla="*/ 182 w 2"/>
                <a:gd name="T11" fmla="*/ 348 h 13"/>
                <a:gd name="T12" fmla="*/ 0 w 2"/>
                <a:gd name="T13" fmla="*/ 348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13">
                  <a:moveTo>
                    <a:pt x="0" y="2"/>
                  </a:moveTo>
                  <a:cubicBezTo>
                    <a:pt x="0" y="4"/>
                    <a:pt x="0" y="6"/>
                    <a:pt x="0" y="8"/>
                  </a:cubicBezTo>
                  <a:cubicBezTo>
                    <a:pt x="0" y="9"/>
                    <a:pt x="2" y="13"/>
                    <a:pt x="2" y="10"/>
                  </a:cubicBezTo>
                  <a:cubicBezTo>
                    <a:pt x="2" y="8"/>
                    <a:pt x="2" y="6"/>
                    <a:pt x="2" y="5"/>
                  </a:cubicBezTo>
                  <a:cubicBezTo>
                    <a:pt x="2" y="4"/>
                    <a:pt x="2" y="1"/>
                    <a:pt x="1" y="0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28" name="Freeform 992"/>
            <p:cNvSpPr>
              <a:spLocks/>
            </p:cNvSpPr>
            <p:nvPr/>
          </p:nvSpPr>
          <p:spPr bwMode="auto">
            <a:xfrm>
              <a:off x="20587" y="3252"/>
              <a:ext cx="16" cy="79"/>
            </a:xfrm>
            <a:custGeom>
              <a:avLst/>
              <a:gdLst>
                <a:gd name="T0" fmla="*/ 144 w 3"/>
                <a:gd name="T1" fmla="*/ 350 h 14"/>
                <a:gd name="T2" fmla="*/ 144 w 3"/>
                <a:gd name="T3" fmla="*/ 1433 h 14"/>
                <a:gd name="T4" fmla="*/ 315 w 3"/>
                <a:gd name="T5" fmla="*/ 2167 h 14"/>
                <a:gd name="T6" fmla="*/ 453 w 3"/>
                <a:gd name="T7" fmla="*/ 1625 h 14"/>
                <a:gd name="T8" fmla="*/ 453 w 3"/>
                <a:gd name="T9" fmla="*/ 1083 h 14"/>
                <a:gd name="T10" fmla="*/ 315 w 3"/>
                <a:gd name="T11" fmla="*/ 542 h 14"/>
                <a:gd name="T12" fmla="*/ 144 w 3"/>
                <a:gd name="T13" fmla="*/ 0 h 14"/>
                <a:gd name="T14" fmla="*/ 0 w 3"/>
                <a:gd name="T15" fmla="*/ 192 h 14"/>
                <a:gd name="T16" fmla="*/ 144 w 3"/>
                <a:gd name="T17" fmla="*/ 350 h 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14">
                  <a:moveTo>
                    <a:pt x="1" y="2"/>
                  </a:moveTo>
                  <a:cubicBezTo>
                    <a:pt x="1" y="4"/>
                    <a:pt x="1" y="6"/>
                    <a:pt x="1" y="8"/>
                  </a:cubicBezTo>
                  <a:cubicBezTo>
                    <a:pt x="1" y="9"/>
                    <a:pt x="1" y="14"/>
                    <a:pt x="2" y="12"/>
                  </a:cubicBezTo>
                  <a:cubicBezTo>
                    <a:pt x="3" y="12"/>
                    <a:pt x="3" y="10"/>
                    <a:pt x="3" y="9"/>
                  </a:cubicBezTo>
                  <a:cubicBezTo>
                    <a:pt x="3" y="8"/>
                    <a:pt x="3" y="7"/>
                    <a:pt x="3" y="6"/>
                  </a:cubicBezTo>
                  <a:cubicBezTo>
                    <a:pt x="3" y="5"/>
                    <a:pt x="2" y="4"/>
                    <a:pt x="2" y="3"/>
                  </a:cubicBezTo>
                  <a:cubicBezTo>
                    <a:pt x="1" y="2"/>
                    <a:pt x="1" y="1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1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29" name="Freeform 993"/>
            <p:cNvSpPr>
              <a:spLocks/>
            </p:cNvSpPr>
            <p:nvPr/>
          </p:nvSpPr>
          <p:spPr bwMode="auto">
            <a:xfrm>
              <a:off x="20609" y="3241"/>
              <a:ext cx="23" cy="73"/>
            </a:xfrm>
            <a:custGeom>
              <a:avLst/>
              <a:gdLst>
                <a:gd name="T0" fmla="*/ 201 w 4"/>
                <a:gd name="T1" fmla="*/ 191 h 13"/>
                <a:gd name="T2" fmla="*/ 201 w 4"/>
                <a:gd name="T3" fmla="*/ 1421 h 13"/>
                <a:gd name="T4" fmla="*/ 201 w 4"/>
                <a:gd name="T5" fmla="*/ 1954 h 13"/>
                <a:gd name="T6" fmla="*/ 564 w 4"/>
                <a:gd name="T7" fmla="*/ 1954 h 13"/>
                <a:gd name="T8" fmla="*/ 564 w 4"/>
                <a:gd name="T9" fmla="*/ 1606 h 13"/>
                <a:gd name="T10" fmla="*/ 564 w 4"/>
                <a:gd name="T11" fmla="*/ 1421 h 13"/>
                <a:gd name="T12" fmla="*/ 759 w 4"/>
                <a:gd name="T13" fmla="*/ 882 h 13"/>
                <a:gd name="T14" fmla="*/ 397 w 4"/>
                <a:gd name="T15" fmla="*/ 348 h 13"/>
                <a:gd name="T16" fmla="*/ 201 w 4"/>
                <a:gd name="T17" fmla="*/ 0 h 13"/>
                <a:gd name="T18" fmla="*/ 201 w 4"/>
                <a:gd name="T19" fmla="*/ 0 h 13"/>
                <a:gd name="T20" fmla="*/ 201 w 4"/>
                <a:gd name="T21" fmla="*/ 191 h 1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" h="13">
                  <a:moveTo>
                    <a:pt x="1" y="1"/>
                  </a:moveTo>
                  <a:cubicBezTo>
                    <a:pt x="0" y="2"/>
                    <a:pt x="0" y="6"/>
                    <a:pt x="1" y="8"/>
                  </a:cubicBezTo>
                  <a:cubicBezTo>
                    <a:pt x="1" y="9"/>
                    <a:pt x="1" y="10"/>
                    <a:pt x="1" y="11"/>
                  </a:cubicBezTo>
                  <a:cubicBezTo>
                    <a:pt x="2" y="13"/>
                    <a:pt x="3" y="12"/>
                    <a:pt x="3" y="11"/>
                  </a:cubicBezTo>
                  <a:cubicBezTo>
                    <a:pt x="3" y="10"/>
                    <a:pt x="3" y="10"/>
                    <a:pt x="3" y="9"/>
                  </a:cubicBezTo>
                  <a:cubicBezTo>
                    <a:pt x="3" y="9"/>
                    <a:pt x="3" y="8"/>
                    <a:pt x="3" y="8"/>
                  </a:cubicBezTo>
                  <a:cubicBezTo>
                    <a:pt x="3" y="7"/>
                    <a:pt x="4" y="7"/>
                    <a:pt x="4" y="5"/>
                  </a:cubicBezTo>
                  <a:cubicBezTo>
                    <a:pt x="3" y="4"/>
                    <a:pt x="2" y="3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30" name="Freeform 994"/>
            <p:cNvSpPr>
              <a:spLocks/>
            </p:cNvSpPr>
            <p:nvPr/>
          </p:nvSpPr>
          <p:spPr bwMode="auto">
            <a:xfrm>
              <a:off x="20637" y="3224"/>
              <a:ext cx="12" cy="67"/>
            </a:xfrm>
            <a:custGeom>
              <a:avLst/>
              <a:gdLst>
                <a:gd name="T0" fmla="*/ 0 w 2"/>
                <a:gd name="T1" fmla="*/ 190 h 12"/>
                <a:gd name="T2" fmla="*/ 216 w 2"/>
                <a:gd name="T3" fmla="*/ 1061 h 12"/>
                <a:gd name="T4" fmla="*/ 216 w 2"/>
                <a:gd name="T5" fmla="*/ 2088 h 12"/>
                <a:gd name="T6" fmla="*/ 0 w 2"/>
                <a:gd name="T7" fmla="*/ 1061 h 12"/>
                <a:gd name="T8" fmla="*/ 0 w 2"/>
                <a:gd name="T9" fmla="*/ 530 h 12"/>
                <a:gd name="T10" fmla="*/ 0 w 2"/>
                <a:gd name="T11" fmla="*/ 0 h 12"/>
                <a:gd name="T12" fmla="*/ 0 w 2"/>
                <a:gd name="T13" fmla="*/ 19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12">
                  <a:moveTo>
                    <a:pt x="0" y="1"/>
                  </a:moveTo>
                  <a:cubicBezTo>
                    <a:pt x="1" y="2"/>
                    <a:pt x="1" y="5"/>
                    <a:pt x="1" y="6"/>
                  </a:cubicBezTo>
                  <a:cubicBezTo>
                    <a:pt x="2" y="8"/>
                    <a:pt x="2" y="10"/>
                    <a:pt x="1" y="12"/>
                  </a:cubicBezTo>
                  <a:cubicBezTo>
                    <a:pt x="0" y="10"/>
                    <a:pt x="0" y="8"/>
                    <a:pt x="0" y="6"/>
                  </a:cubicBezTo>
                  <a:cubicBezTo>
                    <a:pt x="0" y="5"/>
                    <a:pt x="0" y="4"/>
                    <a:pt x="0" y="3"/>
                  </a:cubicBezTo>
                  <a:cubicBezTo>
                    <a:pt x="0" y="2"/>
                    <a:pt x="0" y="1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31" name="Freeform 995"/>
            <p:cNvSpPr>
              <a:spLocks/>
            </p:cNvSpPr>
            <p:nvPr/>
          </p:nvSpPr>
          <p:spPr bwMode="auto">
            <a:xfrm>
              <a:off x="20654" y="3212"/>
              <a:ext cx="23" cy="68"/>
            </a:xfrm>
            <a:custGeom>
              <a:avLst/>
              <a:gdLst>
                <a:gd name="T0" fmla="*/ 201 w 4"/>
                <a:gd name="T1" fmla="*/ 193 h 12"/>
                <a:gd name="T2" fmla="*/ 564 w 4"/>
                <a:gd name="T3" fmla="*/ 1286 h 12"/>
                <a:gd name="T4" fmla="*/ 397 w 4"/>
                <a:gd name="T5" fmla="*/ 1989 h 12"/>
                <a:gd name="T6" fmla="*/ 201 w 4"/>
                <a:gd name="T7" fmla="*/ 1094 h 12"/>
                <a:gd name="T8" fmla="*/ 0 w 4"/>
                <a:gd name="T9" fmla="*/ 0 h 12"/>
                <a:gd name="T10" fmla="*/ 0 w 4"/>
                <a:gd name="T11" fmla="*/ 193 h 12"/>
                <a:gd name="T12" fmla="*/ 201 w 4"/>
                <a:gd name="T13" fmla="*/ 19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2">
                  <a:moveTo>
                    <a:pt x="1" y="1"/>
                  </a:moveTo>
                  <a:cubicBezTo>
                    <a:pt x="2" y="2"/>
                    <a:pt x="2" y="5"/>
                    <a:pt x="3" y="7"/>
                  </a:cubicBezTo>
                  <a:cubicBezTo>
                    <a:pt x="3" y="8"/>
                    <a:pt x="4" y="12"/>
                    <a:pt x="2" y="11"/>
                  </a:cubicBezTo>
                  <a:cubicBezTo>
                    <a:pt x="1" y="10"/>
                    <a:pt x="1" y="7"/>
                    <a:pt x="1" y="6"/>
                  </a:cubicBezTo>
                  <a:cubicBezTo>
                    <a:pt x="0" y="4"/>
                    <a:pt x="0" y="2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32" name="Freeform 996"/>
            <p:cNvSpPr>
              <a:spLocks/>
            </p:cNvSpPr>
            <p:nvPr/>
          </p:nvSpPr>
          <p:spPr bwMode="auto">
            <a:xfrm>
              <a:off x="20677" y="3196"/>
              <a:ext cx="22" cy="73"/>
            </a:xfrm>
            <a:custGeom>
              <a:avLst/>
              <a:gdLst>
                <a:gd name="T0" fmla="*/ 0 w 4"/>
                <a:gd name="T1" fmla="*/ 191 h 13"/>
                <a:gd name="T2" fmla="*/ 336 w 4"/>
                <a:gd name="T3" fmla="*/ 1230 h 13"/>
                <a:gd name="T4" fmla="*/ 336 w 4"/>
                <a:gd name="T5" fmla="*/ 1954 h 13"/>
                <a:gd name="T6" fmla="*/ 0 w 4"/>
                <a:gd name="T7" fmla="*/ 1073 h 13"/>
                <a:gd name="T8" fmla="*/ 0 w 4"/>
                <a:gd name="T9" fmla="*/ 0 h 13"/>
                <a:gd name="T10" fmla="*/ 0 w 4"/>
                <a:gd name="T11" fmla="*/ 191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13">
                  <a:moveTo>
                    <a:pt x="0" y="1"/>
                  </a:moveTo>
                  <a:cubicBezTo>
                    <a:pt x="1" y="3"/>
                    <a:pt x="1" y="5"/>
                    <a:pt x="2" y="7"/>
                  </a:cubicBezTo>
                  <a:cubicBezTo>
                    <a:pt x="3" y="8"/>
                    <a:pt x="4" y="13"/>
                    <a:pt x="2" y="11"/>
                  </a:cubicBezTo>
                  <a:cubicBezTo>
                    <a:pt x="0" y="10"/>
                    <a:pt x="0" y="8"/>
                    <a:pt x="0" y="6"/>
                  </a:cubicBezTo>
                  <a:cubicBezTo>
                    <a:pt x="0" y="4"/>
                    <a:pt x="0" y="2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33" name="Freeform 997"/>
            <p:cNvSpPr>
              <a:spLocks/>
            </p:cNvSpPr>
            <p:nvPr/>
          </p:nvSpPr>
          <p:spPr bwMode="auto">
            <a:xfrm>
              <a:off x="20694" y="3184"/>
              <a:ext cx="17" cy="74"/>
            </a:xfrm>
            <a:custGeom>
              <a:avLst/>
              <a:gdLst>
                <a:gd name="T0" fmla="*/ 193 w 3"/>
                <a:gd name="T1" fmla="*/ 194 h 13"/>
                <a:gd name="T2" fmla="*/ 544 w 3"/>
                <a:gd name="T3" fmla="*/ 1298 h 13"/>
                <a:gd name="T4" fmla="*/ 193 w 3"/>
                <a:gd name="T5" fmla="*/ 2044 h 13"/>
                <a:gd name="T6" fmla="*/ 193 w 3"/>
                <a:gd name="T7" fmla="*/ 905 h 13"/>
                <a:gd name="T8" fmla="*/ 193 w 3"/>
                <a:gd name="T9" fmla="*/ 0 h 13"/>
                <a:gd name="T10" fmla="*/ 193 w 3"/>
                <a:gd name="T11" fmla="*/ 194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" h="13">
                  <a:moveTo>
                    <a:pt x="1" y="1"/>
                  </a:moveTo>
                  <a:cubicBezTo>
                    <a:pt x="2" y="2"/>
                    <a:pt x="3" y="5"/>
                    <a:pt x="3" y="7"/>
                  </a:cubicBezTo>
                  <a:cubicBezTo>
                    <a:pt x="3" y="8"/>
                    <a:pt x="3" y="13"/>
                    <a:pt x="1" y="11"/>
                  </a:cubicBezTo>
                  <a:cubicBezTo>
                    <a:pt x="1" y="10"/>
                    <a:pt x="1" y="6"/>
                    <a:pt x="1" y="5"/>
                  </a:cubicBezTo>
                  <a:cubicBezTo>
                    <a:pt x="1" y="4"/>
                    <a:pt x="0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34" name="Freeform 998"/>
            <p:cNvSpPr>
              <a:spLocks/>
            </p:cNvSpPr>
            <p:nvPr/>
          </p:nvSpPr>
          <p:spPr bwMode="auto">
            <a:xfrm>
              <a:off x="20711" y="3162"/>
              <a:ext cx="33" cy="67"/>
            </a:xfrm>
            <a:custGeom>
              <a:avLst/>
              <a:gdLst>
                <a:gd name="T0" fmla="*/ 182 w 6"/>
                <a:gd name="T1" fmla="*/ 341 h 12"/>
                <a:gd name="T2" fmla="*/ 847 w 6"/>
                <a:gd name="T3" fmla="*/ 2088 h 12"/>
                <a:gd name="T4" fmla="*/ 336 w 6"/>
                <a:gd name="T5" fmla="*/ 1061 h 12"/>
                <a:gd name="T6" fmla="*/ 0 w 6"/>
                <a:gd name="T7" fmla="*/ 190 h 12"/>
                <a:gd name="T8" fmla="*/ 0 w 6"/>
                <a:gd name="T9" fmla="*/ 190 h 12"/>
                <a:gd name="T10" fmla="*/ 182 w 6"/>
                <a:gd name="T11" fmla="*/ 341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" h="12">
                  <a:moveTo>
                    <a:pt x="1" y="2"/>
                  </a:moveTo>
                  <a:cubicBezTo>
                    <a:pt x="2" y="5"/>
                    <a:pt x="6" y="8"/>
                    <a:pt x="5" y="12"/>
                  </a:cubicBezTo>
                  <a:cubicBezTo>
                    <a:pt x="3" y="12"/>
                    <a:pt x="2" y="8"/>
                    <a:pt x="2" y="6"/>
                  </a:cubicBezTo>
                  <a:cubicBezTo>
                    <a:pt x="1" y="5"/>
                    <a:pt x="0" y="2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1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35" name="Freeform 999"/>
            <p:cNvSpPr>
              <a:spLocks/>
            </p:cNvSpPr>
            <p:nvPr/>
          </p:nvSpPr>
          <p:spPr bwMode="auto">
            <a:xfrm>
              <a:off x="20722" y="3145"/>
              <a:ext cx="51" cy="67"/>
            </a:xfrm>
            <a:custGeom>
              <a:avLst/>
              <a:gdLst>
                <a:gd name="T0" fmla="*/ 351 w 9"/>
                <a:gd name="T1" fmla="*/ 190 h 12"/>
                <a:gd name="T2" fmla="*/ 737 w 9"/>
                <a:gd name="T3" fmla="*/ 687 h 12"/>
                <a:gd name="T4" fmla="*/ 901 w 9"/>
                <a:gd name="T5" fmla="*/ 1401 h 12"/>
                <a:gd name="T6" fmla="*/ 1094 w 9"/>
                <a:gd name="T7" fmla="*/ 1904 h 12"/>
                <a:gd name="T8" fmla="*/ 544 w 9"/>
                <a:gd name="T9" fmla="*/ 1061 h 12"/>
                <a:gd name="T10" fmla="*/ 193 w 9"/>
                <a:gd name="T11" fmla="*/ 530 h 12"/>
                <a:gd name="T12" fmla="*/ 0 w 9"/>
                <a:gd name="T13" fmla="*/ 190 h 12"/>
                <a:gd name="T14" fmla="*/ 193 w 9"/>
                <a:gd name="T15" fmla="*/ 190 h 12"/>
                <a:gd name="T16" fmla="*/ 351 w 9"/>
                <a:gd name="T17" fmla="*/ 190 h 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" h="12">
                  <a:moveTo>
                    <a:pt x="2" y="1"/>
                  </a:moveTo>
                  <a:cubicBezTo>
                    <a:pt x="2" y="2"/>
                    <a:pt x="3" y="3"/>
                    <a:pt x="4" y="4"/>
                  </a:cubicBezTo>
                  <a:cubicBezTo>
                    <a:pt x="5" y="5"/>
                    <a:pt x="5" y="6"/>
                    <a:pt x="5" y="8"/>
                  </a:cubicBezTo>
                  <a:cubicBezTo>
                    <a:pt x="6" y="8"/>
                    <a:pt x="9" y="12"/>
                    <a:pt x="6" y="11"/>
                  </a:cubicBezTo>
                  <a:cubicBezTo>
                    <a:pt x="4" y="10"/>
                    <a:pt x="4" y="8"/>
                    <a:pt x="3" y="6"/>
                  </a:cubicBezTo>
                  <a:cubicBezTo>
                    <a:pt x="3" y="5"/>
                    <a:pt x="2" y="4"/>
                    <a:pt x="1" y="3"/>
                  </a:cubicBezTo>
                  <a:cubicBezTo>
                    <a:pt x="1" y="2"/>
                    <a:pt x="1" y="1"/>
                    <a:pt x="0" y="1"/>
                  </a:cubicBezTo>
                  <a:cubicBezTo>
                    <a:pt x="1" y="0"/>
                    <a:pt x="1" y="1"/>
                    <a:pt x="1" y="1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36" name="Freeform 1000"/>
            <p:cNvSpPr>
              <a:spLocks/>
            </p:cNvSpPr>
            <p:nvPr/>
          </p:nvSpPr>
          <p:spPr bwMode="auto">
            <a:xfrm>
              <a:off x="20744" y="3134"/>
              <a:ext cx="62" cy="67"/>
            </a:xfrm>
            <a:custGeom>
              <a:avLst/>
              <a:gdLst>
                <a:gd name="T0" fmla="*/ 349 w 11"/>
                <a:gd name="T1" fmla="*/ 190 h 12"/>
                <a:gd name="T2" fmla="*/ 1240 w 11"/>
                <a:gd name="T3" fmla="*/ 871 h 12"/>
                <a:gd name="T4" fmla="*/ 1432 w 11"/>
                <a:gd name="T5" fmla="*/ 1748 h 12"/>
                <a:gd name="T6" fmla="*/ 891 w 11"/>
                <a:gd name="T7" fmla="*/ 1217 h 12"/>
                <a:gd name="T8" fmla="*/ 733 w 11"/>
                <a:gd name="T9" fmla="*/ 871 h 12"/>
                <a:gd name="T10" fmla="*/ 0 w 11"/>
                <a:gd name="T11" fmla="*/ 0 h 12"/>
                <a:gd name="T12" fmla="*/ 349 w 11"/>
                <a:gd name="T13" fmla="*/ 19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2">
                  <a:moveTo>
                    <a:pt x="2" y="1"/>
                  </a:moveTo>
                  <a:cubicBezTo>
                    <a:pt x="4" y="3"/>
                    <a:pt x="6" y="3"/>
                    <a:pt x="7" y="5"/>
                  </a:cubicBezTo>
                  <a:cubicBezTo>
                    <a:pt x="8" y="7"/>
                    <a:pt x="11" y="12"/>
                    <a:pt x="8" y="10"/>
                  </a:cubicBezTo>
                  <a:cubicBezTo>
                    <a:pt x="7" y="9"/>
                    <a:pt x="6" y="8"/>
                    <a:pt x="5" y="7"/>
                  </a:cubicBezTo>
                  <a:cubicBezTo>
                    <a:pt x="5" y="7"/>
                    <a:pt x="5" y="6"/>
                    <a:pt x="4" y="5"/>
                  </a:cubicBezTo>
                  <a:cubicBezTo>
                    <a:pt x="3" y="3"/>
                    <a:pt x="1" y="2"/>
                    <a:pt x="0" y="0"/>
                  </a:cubicBezTo>
                  <a:cubicBezTo>
                    <a:pt x="1" y="0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37" name="Freeform 1001"/>
            <p:cNvSpPr>
              <a:spLocks/>
            </p:cNvSpPr>
            <p:nvPr/>
          </p:nvSpPr>
          <p:spPr bwMode="auto">
            <a:xfrm>
              <a:off x="20767" y="3122"/>
              <a:ext cx="68" cy="57"/>
            </a:xfrm>
            <a:custGeom>
              <a:avLst/>
              <a:gdLst>
                <a:gd name="T0" fmla="*/ 0 w 12"/>
                <a:gd name="T1" fmla="*/ 0 h 10"/>
                <a:gd name="T2" fmla="*/ 1286 w 12"/>
                <a:gd name="T3" fmla="*/ 553 h 10"/>
                <a:gd name="T4" fmla="*/ 1830 w 12"/>
                <a:gd name="T5" fmla="*/ 1106 h 10"/>
                <a:gd name="T6" fmla="*/ 2182 w 12"/>
                <a:gd name="T7" fmla="*/ 1493 h 10"/>
                <a:gd name="T8" fmla="*/ 1094 w 12"/>
                <a:gd name="T9" fmla="*/ 941 h 10"/>
                <a:gd name="T10" fmla="*/ 0 w 12"/>
                <a:gd name="T11" fmla="*/ 0 h 10"/>
                <a:gd name="T12" fmla="*/ 0 w 12"/>
                <a:gd name="T13" fmla="*/ 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0">
                  <a:moveTo>
                    <a:pt x="0" y="0"/>
                  </a:moveTo>
                  <a:cubicBezTo>
                    <a:pt x="2" y="0"/>
                    <a:pt x="5" y="2"/>
                    <a:pt x="7" y="3"/>
                  </a:cubicBezTo>
                  <a:cubicBezTo>
                    <a:pt x="8" y="4"/>
                    <a:pt x="9" y="5"/>
                    <a:pt x="10" y="6"/>
                  </a:cubicBezTo>
                  <a:cubicBezTo>
                    <a:pt x="11" y="6"/>
                    <a:pt x="12" y="7"/>
                    <a:pt x="12" y="8"/>
                  </a:cubicBezTo>
                  <a:cubicBezTo>
                    <a:pt x="10" y="10"/>
                    <a:pt x="7" y="6"/>
                    <a:pt x="6" y="5"/>
                  </a:cubicBezTo>
                  <a:cubicBezTo>
                    <a:pt x="4" y="4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38" name="Freeform 1002"/>
            <p:cNvSpPr>
              <a:spLocks/>
            </p:cNvSpPr>
            <p:nvPr/>
          </p:nvSpPr>
          <p:spPr bwMode="auto">
            <a:xfrm>
              <a:off x="20778" y="3105"/>
              <a:ext cx="90" cy="51"/>
            </a:xfrm>
            <a:custGeom>
              <a:avLst/>
              <a:gdLst>
                <a:gd name="T0" fmla="*/ 349 w 16"/>
                <a:gd name="T1" fmla="*/ 0 h 9"/>
                <a:gd name="T2" fmla="*/ 1074 w 16"/>
                <a:gd name="T3" fmla="*/ 351 h 9"/>
                <a:gd name="T4" fmla="*/ 1772 w 16"/>
                <a:gd name="T5" fmla="*/ 737 h 9"/>
                <a:gd name="T6" fmla="*/ 2498 w 16"/>
                <a:gd name="T7" fmla="*/ 1286 h 9"/>
                <a:gd name="T8" fmla="*/ 2661 w 16"/>
                <a:gd name="T9" fmla="*/ 1445 h 9"/>
                <a:gd name="T10" fmla="*/ 2498 w 16"/>
                <a:gd name="T11" fmla="*/ 1638 h 9"/>
                <a:gd name="T12" fmla="*/ 1772 w 16"/>
                <a:gd name="T13" fmla="*/ 1445 h 9"/>
                <a:gd name="T14" fmla="*/ 1232 w 16"/>
                <a:gd name="T15" fmla="*/ 1094 h 9"/>
                <a:gd name="T16" fmla="*/ 540 w 16"/>
                <a:gd name="T17" fmla="*/ 544 h 9"/>
                <a:gd name="T18" fmla="*/ 0 w 16"/>
                <a:gd name="T19" fmla="*/ 0 h 9"/>
                <a:gd name="T20" fmla="*/ 191 w 16"/>
                <a:gd name="T21" fmla="*/ 0 h 9"/>
                <a:gd name="T22" fmla="*/ 349 w 16"/>
                <a:gd name="T23" fmla="*/ 0 h 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6" h="9">
                  <a:moveTo>
                    <a:pt x="2" y="0"/>
                  </a:moveTo>
                  <a:cubicBezTo>
                    <a:pt x="3" y="1"/>
                    <a:pt x="5" y="1"/>
                    <a:pt x="6" y="2"/>
                  </a:cubicBezTo>
                  <a:cubicBezTo>
                    <a:pt x="8" y="3"/>
                    <a:pt x="9" y="3"/>
                    <a:pt x="10" y="4"/>
                  </a:cubicBezTo>
                  <a:cubicBezTo>
                    <a:pt x="11" y="5"/>
                    <a:pt x="12" y="6"/>
                    <a:pt x="14" y="7"/>
                  </a:cubicBezTo>
                  <a:cubicBezTo>
                    <a:pt x="14" y="7"/>
                    <a:pt x="15" y="7"/>
                    <a:pt x="15" y="8"/>
                  </a:cubicBezTo>
                  <a:cubicBezTo>
                    <a:pt x="16" y="9"/>
                    <a:pt x="15" y="8"/>
                    <a:pt x="14" y="9"/>
                  </a:cubicBezTo>
                  <a:cubicBezTo>
                    <a:pt x="13" y="9"/>
                    <a:pt x="12" y="9"/>
                    <a:pt x="10" y="8"/>
                  </a:cubicBezTo>
                  <a:cubicBezTo>
                    <a:pt x="9" y="7"/>
                    <a:pt x="8" y="6"/>
                    <a:pt x="7" y="6"/>
                  </a:cubicBezTo>
                  <a:cubicBezTo>
                    <a:pt x="5" y="5"/>
                    <a:pt x="4" y="4"/>
                    <a:pt x="3" y="3"/>
                  </a:cubicBezTo>
                  <a:cubicBezTo>
                    <a:pt x="2" y="2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39" name="Freeform 1003"/>
            <p:cNvSpPr>
              <a:spLocks/>
            </p:cNvSpPr>
            <p:nvPr/>
          </p:nvSpPr>
          <p:spPr bwMode="auto">
            <a:xfrm>
              <a:off x="20806" y="3083"/>
              <a:ext cx="91" cy="56"/>
            </a:xfrm>
            <a:custGeom>
              <a:avLst/>
              <a:gdLst>
                <a:gd name="T0" fmla="*/ 552 w 16"/>
                <a:gd name="T1" fmla="*/ 190 h 10"/>
                <a:gd name="T2" fmla="*/ 358 w 16"/>
                <a:gd name="T3" fmla="*/ 0 h 10"/>
                <a:gd name="T4" fmla="*/ 745 w 16"/>
                <a:gd name="T5" fmla="*/ 532 h 10"/>
                <a:gd name="T6" fmla="*/ 0 w 16"/>
                <a:gd name="T7" fmla="*/ 347 h 10"/>
                <a:gd name="T8" fmla="*/ 1098 w 16"/>
                <a:gd name="T9" fmla="*/ 1064 h 10"/>
                <a:gd name="T10" fmla="*/ 1649 w 16"/>
                <a:gd name="T11" fmla="*/ 1411 h 10"/>
                <a:gd name="T12" fmla="*/ 2201 w 16"/>
                <a:gd name="T13" fmla="*/ 1758 h 10"/>
                <a:gd name="T14" fmla="*/ 2394 w 16"/>
                <a:gd name="T15" fmla="*/ 1411 h 10"/>
                <a:gd name="T16" fmla="*/ 2747 w 16"/>
                <a:gd name="T17" fmla="*/ 1411 h 10"/>
                <a:gd name="T18" fmla="*/ 2201 w 16"/>
                <a:gd name="T19" fmla="*/ 1064 h 10"/>
                <a:gd name="T20" fmla="*/ 1490 w 16"/>
                <a:gd name="T21" fmla="*/ 532 h 10"/>
                <a:gd name="T22" fmla="*/ 745 w 16"/>
                <a:gd name="T23" fmla="*/ 190 h 10"/>
                <a:gd name="T24" fmla="*/ 552 w 16"/>
                <a:gd name="T25" fmla="*/ 190 h 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" h="10">
                  <a:moveTo>
                    <a:pt x="3" y="1"/>
                  </a:moveTo>
                  <a:cubicBezTo>
                    <a:pt x="3" y="0"/>
                    <a:pt x="2" y="0"/>
                    <a:pt x="2" y="0"/>
                  </a:cubicBezTo>
                  <a:cubicBezTo>
                    <a:pt x="2" y="1"/>
                    <a:pt x="4" y="3"/>
                    <a:pt x="4" y="3"/>
                  </a:cubicBezTo>
                  <a:cubicBezTo>
                    <a:pt x="3" y="4"/>
                    <a:pt x="1" y="2"/>
                    <a:pt x="0" y="2"/>
                  </a:cubicBezTo>
                  <a:cubicBezTo>
                    <a:pt x="2" y="4"/>
                    <a:pt x="4" y="5"/>
                    <a:pt x="6" y="6"/>
                  </a:cubicBezTo>
                  <a:cubicBezTo>
                    <a:pt x="7" y="7"/>
                    <a:pt x="8" y="7"/>
                    <a:pt x="9" y="8"/>
                  </a:cubicBezTo>
                  <a:cubicBezTo>
                    <a:pt x="10" y="9"/>
                    <a:pt x="11" y="10"/>
                    <a:pt x="12" y="10"/>
                  </a:cubicBezTo>
                  <a:cubicBezTo>
                    <a:pt x="12" y="9"/>
                    <a:pt x="12" y="9"/>
                    <a:pt x="13" y="8"/>
                  </a:cubicBezTo>
                  <a:cubicBezTo>
                    <a:pt x="13" y="8"/>
                    <a:pt x="14" y="9"/>
                    <a:pt x="15" y="8"/>
                  </a:cubicBezTo>
                  <a:cubicBezTo>
                    <a:pt x="16" y="8"/>
                    <a:pt x="13" y="6"/>
                    <a:pt x="12" y="6"/>
                  </a:cubicBezTo>
                  <a:cubicBezTo>
                    <a:pt x="11" y="5"/>
                    <a:pt x="10" y="4"/>
                    <a:pt x="8" y="3"/>
                  </a:cubicBezTo>
                  <a:cubicBezTo>
                    <a:pt x="7" y="3"/>
                    <a:pt x="5" y="1"/>
                    <a:pt x="4" y="1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40" name="Freeform 1004"/>
            <p:cNvSpPr>
              <a:spLocks/>
            </p:cNvSpPr>
            <p:nvPr/>
          </p:nvSpPr>
          <p:spPr bwMode="auto">
            <a:xfrm>
              <a:off x="20818" y="3060"/>
              <a:ext cx="95" cy="57"/>
            </a:xfrm>
            <a:custGeom>
              <a:avLst/>
              <a:gdLst>
                <a:gd name="T0" fmla="*/ 341 w 17"/>
                <a:gd name="T1" fmla="*/ 359 h 10"/>
                <a:gd name="T2" fmla="*/ 1749 w 17"/>
                <a:gd name="T3" fmla="*/ 1106 h 10"/>
                <a:gd name="T4" fmla="*/ 2280 w 17"/>
                <a:gd name="T5" fmla="*/ 1493 h 10"/>
                <a:gd name="T6" fmla="*/ 2777 w 17"/>
                <a:gd name="T7" fmla="*/ 1853 h 10"/>
                <a:gd name="T8" fmla="*/ 2621 w 17"/>
                <a:gd name="T9" fmla="*/ 1300 h 10"/>
                <a:gd name="T10" fmla="*/ 2967 w 17"/>
                <a:gd name="T11" fmla="*/ 1300 h 10"/>
                <a:gd name="T12" fmla="*/ 2621 w 17"/>
                <a:gd name="T13" fmla="*/ 747 h 10"/>
                <a:gd name="T14" fmla="*/ 1749 w 17"/>
                <a:gd name="T15" fmla="*/ 359 h 10"/>
                <a:gd name="T16" fmla="*/ 1062 w 17"/>
                <a:gd name="T17" fmla="*/ 194 h 10"/>
                <a:gd name="T18" fmla="*/ 341 w 17"/>
                <a:gd name="T19" fmla="*/ 0 h 10"/>
                <a:gd name="T20" fmla="*/ 687 w 17"/>
                <a:gd name="T21" fmla="*/ 359 h 10"/>
                <a:gd name="T22" fmla="*/ 0 w 17"/>
                <a:gd name="T23" fmla="*/ 194 h 10"/>
                <a:gd name="T24" fmla="*/ 190 w 17"/>
                <a:gd name="T25" fmla="*/ 359 h 10"/>
                <a:gd name="T26" fmla="*/ 341 w 17"/>
                <a:gd name="T27" fmla="*/ 359 h 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7" h="10">
                  <a:moveTo>
                    <a:pt x="2" y="2"/>
                  </a:moveTo>
                  <a:cubicBezTo>
                    <a:pt x="4" y="4"/>
                    <a:pt x="7" y="5"/>
                    <a:pt x="10" y="6"/>
                  </a:cubicBezTo>
                  <a:cubicBezTo>
                    <a:pt x="11" y="6"/>
                    <a:pt x="12" y="7"/>
                    <a:pt x="13" y="8"/>
                  </a:cubicBezTo>
                  <a:cubicBezTo>
                    <a:pt x="14" y="8"/>
                    <a:pt x="15" y="9"/>
                    <a:pt x="16" y="10"/>
                  </a:cubicBezTo>
                  <a:cubicBezTo>
                    <a:pt x="16" y="8"/>
                    <a:pt x="15" y="8"/>
                    <a:pt x="15" y="7"/>
                  </a:cubicBezTo>
                  <a:cubicBezTo>
                    <a:pt x="15" y="6"/>
                    <a:pt x="16" y="7"/>
                    <a:pt x="17" y="7"/>
                  </a:cubicBezTo>
                  <a:cubicBezTo>
                    <a:pt x="16" y="5"/>
                    <a:pt x="16" y="5"/>
                    <a:pt x="15" y="4"/>
                  </a:cubicBezTo>
                  <a:cubicBezTo>
                    <a:pt x="13" y="3"/>
                    <a:pt x="12" y="3"/>
                    <a:pt x="10" y="2"/>
                  </a:cubicBezTo>
                  <a:cubicBezTo>
                    <a:pt x="9" y="2"/>
                    <a:pt x="8" y="2"/>
                    <a:pt x="6" y="1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3" y="1"/>
                    <a:pt x="4" y="1"/>
                    <a:pt x="4" y="2"/>
                  </a:cubicBezTo>
                  <a:cubicBezTo>
                    <a:pt x="4" y="2"/>
                    <a:pt x="1" y="0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lnTo>
                    <a:pt x="2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41" name="Freeform 1005"/>
            <p:cNvSpPr>
              <a:spLocks/>
            </p:cNvSpPr>
            <p:nvPr/>
          </p:nvSpPr>
          <p:spPr bwMode="auto">
            <a:xfrm>
              <a:off x="20840" y="3038"/>
              <a:ext cx="124" cy="45"/>
            </a:xfrm>
            <a:custGeom>
              <a:avLst/>
              <a:gdLst>
                <a:gd name="T0" fmla="*/ 733 w 22"/>
                <a:gd name="T1" fmla="*/ 191 h 8"/>
                <a:gd name="T2" fmla="*/ 349 w 22"/>
                <a:gd name="T3" fmla="*/ 349 h 8"/>
                <a:gd name="T4" fmla="*/ 0 w 22"/>
                <a:gd name="T5" fmla="*/ 349 h 8"/>
                <a:gd name="T6" fmla="*/ 349 w 22"/>
                <a:gd name="T7" fmla="*/ 726 h 8"/>
                <a:gd name="T8" fmla="*/ 733 w 22"/>
                <a:gd name="T9" fmla="*/ 726 h 8"/>
                <a:gd name="T10" fmla="*/ 1781 w 22"/>
                <a:gd name="T11" fmla="*/ 1074 h 8"/>
                <a:gd name="T12" fmla="*/ 2700 w 22"/>
                <a:gd name="T13" fmla="*/ 1423 h 8"/>
                <a:gd name="T14" fmla="*/ 1967 w 22"/>
                <a:gd name="T15" fmla="*/ 889 h 8"/>
                <a:gd name="T16" fmla="*/ 2858 w 22"/>
                <a:gd name="T17" fmla="*/ 1232 h 8"/>
                <a:gd name="T18" fmla="*/ 3207 w 22"/>
                <a:gd name="T19" fmla="*/ 889 h 8"/>
                <a:gd name="T20" fmla="*/ 2858 w 22"/>
                <a:gd name="T21" fmla="*/ 726 h 8"/>
                <a:gd name="T22" fmla="*/ 3049 w 22"/>
                <a:gd name="T23" fmla="*/ 349 h 8"/>
                <a:gd name="T24" fmla="*/ 3940 w 22"/>
                <a:gd name="T25" fmla="*/ 349 h 8"/>
                <a:gd name="T26" fmla="*/ 3940 w 22"/>
                <a:gd name="T27" fmla="*/ 349 h 8"/>
                <a:gd name="T28" fmla="*/ 2317 w 22"/>
                <a:gd name="T29" fmla="*/ 191 h 8"/>
                <a:gd name="T30" fmla="*/ 1618 w 22"/>
                <a:gd name="T31" fmla="*/ 191 h 8"/>
                <a:gd name="T32" fmla="*/ 891 w 22"/>
                <a:gd name="T33" fmla="*/ 191 h 8"/>
                <a:gd name="T34" fmla="*/ 733 w 22"/>
                <a:gd name="T35" fmla="*/ 191 h 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2" h="8">
                  <a:moveTo>
                    <a:pt x="4" y="1"/>
                  </a:moveTo>
                  <a:cubicBezTo>
                    <a:pt x="3" y="1"/>
                    <a:pt x="2" y="1"/>
                    <a:pt x="2" y="2"/>
                  </a:cubicBezTo>
                  <a:cubicBezTo>
                    <a:pt x="1" y="2"/>
                    <a:pt x="0" y="1"/>
                    <a:pt x="0" y="2"/>
                  </a:cubicBezTo>
                  <a:cubicBezTo>
                    <a:pt x="0" y="2"/>
                    <a:pt x="1" y="4"/>
                    <a:pt x="2" y="4"/>
                  </a:cubicBezTo>
                  <a:cubicBezTo>
                    <a:pt x="2" y="4"/>
                    <a:pt x="3" y="4"/>
                    <a:pt x="4" y="4"/>
                  </a:cubicBezTo>
                  <a:cubicBezTo>
                    <a:pt x="6" y="5"/>
                    <a:pt x="8" y="5"/>
                    <a:pt x="10" y="6"/>
                  </a:cubicBezTo>
                  <a:cubicBezTo>
                    <a:pt x="12" y="7"/>
                    <a:pt x="14" y="8"/>
                    <a:pt x="15" y="8"/>
                  </a:cubicBezTo>
                  <a:cubicBezTo>
                    <a:pt x="15" y="6"/>
                    <a:pt x="12" y="6"/>
                    <a:pt x="11" y="5"/>
                  </a:cubicBezTo>
                  <a:cubicBezTo>
                    <a:pt x="13" y="4"/>
                    <a:pt x="14" y="6"/>
                    <a:pt x="16" y="7"/>
                  </a:cubicBezTo>
                  <a:cubicBezTo>
                    <a:pt x="18" y="7"/>
                    <a:pt x="20" y="7"/>
                    <a:pt x="18" y="5"/>
                  </a:cubicBezTo>
                  <a:cubicBezTo>
                    <a:pt x="17" y="5"/>
                    <a:pt x="16" y="4"/>
                    <a:pt x="16" y="4"/>
                  </a:cubicBezTo>
                  <a:cubicBezTo>
                    <a:pt x="15" y="3"/>
                    <a:pt x="16" y="3"/>
                    <a:pt x="17" y="2"/>
                  </a:cubicBezTo>
                  <a:cubicBezTo>
                    <a:pt x="19" y="2"/>
                    <a:pt x="20" y="2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19" y="1"/>
                    <a:pt x="16" y="1"/>
                    <a:pt x="13" y="1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7" y="1"/>
                    <a:pt x="6" y="1"/>
                    <a:pt x="5" y="1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42" name="Freeform 1006"/>
            <p:cNvSpPr>
              <a:spLocks/>
            </p:cNvSpPr>
            <p:nvPr/>
          </p:nvSpPr>
          <p:spPr bwMode="auto">
            <a:xfrm>
              <a:off x="20868" y="3021"/>
              <a:ext cx="158" cy="28"/>
            </a:xfrm>
            <a:custGeom>
              <a:avLst/>
              <a:gdLst>
                <a:gd name="T0" fmla="*/ 1625 w 28"/>
                <a:gd name="T1" fmla="*/ 0 h 5"/>
                <a:gd name="T2" fmla="*/ 0 w 28"/>
                <a:gd name="T3" fmla="*/ 347 h 5"/>
                <a:gd name="T4" fmla="*/ 1275 w 28"/>
                <a:gd name="T5" fmla="*/ 532 h 5"/>
                <a:gd name="T6" fmla="*/ 2325 w 28"/>
                <a:gd name="T7" fmla="*/ 532 h 5"/>
                <a:gd name="T8" fmla="*/ 3792 w 28"/>
                <a:gd name="T9" fmla="*/ 689 h 5"/>
                <a:gd name="T10" fmla="*/ 5033 w 28"/>
                <a:gd name="T11" fmla="*/ 879 h 5"/>
                <a:gd name="T12" fmla="*/ 3408 w 28"/>
                <a:gd name="T13" fmla="*/ 532 h 5"/>
                <a:gd name="T14" fmla="*/ 2517 w 28"/>
                <a:gd name="T15" fmla="*/ 347 h 5"/>
                <a:gd name="T16" fmla="*/ 1783 w 28"/>
                <a:gd name="T17" fmla="*/ 190 h 5"/>
                <a:gd name="T18" fmla="*/ 1625 w 28"/>
                <a:gd name="T19" fmla="*/ 0 h 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8" h="5">
                  <a:moveTo>
                    <a:pt x="9" y="0"/>
                  </a:moveTo>
                  <a:cubicBezTo>
                    <a:pt x="6" y="1"/>
                    <a:pt x="2" y="0"/>
                    <a:pt x="0" y="2"/>
                  </a:cubicBezTo>
                  <a:cubicBezTo>
                    <a:pt x="1" y="3"/>
                    <a:pt x="5" y="3"/>
                    <a:pt x="7" y="3"/>
                  </a:cubicBezTo>
                  <a:cubicBezTo>
                    <a:pt x="9" y="3"/>
                    <a:pt x="11" y="3"/>
                    <a:pt x="13" y="3"/>
                  </a:cubicBezTo>
                  <a:cubicBezTo>
                    <a:pt x="16" y="4"/>
                    <a:pt x="19" y="4"/>
                    <a:pt x="21" y="4"/>
                  </a:cubicBezTo>
                  <a:cubicBezTo>
                    <a:pt x="24" y="5"/>
                    <a:pt x="26" y="5"/>
                    <a:pt x="28" y="5"/>
                  </a:cubicBezTo>
                  <a:cubicBezTo>
                    <a:pt x="28" y="3"/>
                    <a:pt x="21" y="3"/>
                    <a:pt x="19" y="3"/>
                  </a:cubicBezTo>
                  <a:cubicBezTo>
                    <a:pt x="18" y="2"/>
                    <a:pt x="16" y="2"/>
                    <a:pt x="14" y="2"/>
                  </a:cubicBezTo>
                  <a:cubicBezTo>
                    <a:pt x="13" y="1"/>
                    <a:pt x="12" y="1"/>
                    <a:pt x="10" y="1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43" name="Freeform 1007"/>
            <p:cNvSpPr>
              <a:spLocks/>
            </p:cNvSpPr>
            <p:nvPr/>
          </p:nvSpPr>
          <p:spPr bwMode="auto">
            <a:xfrm>
              <a:off x="20902" y="2993"/>
              <a:ext cx="209" cy="22"/>
            </a:xfrm>
            <a:custGeom>
              <a:avLst/>
              <a:gdLst>
                <a:gd name="T0" fmla="*/ 2327 w 37"/>
                <a:gd name="T1" fmla="*/ 182 h 4"/>
                <a:gd name="T2" fmla="*/ 1085 w 37"/>
                <a:gd name="T3" fmla="*/ 182 h 4"/>
                <a:gd name="T4" fmla="*/ 0 w 37"/>
                <a:gd name="T5" fmla="*/ 517 h 4"/>
                <a:gd name="T6" fmla="*/ 734 w 37"/>
                <a:gd name="T7" fmla="*/ 517 h 4"/>
                <a:gd name="T8" fmla="*/ 1785 w 37"/>
                <a:gd name="T9" fmla="*/ 517 h 4"/>
                <a:gd name="T10" fmla="*/ 2519 w 37"/>
                <a:gd name="T11" fmla="*/ 336 h 4"/>
                <a:gd name="T12" fmla="*/ 3412 w 37"/>
                <a:gd name="T13" fmla="*/ 336 h 4"/>
                <a:gd name="T14" fmla="*/ 4496 w 37"/>
                <a:gd name="T15" fmla="*/ 336 h 4"/>
                <a:gd name="T16" fmla="*/ 5394 w 37"/>
                <a:gd name="T17" fmla="*/ 336 h 4"/>
                <a:gd name="T18" fmla="*/ 6129 w 37"/>
                <a:gd name="T19" fmla="*/ 182 h 4"/>
                <a:gd name="T20" fmla="*/ 6671 w 37"/>
                <a:gd name="T21" fmla="*/ 0 h 4"/>
                <a:gd name="T22" fmla="*/ 6315 w 37"/>
                <a:gd name="T23" fmla="*/ 0 h 4"/>
                <a:gd name="T24" fmla="*/ 5587 w 37"/>
                <a:gd name="T25" fmla="*/ 0 h 4"/>
                <a:gd name="T26" fmla="*/ 4338 w 37"/>
                <a:gd name="T27" fmla="*/ 0 h 4"/>
                <a:gd name="T28" fmla="*/ 3412 w 37"/>
                <a:gd name="T29" fmla="*/ 0 h 4"/>
                <a:gd name="T30" fmla="*/ 2519 w 37"/>
                <a:gd name="T31" fmla="*/ 182 h 4"/>
                <a:gd name="T32" fmla="*/ 2327 w 37"/>
                <a:gd name="T33" fmla="*/ 182 h 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7" h="4">
                  <a:moveTo>
                    <a:pt x="13" y="1"/>
                  </a:moveTo>
                  <a:cubicBezTo>
                    <a:pt x="11" y="2"/>
                    <a:pt x="8" y="1"/>
                    <a:pt x="6" y="1"/>
                  </a:cubicBezTo>
                  <a:cubicBezTo>
                    <a:pt x="5" y="2"/>
                    <a:pt x="0" y="2"/>
                    <a:pt x="0" y="3"/>
                  </a:cubicBezTo>
                  <a:cubicBezTo>
                    <a:pt x="0" y="4"/>
                    <a:pt x="3" y="3"/>
                    <a:pt x="4" y="3"/>
                  </a:cubicBezTo>
                  <a:cubicBezTo>
                    <a:pt x="6" y="3"/>
                    <a:pt x="8" y="4"/>
                    <a:pt x="10" y="3"/>
                  </a:cubicBezTo>
                  <a:cubicBezTo>
                    <a:pt x="11" y="3"/>
                    <a:pt x="13" y="2"/>
                    <a:pt x="14" y="2"/>
                  </a:cubicBezTo>
                  <a:cubicBezTo>
                    <a:pt x="16" y="2"/>
                    <a:pt x="18" y="2"/>
                    <a:pt x="19" y="2"/>
                  </a:cubicBezTo>
                  <a:cubicBezTo>
                    <a:pt x="21" y="2"/>
                    <a:pt x="23" y="2"/>
                    <a:pt x="25" y="2"/>
                  </a:cubicBezTo>
                  <a:cubicBezTo>
                    <a:pt x="26" y="2"/>
                    <a:pt x="28" y="3"/>
                    <a:pt x="30" y="2"/>
                  </a:cubicBezTo>
                  <a:cubicBezTo>
                    <a:pt x="31" y="2"/>
                    <a:pt x="32" y="1"/>
                    <a:pt x="34" y="1"/>
                  </a:cubicBezTo>
                  <a:cubicBezTo>
                    <a:pt x="35" y="1"/>
                    <a:pt x="36" y="1"/>
                    <a:pt x="37" y="0"/>
                  </a:cubicBezTo>
                  <a:cubicBezTo>
                    <a:pt x="37" y="0"/>
                    <a:pt x="35" y="0"/>
                    <a:pt x="35" y="0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28" y="0"/>
                    <a:pt x="26" y="0"/>
                    <a:pt x="24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7" y="0"/>
                    <a:pt x="16" y="1"/>
                    <a:pt x="14" y="1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44" name="Freeform 1008"/>
            <p:cNvSpPr>
              <a:spLocks/>
            </p:cNvSpPr>
            <p:nvPr/>
          </p:nvSpPr>
          <p:spPr bwMode="auto">
            <a:xfrm>
              <a:off x="20925" y="2914"/>
              <a:ext cx="321" cy="79"/>
            </a:xfrm>
            <a:custGeom>
              <a:avLst/>
              <a:gdLst>
                <a:gd name="T0" fmla="*/ 541 w 57"/>
                <a:gd name="T1" fmla="*/ 2325 h 14"/>
                <a:gd name="T2" fmla="*/ 2664 w 57"/>
                <a:gd name="T3" fmla="*/ 1975 h 14"/>
                <a:gd name="T4" fmla="*/ 3047 w 57"/>
                <a:gd name="T5" fmla="*/ 1783 h 14"/>
                <a:gd name="T6" fmla="*/ 3582 w 57"/>
                <a:gd name="T7" fmla="*/ 1625 h 14"/>
                <a:gd name="T8" fmla="*/ 3931 w 57"/>
                <a:gd name="T9" fmla="*/ 1625 h 14"/>
                <a:gd name="T10" fmla="*/ 4280 w 57"/>
                <a:gd name="T11" fmla="*/ 1625 h 14"/>
                <a:gd name="T12" fmla="*/ 6595 w 57"/>
                <a:gd name="T13" fmla="*/ 1275 h 14"/>
                <a:gd name="T14" fmla="*/ 7518 w 57"/>
                <a:gd name="T15" fmla="*/ 892 h 14"/>
                <a:gd name="T16" fmla="*/ 8402 w 57"/>
                <a:gd name="T17" fmla="*/ 734 h 14"/>
                <a:gd name="T18" fmla="*/ 8943 w 57"/>
                <a:gd name="T19" fmla="*/ 542 h 14"/>
                <a:gd name="T20" fmla="*/ 8943 w 57"/>
                <a:gd name="T21" fmla="*/ 892 h 14"/>
                <a:gd name="T22" fmla="*/ 8751 w 57"/>
                <a:gd name="T23" fmla="*/ 1275 h 14"/>
                <a:gd name="T24" fmla="*/ 9450 w 57"/>
                <a:gd name="T25" fmla="*/ 734 h 14"/>
                <a:gd name="T26" fmla="*/ 9990 w 57"/>
                <a:gd name="T27" fmla="*/ 0 h 14"/>
                <a:gd name="T28" fmla="*/ 8943 w 57"/>
                <a:gd name="T29" fmla="*/ 350 h 14"/>
                <a:gd name="T30" fmla="*/ 8025 w 57"/>
                <a:gd name="T31" fmla="*/ 542 h 14"/>
                <a:gd name="T32" fmla="*/ 6060 w 57"/>
                <a:gd name="T33" fmla="*/ 892 h 14"/>
                <a:gd name="T34" fmla="*/ 5012 w 57"/>
                <a:gd name="T35" fmla="*/ 1083 h 14"/>
                <a:gd name="T36" fmla="*/ 3931 w 57"/>
                <a:gd name="T37" fmla="*/ 1433 h 14"/>
                <a:gd name="T38" fmla="*/ 3047 w 57"/>
                <a:gd name="T39" fmla="*/ 1625 h 14"/>
                <a:gd name="T40" fmla="*/ 2506 w 57"/>
                <a:gd name="T41" fmla="*/ 1783 h 14"/>
                <a:gd name="T42" fmla="*/ 2157 w 57"/>
                <a:gd name="T43" fmla="*/ 1975 h 14"/>
                <a:gd name="T44" fmla="*/ 1076 w 57"/>
                <a:gd name="T45" fmla="*/ 1975 h 14"/>
                <a:gd name="T46" fmla="*/ 0 w 57"/>
                <a:gd name="T47" fmla="*/ 2325 h 14"/>
                <a:gd name="T48" fmla="*/ 541 w 57"/>
                <a:gd name="T49" fmla="*/ 2325 h 1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7" h="14">
                  <a:moveTo>
                    <a:pt x="3" y="13"/>
                  </a:moveTo>
                  <a:cubicBezTo>
                    <a:pt x="7" y="12"/>
                    <a:pt x="11" y="13"/>
                    <a:pt x="15" y="11"/>
                  </a:cubicBezTo>
                  <a:cubicBezTo>
                    <a:pt x="16" y="11"/>
                    <a:pt x="16" y="11"/>
                    <a:pt x="17" y="10"/>
                  </a:cubicBezTo>
                  <a:cubicBezTo>
                    <a:pt x="18" y="10"/>
                    <a:pt x="19" y="10"/>
                    <a:pt x="20" y="9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3" y="9"/>
                    <a:pt x="24" y="9"/>
                    <a:pt x="24" y="9"/>
                  </a:cubicBezTo>
                  <a:cubicBezTo>
                    <a:pt x="28" y="9"/>
                    <a:pt x="33" y="8"/>
                    <a:pt x="37" y="7"/>
                  </a:cubicBezTo>
                  <a:cubicBezTo>
                    <a:pt x="38" y="6"/>
                    <a:pt x="40" y="6"/>
                    <a:pt x="42" y="5"/>
                  </a:cubicBezTo>
                  <a:cubicBezTo>
                    <a:pt x="44" y="5"/>
                    <a:pt x="45" y="4"/>
                    <a:pt x="47" y="4"/>
                  </a:cubicBezTo>
                  <a:cubicBezTo>
                    <a:pt x="48" y="3"/>
                    <a:pt x="50" y="3"/>
                    <a:pt x="50" y="3"/>
                  </a:cubicBezTo>
                  <a:cubicBezTo>
                    <a:pt x="51" y="4"/>
                    <a:pt x="50" y="5"/>
                    <a:pt x="50" y="5"/>
                  </a:cubicBezTo>
                  <a:cubicBezTo>
                    <a:pt x="49" y="6"/>
                    <a:pt x="49" y="6"/>
                    <a:pt x="49" y="7"/>
                  </a:cubicBezTo>
                  <a:cubicBezTo>
                    <a:pt x="51" y="8"/>
                    <a:pt x="52" y="6"/>
                    <a:pt x="53" y="4"/>
                  </a:cubicBezTo>
                  <a:cubicBezTo>
                    <a:pt x="54" y="4"/>
                    <a:pt x="57" y="1"/>
                    <a:pt x="56" y="0"/>
                  </a:cubicBezTo>
                  <a:cubicBezTo>
                    <a:pt x="55" y="0"/>
                    <a:pt x="51" y="2"/>
                    <a:pt x="50" y="2"/>
                  </a:cubicBezTo>
                  <a:cubicBezTo>
                    <a:pt x="48" y="2"/>
                    <a:pt x="46" y="2"/>
                    <a:pt x="45" y="3"/>
                  </a:cubicBezTo>
                  <a:cubicBezTo>
                    <a:pt x="41" y="3"/>
                    <a:pt x="37" y="5"/>
                    <a:pt x="34" y="5"/>
                  </a:cubicBezTo>
                  <a:cubicBezTo>
                    <a:pt x="32" y="6"/>
                    <a:pt x="30" y="6"/>
                    <a:pt x="28" y="6"/>
                  </a:cubicBezTo>
                  <a:cubicBezTo>
                    <a:pt x="26" y="7"/>
                    <a:pt x="24" y="7"/>
                    <a:pt x="22" y="8"/>
                  </a:cubicBezTo>
                  <a:cubicBezTo>
                    <a:pt x="21" y="8"/>
                    <a:pt x="19" y="8"/>
                    <a:pt x="17" y="9"/>
                  </a:cubicBezTo>
                  <a:cubicBezTo>
                    <a:pt x="16" y="9"/>
                    <a:pt x="15" y="10"/>
                    <a:pt x="14" y="10"/>
                  </a:cubicBezTo>
                  <a:cubicBezTo>
                    <a:pt x="14" y="11"/>
                    <a:pt x="13" y="11"/>
                    <a:pt x="12" y="11"/>
                  </a:cubicBezTo>
                  <a:cubicBezTo>
                    <a:pt x="10" y="11"/>
                    <a:pt x="8" y="11"/>
                    <a:pt x="6" y="11"/>
                  </a:cubicBezTo>
                  <a:cubicBezTo>
                    <a:pt x="3" y="11"/>
                    <a:pt x="2" y="12"/>
                    <a:pt x="0" y="13"/>
                  </a:cubicBezTo>
                  <a:cubicBezTo>
                    <a:pt x="0" y="14"/>
                    <a:pt x="2" y="13"/>
                    <a:pt x="3" y="13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45" name="Freeform 1009"/>
            <p:cNvSpPr>
              <a:spLocks/>
            </p:cNvSpPr>
            <p:nvPr/>
          </p:nvSpPr>
          <p:spPr bwMode="auto">
            <a:xfrm>
              <a:off x="20885" y="2733"/>
              <a:ext cx="496" cy="248"/>
            </a:xfrm>
            <a:custGeom>
              <a:avLst/>
              <a:gdLst>
                <a:gd name="T0" fmla="*/ 3207 w 88"/>
                <a:gd name="T1" fmla="*/ 6640 h 44"/>
                <a:gd name="T2" fmla="*/ 3940 w 88"/>
                <a:gd name="T3" fmla="*/ 6099 h 44"/>
                <a:gd name="T4" fmla="*/ 6448 w 88"/>
                <a:gd name="T5" fmla="*/ 4673 h 44"/>
                <a:gd name="T6" fmla="*/ 7688 w 88"/>
                <a:gd name="T7" fmla="*/ 4131 h 44"/>
                <a:gd name="T8" fmla="*/ 10579 w 88"/>
                <a:gd name="T9" fmla="*/ 2508 h 44"/>
                <a:gd name="T10" fmla="*/ 15218 w 88"/>
                <a:gd name="T11" fmla="*/ 541 h 44"/>
                <a:gd name="T12" fmla="*/ 14677 w 88"/>
                <a:gd name="T13" fmla="*/ 1240 h 44"/>
                <a:gd name="T14" fmla="*/ 13787 w 88"/>
                <a:gd name="T15" fmla="*/ 2159 h 44"/>
                <a:gd name="T16" fmla="*/ 14136 w 88"/>
                <a:gd name="T17" fmla="*/ 1967 h 44"/>
                <a:gd name="T18" fmla="*/ 15027 w 88"/>
                <a:gd name="T19" fmla="*/ 1781 h 44"/>
                <a:gd name="T20" fmla="*/ 14328 w 88"/>
                <a:gd name="T21" fmla="*/ 2508 h 44"/>
                <a:gd name="T22" fmla="*/ 14519 w 88"/>
                <a:gd name="T23" fmla="*/ 2858 h 44"/>
                <a:gd name="T24" fmla="*/ 13245 w 88"/>
                <a:gd name="T25" fmla="*/ 3590 h 44"/>
                <a:gd name="T26" fmla="*/ 13245 w 88"/>
                <a:gd name="T27" fmla="*/ 3748 h 44"/>
                <a:gd name="T28" fmla="*/ 13787 w 88"/>
                <a:gd name="T29" fmla="*/ 3748 h 44"/>
                <a:gd name="T30" fmla="*/ 11278 w 88"/>
                <a:gd name="T31" fmla="*/ 5557 h 44"/>
                <a:gd name="T32" fmla="*/ 11278 w 88"/>
                <a:gd name="T33" fmla="*/ 5180 h 44"/>
                <a:gd name="T34" fmla="*/ 11087 w 88"/>
                <a:gd name="T35" fmla="*/ 5022 h 44"/>
                <a:gd name="T36" fmla="*/ 8770 w 88"/>
                <a:gd name="T37" fmla="*/ 5721 h 44"/>
                <a:gd name="T38" fmla="*/ 7339 w 88"/>
                <a:gd name="T39" fmla="*/ 5907 h 44"/>
                <a:gd name="T40" fmla="*/ 6256 w 88"/>
                <a:gd name="T41" fmla="*/ 6256 h 44"/>
                <a:gd name="T42" fmla="*/ 5180 w 88"/>
                <a:gd name="T43" fmla="*/ 6640 h 44"/>
                <a:gd name="T44" fmla="*/ 3748 w 88"/>
                <a:gd name="T45" fmla="*/ 6989 h 44"/>
                <a:gd name="T46" fmla="*/ 5022 w 88"/>
                <a:gd name="T47" fmla="*/ 6448 h 44"/>
                <a:gd name="T48" fmla="*/ 6448 w 88"/>
                <a:gd name="T49" fmla="*/ 6099 h 44"/>
                <a:gd name="T50" fmla="*/ 7147 w 88"/>
                <a:gd name="T51" fmla="*/ 5721 h 44"/>
                <a:gd name="T52" fmla="*/ 8956 w 88"/>
                <a:gd name="T53" fmla="*/ 5022 h 44"/>
                <a:gd name="T54" fmla="*/ 8229 w 88"/>
                <a:gd name="T55" fmla="*/ 5022 h 44"/>
                <a:gd name="T56" fmla="*/ 6640 w 88"/>
                <a:gd name="T57" fmla="*/ 5557 h 44"/>
                <a:gd name="T58" fmla="*/ 5907 w 88"/>
                <a:gd name="T59" fmla="*/ 5721 h 44"/>
                <a:gd name="T60" fmla="*/ 5180 w 88"/>
                <a:gd name="T61" fmla="*/ 5907 h 44"/>
                <a:gd name="T62" fmla="*/ 3399 w 88"/>
                <a:gd name="T63" fmla="*/ 6640 h 44"/>
                <a:gd name="T64" fmla="*/ 192 w 88"/>
                <a:gd name="T65" fmla="*/ 7880 h 44"/>
                <a:gd name="T66" fmla="*/ 349 w 88"/>
                <a:gd name="T67" fmla="*/ 7688 h 44"/>
                <a:gd name="T68" fmla="*/ 3207 w 88"/>
                <a:gd name="T69" fmla="*/ 6640 h 4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8" h="44">
                  <a:moveTo>
                    <a:pt x="18" y="37"/>
                  </a:moveTo>
                  <a:cubicBezTo>
                    <a:pt x="18" y="37"/>
                    <a:pt x="20" y="35"/>
                    <a:pt x="22" y="34"/>
                  </a:cubicBezTo>
                  <a:cubicBezTo>
                    <a:pt x="22" y="34"/>
                    <a:pt x="34" y="28"/>
                    <a:pt x="36" y="26"/>
                  </a:cubicBezTo>
                  <a:cubicBezTo>
                    <a:pt x="36" y="26"/>
                    <a:pt x="42" y="24"/>
                    <a:pt x="43" y="23"/>
                  </a:cubicBezTo>
                  <a:cubicBezTo>
                    <a:pt x="43" y="23"/>
                    <a:pt x="55" y="18"/>
                    <a:pt x="59" y="14"/>
                  </a:cubicBezTo>
                  <a:cubicBezTo>
                    <a:pt x="59" y="14"/>
                    <a:pt x="84" y="0"/>
                    <a:pt x="85" y="3"/>
                  </a:cubicBezTo>
                  <a:cubicBezTo>
                    <a:pt x="85" y="3"/>
                    <a:pt x="85" y="5"/>
                    <a:pt x="82" y="7"/>
                  </a:cubicBezTo>
                  <a:cubicBezTo>
                    <a:pt x="82" y="7"/>
                    <a:pt x="75" y="12"/>
                    <a:pt x="77" y="12"/>
                  </a:cubicBezTo>
                  <a:cubicBezTo>
                    <a:pt x="77" y="12"/>
                    <a:pt x="77" y="12"/>
                    <a:pt x="79" y="11"/>
                  </a:cubicBezTo>
                  <a:cubicBezTo>
                    <a:pt x="79" y="11"/>
                    <a:pt x="88" y="7"/>
                    <a:pt x="84" y="10"/>
                  </a:cubicBezTo>
                  <a:cubicBezTo>
                    <a:pt x="84" y="10"/>
                    <a:pt x="83" y="14"/>
                    <a:pt x="80" y="14"/>
                  </a:cubicBezTo>
                  <a:cubicBezTo>
                    <a:pt x="80" y="14"/>
                    <a:pt x="84" y="14"/>
                    <a:pt x="81" y="16"/>
                  </a:cubicBezTo>
                  <a:cubicBezTo>
                    <a:pt x="81" y="16"/>
                    <a:pt x="76" y="19"/>
                    <a:pt x="74" y="20"/>
                  </a:cubicBezTo>
                  <a:cubicBezTo>
                    <a:pt x="74" y="20"/>
                    <a:pt x="71" y="22"/>
                    <a:pt x="74" y="21"/>
                  </a:cubicBezTo>
                  <a:cubicBezTo>
                    <a:pt x="74" y="21"/>
                    <a:pt x="80" y="19"/>
                    <a:pt x="77" y="21"/>
                  </a:cubicBezTo>
                  <a:cubicBezTo>
                    <a:pt x="77" y="21"/>
                    <a:pt x="70" y="31"/>
                    <a:pt x="63" y="31"/>
                  </a:cubicBezTo>
                  <a:cubicBezTo>
                    <a:pt x="63" y="31"/>
                    <a:pt x="60" y="32"/>
                    <a:pt x="63" y="29"/>
                  </a:cubicBezTo>
                  <a:cubicBezTo>
                    <a:pt x="63" y="29"/>
                    <a:pt x="69" y="24"/>
                    <a:pt x="62" y="28"/>
                  </a:cubicBezTo>
                  <a:cubicBezTo>
                    <a:pt x="62" y="28"/>
                    <a:pt x="51" y="33"/>
                    <a:pt x="49" y="32"/>
                  </a:cubicBezTo>
                  <a:cubicBezTo>
                    <a:pt x="49" y="32"/>
                    <a:pt x="46" y="31"/>
                    <a:pt x="41" y="33"/>
                  </a:cubicBezTo>
                  <a:cubicBezTo>
                    <a:pt x="41" y="33"/>
                    <a:pt x="37" y="35"/>
                    <a:pt x="35" y="35"/>
                  </a:cubicBezTo>
                  <a:cubicBezTo>
                    <a:pt x="35" y="35"/>
                    <a:pt x="32" y="36"/>
                    <a:pt x="29" y="37"/>
                  </a:cubicBezTo>
                  <a:cubicBezTo>
                    <a:pt x="29" y="37"/>
                    <a:pt x="21" y="40"/>
                    <a:pt x="21" y="39"/>
                  </a:cubicBezTo>
                  <a:cubicBezTo>
                    <a:pt x="21" y="39"/>
                    <a:pt x="24" y="37"/>
                    <a:pt x="28" y="36"/>
                  </a:cubicBezTo>
                  <a:cubicBezTo>
                    <a:pt x="28" y="36"/>
                    <a:pt x="34" y="35"/>
                    <a:pt x="36" y="34"/>
                  </a:cubicBezTo>
                  <a:cubicBezTo>
                    <a:pt x="36" y="34"/>
                    <a:pt x="38" y="33"/>
                    <a:pt x="40" y="32"/>
                  </a:cubicBezTo>
                  <a:cubicBezTo>
                    <a:pt x="40" y="32"/>
                    <a:pt x="50" y="30"/>
                    <a:pt x="50" y="28"/>
                  </a:cubicBezTo>
                  <a:cubicBezTo>
                    <a:pt x="50" y="28"/>
                    <a:pt x="49" y="27"/>
                    <a:pt x="46" y="28"/>
                  </a:cubicBezTo>
                  <a:cubicBezTo>
                    <a:pt x="46" y="28"/>
                    <a:pt x="38" y="31"/>
                    <a:pt x="37" y="31"/>
                  </a:cubicBezTo>
                  <a:cubicBezTo>
                    <a:pt x="37" y="31"/>
                    <a:pt x="35" y="31"/>
                    <a:pt x="33" y="32"/>
                  </a:cubicBezTo>
                  <a:cubicBezTo>
                    <a:pt x="33" y="32"/>
                    <a:pt x="30" y="33"/>
                    <a:pt x="29" y="33"/>
                  </a:cubicBezTo>
                  <a:cubicBezTo>
                    <a:pt x="29" y="33"/>
                    <a:pt x="25" y="33"/>
                    <a:pt x="19" y="37"/>
                  </a:cubicBezTo>
                  <a:cubicBezTo>
                    <a:pt x="19" y="37"/>
                    <a:pt x="3" y="44"/>
                    <a:pt x="1" y="44"/>
                  </a:cubicBezTo>
                  <a:cubicBezTo>
                    <a:pt x="1" y="44"/>
                    <a:pt x="0" y="44"/>
                    <a:pt x="2" y="43"/>
                  </a:cubicBezTo>
                  <a:cubicBezTo>
                    <a:pt x="2" y="43"/>
                    <a:pt x="12" y="38"/>
                    <a:pt x="18" y="37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46" name="Freeform 1010"/>
            <p:cNvSpPr>
              <a:spLocks/>
            </p:cNvSpPr>
            <p:nvPr/>
          </p:nvSpPr>
          <p:spPr bwMode="auto">
            <a:xfrm>
              <a:off x="20440" y="3139"/>
              <a:ext cx="152" cy="90"/>
            </a:xfrm>
            <a:custGeom>
              <a:avLst/>
              <a:gdLst>
                <a:gd name="T0" fmla="*/ 349 w 27"/>
                <a:gd name="T1" fmla="*/ 2661 h 16"/>
                <a:gd name="T2" fmla="*/ 1075 w 27"/>
                <a:gd name="T3" fmla="*/ 2312 h 16"/>
                <a:gd name="T4" fmla="*/ 3738 w 27"/>
                <a:gd name="T5" fmla="*/ 540 h 16"/>
                <a:gd name="T6" fmla="*/ 3738 w 27"/>
                <a:gd name="T7" fmla="*/ 540 h 16"/>
                <a:gd name="T8" fmla="*/ 4470 w 27"/>
                <a:gd name="T9" fmla="*/ 0 h 16"/>
                <a:gd name="T10" fmla="*/ 1965 w 27"/>
                <a:gd name="T11" fmla="*/ 1423 h 16"/>
                <a:gd name="T12" fmla="*/ 889 w 27"/>
                <a:gd name="T13" fmla="*/ 2312 h 16"/>
                <a:gd name="T14" fmla="*/ 349 w 27"/>
                <a:gd name="T15" fmla="*/ 2661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16">
                  <a:moveTo>
                    <a:pt x="2" y="15"/>
                  </a:moveTo>
                  <a:cubicBezTo>
                    <a:pt x="2" y="15"/>
                    <a:pt x="3" y="15"/>
                    <a:pt x="6" y="13"/>
                  </a:cubicBezTo>
                  <a:cubicBezTo>
                    <a:pt x="6" y="13"/>
                    <a:pt x="17" y="5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5" y="1"/>
                    <a:pt x="27" y="0"/>
                    <a:pt x="25" y="0"/>
                  </a:cubicBezTo>
                  <a:cubicBezTo>
                    <a:pt x="25" y="0"/>
                    <a:pt x="19" y="2"/>
                    <a:pt x="11" y="8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0" y="16"/>
                    <a:pt x="2" y="15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47" name="Freeform 1011"/>
            <p:cNvSpPr>
              <a:spLocks/>
            </p:cNvSpPr>
            <p:nvPr/>
          </p:nvSpPr>
          <p:spPr bwMode="auto">
            <a:xfrm>
              <a:off x="20198" y="3229"/>
              <a:ext cx="45" cy="34"/>
            </a:xfrm>
            <a:custGeom>
              <a:avLst/>
              <a:gdLst>
                <a:gd name="T0" fmla="*/ 0 w 8"/>
                <a:gd name="T1" fmla="*/ 544 h 6"/>
                <a:gd name="T2" fmla="*/ 191 w 8"/>
                <a:gd name="T3" fmla="*/ 544 h 6"/>
                <a:gd name="T4" fmla="*/ 191 w 8"/>
                <a:gd name="T5" fmla="*/ 351 h 6"/>
                <a:gd name="T6" fmla="*/ 726 w 8"/>
                <a:gd name="T7" fmla="*/ 0 h 6"/>
                <a:gd name="T8" fmla="*/ 1074 w 8"/>
                <a:gd name="T9" fmla="*/ 351 h 6"/>
                <a:gd name="T10" fmla="*/ 1232 w 8"/>
                <a:gd name="T11" fmla="*/ 351 h 6"/>
                <a:gd name="T12" fmla="*/ 1232 w 8"/>
                <a:gd name="T13" fmla="*/ 544 h 6"/>
                <a:gd name="T14" fmla="*/ 1074 w 8"/>
                <a:gd name="T15" fmla="*/ 737 h 6"/>
                <a:gd name="T16" fmla="*/ 726 w 8"/>
                <a:gd name="T17" fmla="*/ 901 h 6"/>
                <a:gd name="T18" fmla="*/ 191 w 8"/>
                <a:gd name="T19" fmla="*/ 737 h 6"/>
                <a:gd name="T20" fmla="*/ 0 w 8"/>
                <a:gd name="T21" fmla="*/ 544 h 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" h="6">
                  <a:moveTo>
                    <a:pt x="0" y="3"/>
                  </a:moveTo>
                  <a:cubicBezTo>
                    <a:pt x="0" y="3"/>
                    <a:pt x="0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2" y="0"/>
                    <a:pt x="4" y="0"/>
                  </a:cubicBezTo>
                  <a:cubicBezTo>
                    <a:pt x="4" y="0"/>
                    <a:pt x="6" y="0"/>
                    <a:pt x="6" y="2"/>
                  </a:cubicBezTo>
                  <a:cubicBezTo>
                    <a:pt x="6" y="2"/>
                    <a:pt x="7" y="2"/>
                    <a:pt x="7" y="2"/>
                  </a:cubicBezTo>
                  <a:cubicBezTo>
                    <a:pt x="7" y="2"/>
                    <a:pt x="8" y="3"/>
                    <a:pt x="7" y="3"/>
                  </a:cubicBezTo>
                  <a:cubicBezTo>
                    <a:pt x="7" y="3"/>
                    <a:pt x="6" y="3"/>
                    <a:pt x="6" y="4"/>
                  </a:cubicBezTo>
                  <a:cubicBezTo>
                    <a:pt x="6" y="4"/>
                    <a:pt x="6" y="6"/>
                    <a:pt x="4" y="5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1" y="4"/>
                    <a:pt x="1" y="3"/>
                    <a:pt x="0" y="3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48" name="Oval 1012"/>
            <p:cNvSpPr>
              <a:spLocks noChangeArrowheads="1"/>
            </p:cNvSpPr>
            <p:nvPr/>
          </p:nvSpPr>
          <p:spPr bwMode="auto">
            <a:xfrm>
              <a:off x="20209" y="3235"/>
              <a:ext cx="22" cy="23"/>
            </a:xfrm>
            <a:prstGeom prst="ellipse">
              <a:avLst/>
            </a:pr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149" name="Oval 1013"/>
            <p:cNvSpPr>
              <a:spLocks noChangeArrowheads="1"/>
            </p:cNvSpPr>
            <p:nvPr/>
          </p:nvSpPr>
          <p:spPr bwMode="auto">
            <a:xfrm>
              <a:off x="20215" y="3241"/>
              <a:ext cx="11" cy="11"/>
            </a:xfrm>
            <a:prstGeom prst="ellipse">
              <a:avLst/>
            </a:prstGeom>
            <a:solidFill>
              <a:srgbClr val="2929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150" name="Oval 1014"/>
            <p:cNvSpPr>
              <a:spLocks noChangeArrowheads="1"/>
            </p:cNvSpPr>
            <p:nvPr/>
          </p:nvSpPr>
          <p:spPr bwMode="auto">
            <a:xfrm>
              <a:off x="20220" y="3246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9151" name="Freeform 1015"/>
            <p:cNvSpPr>
              <a:spLocks/>
            </p:cNvSpPr>
            <p:nvPr/>
          </p:nvSpPr>
          <p:spPr bwMode="auto">
            <a:xfrm>
              <a:off x="20153" y="3263"/>
              <a:ext cx="67" cy="28"/>
            </a:xfrm>
            <a:custGeom>
              <a:avLst/>
              <a:gdLst>
                <a:gd name="T0" fmla="*/ 1217 w 12"/>
                <a:gd name="T1" fmla="*/ 879 h 5"/>
                <a:gd name="T2" fmla="*/ 1558 w 12"/>
                <a:gd name="T3" fmla="*/ 689 h 5"/>
                <a:gd name="T4" fmla="*/ 1748 w 12"/>
                <a:gd name="T5" fmla="*/ 532 h 5"/>
                <a:gd name="T6" fmla="*/ 1748 w 12"/>
                <a:gd name="T7" fmla="*/ 190 h 5"/>
                <a:gd name="T8" fmla="*/ 1061 w 12"/>
                <a:gd name="T9" fmla="*/ 190 h 5"/>
                <a:gd name="T10" fmla="*/ 687 w 12"/>
                <a:gd name="T11" fmla="*/ 0 h 5"/>
                <a:gd name="T12" fmla="*/ 1217 w 12"/>
                <a:gd name="T13" fmla="*/ 879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">
                  <a:moveTo>
                    <a:pt x="7" y="5"/>
                  </a:moveTo>
                  <a:cubicBezTo>
                    <a:pt x="7" y="5"/>
                    <a:pt x="8" y="5"/>
                    <a:pt x="9" y="4"/>
                  </a:cubicBezTo>
                  <a:cubicBezTo>
                    <a:pt x="9" y="4"/>
                    <a:pt x="10" y="3"/>
                    <a:pt x="10" y="3"/>
                  </a:cubicBezTo>
                  <a:cubicBezTo>
                    <a:pt x="10" y="3"/>
                    <a:pt x="12" y="2"/>
                    <a:pt x="10" y="1"/>
                  </a:cubicBezTo>
                  <a:cubicBezTo>
                    <a:pt x="10" y="1"/>
                    <a:pt x="8" y="0"/>
                    <a:pt x="6" y="1"/>
                  </a:cubicBezTo>
                  <a:cubicBezTo>
                    <a:pt x="6" y="1"/>
                    <a:pt x="3" y="2"/>
                    <a:pt x="4" y="0"/>
                  </a:cubicBezTo>
                  <a:cubicBezTo>
                    <a:pt x="4" y="0"/>
                    <a:pt x="0" y="4"/>
                    <a:pt x="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52" name="Freeform 1016"/>
            <p:cNvSpPr>
              <a:spLocks/>
            </p:cNvSpPr>
            <p:nvPr/>
          </p:nvSpPr>
          <p:spPr bwMode="auto">
            <a:xfrm>
              <a:off x="20136" y="3274"/>
              <a:ext cx="73" cy="40"/>
            </a:xfrm>
            <a:custGeom>
              <a:avLst/>
              <a:gdLst>
                <a:gd name="T0" fmla="*/ 0 w 13"/>
                <a:gd name="T1" fmla="*/ 1309 h 7"/>
                <a:gd name="T2" fmla="*/ 191 w 13"/>
                <a:gd name="T3" fmla="*/ 1109 h 7"/>
                <a:gd name="T4" fmla="*/ 1073 w 13"/>
                <a:gd name="T5" fmla="*/ 949 h 7"/>
                <a:gd name="T6" fmla="*/ 1763 w 13"/>
                <a:gd name="T7" fmla="*/ 554 h 7"/>
                <a:gd name="T8" fmla="*/ 2111 w 13"/>
                <a:gd name="T9" fmla="*/ 194 h 7"/>
                <a:gd name="T10" fmla="*/ 2111 w 13"/>
                <a:gd name="T11" fmla="*/ 0 h 7"/>
                <a:gd name="T12" fmla="*/ 0 w 13"/>
                <a:gd name="T13" fmla="*/ 1309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7">
                  <a:moveTo>
                    <a:pt x="0" y="7"/>
                  </a:moveTo>
                  <a:cubicBezTo>
                    <a:pt x="0" y="7"/>
                    <a:pt x="0" y="7"/>
                    <a:pt x="1" y="6"/>
                  </a:cubicBezTo>
                  <a:cubicBezTo>
                    <a:pt x="1" y="6"/>
                    <a:pt x="3" y="4"/>
                    <a:pt x="6" y="5"/>
                  </a:cubicBezTo>
                  <a:cubicBezTo>
                    <a:pt x="6" y="5"/>
                    <a:pt x="9" y="6"/>
                    <a:pt x="10" y="3"/>
                  </a:cubicBezTo>
                  <a:cubicBezTo>
                    <a:pt x="10" y="3"/>
                    <a:pt x="11" y="1"/>
                    <a:pt x="12" y="1"/>
                  </a:cubicBezTo>
                  <a:cubicBezTo>
                    <a:pt x="12" y="1"/>
                    <a:pt x="13" y="0"/>
                    <a:pt x="12" y="0"/>
                  </a:cubicBezTo>
                  <a:cubicBezTo>
                    <a:pt x="12" y="0"/>
                    <a:pt x="1" y="1"/>
                    <a:pt x="0" y="7"/>
                  </a:cubicBezTo>
                  <a:close/>
                </a:path>
              </a:pathLst>
            </a:custGeom>
            <a:solidFill>
              <a:srgbClr val="976C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53" name="Freeform 1017"/>
            <p:cNvSpPr>
              <a:spLocks/>
            </p:cNvSpPr>
            <p:nvPr/>
          </p:nvSpPr>
          <p:spPr bwMode="auto">
            <a:xfrm>
              <a:off x="20124" y="3258"/>
              <a:ext cx="91" cy="62"/>
            </a:xfrm>
            <a:custGeom>
              <a:avLst/>
              <a:gdLst>
                <a:gd name="T0" fmla="*/ 745 w 16"/>
                <a:gd name="T1" fmla="*/ 0 h 11"/>
                <a:gd name="T2" fmla="*/ 193 w 16"/>
                <a:gd name="T3" fmla="*/ 1618 h 11"/>
                <a:gd name="T4" fmla="*/ 358 w 16"/>
                <a:gd name="T5" fmla="*/ 1618 h 11"/>
                <a:gd name="T6" fmla="*/ 1490 w 16"/>
                <a:gd name="T7" fmla="*/ 1240 h 11"/>
                <a:gd name="T8" fmla="*/ 2201 w 16"/>
                <a:gd name="T9" fmla="*/ 733 h 11"/>
                <a:gd name="T10" fmla="*/ 2394 w 16"/>
                <a:gd name="T11" fmla="*/ 541 h 11"/>
                <a:gd name="T12" fmla="*/ 2588 w 16"/>
                <a:gd name="T13" fmla="*/ 349 h 11"/>
                <a:gd name="T14" fmla="*/ 2036 w 16"/>
                <a:gd name="T15" fmla="*/ 541 h 11"/>
                <a:gd name="T16" fmla="*/ 1490 w 16"/>
                <a:gd name="T17" fmla="*/ 192 h 11"/>
                <a:gd name="T18" fmla="*/ 1098 w 16"/>
                <a:gd name="T19" fmla="*/ 192 h 11"/>
                <a:gd name="T20" fmla="*/ 745 w 16"/>
                <a:gd name="T21" fmla="*/ 0 h 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" h="11">
                  <a:moveTo>
                    <a:pt x="4" y="0"/>
                  </a:moveTo>
                  <a:cubicBezTo>
                    <a:pt x="4" y="0"/>
                    <a:pt x="0" y="5"/>
                    <a:pt x="1" y="9"/>
                  </a:cubicBezTo>
                  <a:cubicBezTo>
                    <a:pt x="1" y="9"/>
                    <a:pt x="1" y="11"/>
                    <a:pt x="2" y="9"/>
                  </a:cubicBezTo>
                  <a:cubicBezTo>
                    <a:pt x="2" y="9"/>
                    <a:pt x="5" y="6"/>
                    <a:pt x="8" y="7"/>
                  </a:cubicBezTo>
                  <a:cubicBezTo>
                    <a:pt x="8" y="7"/>
                    <a:pt x="11" y="6"/>
                    <a:pt x="12" y="4"/>
                  </a:cubicBezTo>
                  <a:cubicBezTo>
                    <a:pt x="12" y="4"/>
                    <a:pt x="12" y="3"/>
                    <a:pt x="13" y="3"/>
                  </a:cubicBezTo>
                  <a:cubicBezTo>
                    <a:pt x="13" y="3"/>
                    <a:pt x="16" y="3"/>
                    <a:pt x="14" y="2"/>
                  </a:cubicBezTo>
                  <a:cubicBezTo>
                    <a:pt x="14" y="2"/>
                    <a:pt x="13" y="1"/>
                    <a:pt x="11" y="3"/>
                  </a:cubicBezTo>
                  <a:cubicBezTo>
                    <a:pt x="11" y="3"/>
                    <a:pt x="8" y="3"/>
                    <a:pt x="8" y="1"/>
                  </a:cubicBezTo>
                  <a:cubicBezTo>
                    <a:pt x="8" y="1"/>
                    <a:pt x="7" y="0"/>
                    <a:pt x="6" y="1"/>
                  </a:cubicBezTo>
                  <a:cubicBezTo>
                    <a:pt x="6" y="1"/>
                    <a:pt x="5" y="2"/>
                    <a:pt x="4" y="0"/>
                  </a:cubicBezTo>
                  <a:close/>
                </a:path>
              </a:pathLst>
            </a:custGeom>
            <a:solidFill>
              <a:srgbClr val="D0A1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54" name="Freeform 1018"/>
            <p:cNvSpPr>
              <a:spLocks/>
            </p:cNvSpPr>
            <p:nvPr/>
          </p:nvSpPr>
          <p:spPr bwMode="auto">
            <a:xfrm>
              <a:off x="20130" y="3274"/>
              <a:ext cx="79" cy="40"/>
            </a:xfrm>
            <a:custGeom>
              <a:avLst/>
              <a:gdLst>
                <a:gd name="T0" fmla="*/ 0 w 14"/>
                <a:gd name="T1" fmla="*/ 1309 h 7"/>
                <a:gd name="T2" fmla="*/ 192 w 14"/>
                <a:gd name="T3" fmla="*/ 1109 h 7"/>
                <a:gd name="T4" fmla="*/ 1083 w 14"/>
                <a:gd name="T5" fmla="*/ 749 h 7"/>
                <a:gd name="T6" fmla="*/ 1975 w 14"/>
                <a:gd name="T7" fmla="*/ 194 h 7"/>
                <a:gd name="T8" fmla="*/ 2325 w 14"/>
                <a:gd name="T9" fmla="*/ 194 h 7"/>
                <a:gd name="T10" fmla="*/ 2325 w 14"/>
                <a:gd name="T11" fmla="*/ 0 h 7"/>
                <a:gd name="T12" fmla="*/ 1783 w 14"/>
                <a:gd name="T13" fmla="*/ 194 h 7"/>
                <a:gd name="T14" fmla="*/ 1083 w 14"/>
                <a:gd name="T15" fmla="*/ 360 h 7"/>
                <a:gd name="T16" fmla="*/ 350 w 14"/>
                <a:gd name="T17" fmla="*/ 554 h 7"/>
                <a:gd name="T18" fmla="*/ 0 w 14"/>
                <a:gd name="T19" fmla="*/ 1309 h 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cubicBezTo>
                    <a:pt x="0" y="7"/>
                    <a:pt x="1" y="7"/>
                    <a:pt x="1" y="6"/>
                  </a:cubicBezTo>
                  <a:cubicBezTo>
                    <a:pt x="1" y="6"/>
                    <a:pt x="4" y="4"/>
                    <a:pt x="6" y="4"/>
                  </a:cubicBezTo>
                  <a:cubicBezTo>
                    <a:pt x="6" y="4"/>
                    <a:pt x="10" y="3"/>
                    <a:pt x="11" y="1"/>
                  </a:cubicBezTo>
                  <a:cubicBezTo>
                    <a:pt x="11" y="1"/>
                    <a:pt x="11" y="1"/>
                    <a:pt x="13" y="1"/>
                  </a:cubicBezTo>
                  <a:cubicBezTo>
                    <a:pt x="13" y="1"/>
                    <a:pt x="14" y="0"/>
                    <a:pt x="13" y="0"/>
                  </a:cubicBezTo>
                  <a:cubicBezTo>
                    <a:pt x="13" y="0"/>
                    <a:pt x="11" y="0"/>
                    <a:pt x="10" y="1"/>
                  </a:cubicBezTo>
                  <a:cubicBezTo>
                    <a:pt x="10" y="1"/>
                    <a:pt x="7" y="3"/>
                    <a:pt x="6" y="2"/>
                  </a:cubicBezTo>
                  <a:cubicBezTo>
                    <a:pt x="6" y="2"/>
                    <a:pt x="3" y="1"/>
                    <a:pt x="2" y="3"/>
                  </a:cubicBezTo>
                  <a:cubicBezTo>
                    <a:pt x="2" y="3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B87F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55" name="Freeform 1019"/>
            <p:cNvSpPr>
              <a:spLocks/>
            </p:cNvSpPr>
            <p:nvPr/>
          </p:nvSpPr>
          <p:spPr bwMode="auto">
            <a:xfrm>
              <a:off x="20136" y="3269"/>
              <a:ext cx="28" cy="17"/>
            </a:xfrm>
            <a:custGeom>
              <a:avLst/>
              <a:gdLst>
                <a:gd name="T0" fmla="*/ 190 w 5"/>
                <a:gd name="T1" fmla="*/ 193 h 3"/>
                <a:gd name="T2" fmla="*/ 347 w 5"/>
                <a:gd name="T3" fmla="*/ 0 h 3"/>
                <a:gd name="T4" fmla="*/ 532 w 5"/>
                <a:gd name="T5" fmla="*/ 0 h 3"/>
                <a:gd name="T6" fmla="*/ 532 w 5"/>
                <a:gd name="T7" fmla="*/ 0 h 3"/>
                <a:gd name="T8" fmla="*/ 689 w 5"/>
                <a:gd name="T9" fmla="*/ 0 h 3"/>
                <a:gd name="T10" fmla="*/ 347 w 5"/>
                <a:gd name="T11" fmla="*/ 351 h 3"/>
                <a:gd name="T12" fmla="*/ 190 w 5"/>
                <a:gd name="T13" fmla="*/ 193 h 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3">
                  <a:moveTo>
                    <a:pt x="1" y="1"/>
                  </a:moveTo>
                  <a:cubicBezTo>
                    <a:pt x="1" y="1"/>
                    <a:pt x="1" y="1"/>
                    <a:pt x="2" y="0"/>
                  </a:cubicBezTo>
                  <a:cubicBezTo>
                    <a:pt x="2" y="0"/>
                    <a:pt x="3" y="0"/>
                    <a:pt x="3" y="0"/>
                  </a:cubicBezTo>
                  <a:cubicBezTo>
                    <a:pt x="3" y="0"/>
                    <a:pt x="3" y="1"/>
                    <a:pt x="3" y="0"/>
                  </a:cubicBezTo>
                  <a:cubicBezTo>
                    <a:pt x="3" y="0"/>
                    <a:pt x="5" y="0"/>
                    <a:pt x="4" y="0"/>
                  </a:cubicBezTo>
                  <a:cubicBezTo>
                    <a:pt x="4" y="0"/>
                    <a:pt x="2" y="1"/>
                    <a:pt x="2" y="2"/>
                  </a:cubicBezTo>
                  <a:cubicBezTo>
                    <a:pt x="2" y="2"/>
                    <a:pt x="0" y="3"/>
                    <a:pt x="1" y="1"/>
                  </a:cubicBezTo>
                  <a:close/>
                </a:path>
              </a:pathLst>
            </a:custGeom>
            <a:solidFill>
              <a:srgbClr val="E5B5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56" name="Freeform 1020"/>
            <p:cNvSpPr>
              <a:spLocks/>
            </p:cNvSpPr>
            <p:nvPr/>
          </p:nvSpPr>
          <p:spPr bwMode="auto">
            <a:xfrm>
              <a:off x="20282" y="3477"/>
              <a:ext cx="130" cy="96"/>
            </a:xfrm>
            <a:custGeom>
              <a:avLst/>
              <a:gdLst>
                <a:gd name="T0" fmla="*/ 350 w 23"/>
                <a:gd name="T1" fmla="*/ 734 h 17"/>
                <a:gd name="T2" fmla="*/ 1820 w 23"/>
                <a:gd name="T3" fmla="*/ 2327 h 17"/>
                <a:gd name="T4" fmla="*/ 3804 w 23"/>
                <a:gd name="T5" fmla="*/ 3061 h 17"/>
                <a:gd name="T6" fmla="*/ 3804 w 23"/>
                <a:gd name="T7" fmla="*/ 2327 h 17"/>
                <a:gd name="T8" fmla="*/ 3962 w 23"/>
                <a:gd name="T9" fmla="*/ 1784 h 17"/>
                <a:gd name="T10" fmla="*/ 2713 w 23"/>
                <a:gd name="T11" fmla="*/ 1084 h 17"/>
                <a:gd name="T12" fmla="*/ 1277 w 23"/>
                <a:gd name="T13" fmla="*/ 542 h 17"/>
                <a:gd name="T14" fmla="*/ 350 w 23"/>
                <a:gd name="T15" fmla="*/ 734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7">
                  <a:moveTo>
                    <a:pt x="2" y="4"/>
                  </a:moveTo>
                  <a:cubicBezTo>
                    <a:pt x="5" y="7"/>
                    <a:pt x="7" y="10"/>
                    <a:pt x="10" y="13"/>
                  </a:cubicBezTo>
                  <a:cubicBezTo>
                    <a:pt x="13" y="14"/>
                    <a:pt x="18" y="17"/>
                    <a:pt x="21" y="17"/>
                  </a:cubicBezTo>
                  <a:cubicBezTo>
                    <a:pt x="21" y="16"/>
                    <a:pt x="21" y="14"/>
                    <a:pt x="21" y="13"/>
                  </a:cubicBezTo>
                  <a:cubicBezTo>
                    <a:pt x="21" y="12"/>
                    <a:pt x="23" y="11"/>
                    <a:pt x="22" y="10"/>
                  </a:cubicBezTo>
                  <a:cubicBezTo>
                    <a:pt x="21" y="7"/>
                    <a:pt x="17" y="7"/>
                    <a:pt x="15" y="6"/>
                  </a:cubicBezTo>
                  <a:cubicBezTo>
                    <a:pt x="12" y="6"/>
                    <a:pt x="10" y="4"/>
                    <a:pt x="7" y="3"/>
                  </a:cubicBezTo>
                  <a:cubicBezTo>
                    <a:pt x="6" y="2"/>
                    <a:pt x="0" y="0"/>
                    <a:pt x="2" y="4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57" name="Freeform 1021"/>
            <p:cNvSpPr>
              <a:spLocks/>
            </p:cNvSpPr>
            <p:nvPr/>
          </p:nvSpPr>
          <p:spPr bwMode="auto">
            <a:xfrm>
              <a:off x="20170" y="3314"/>
              <a:ext cx="90" cy="118"/>
            </a:xfrm>
            <a:custGeom>
              <a:avLst/>
              <a:gdLst>
                <a:gd name="T0" fmla="*/ 1423 w 16"/>
                <a:gd name="T1" fmla="*/ 0 h 21"/>
                <a:gd name="T2" fmla="*/ 889 w 16"/>
                <a:gd name="T3" fmla="*/ 348 h 21"/>
                <a:gd name="T4" fmla="*/ 540 w 16"/>
                <a:gd name="T5" fmla="*/ 539 h 21"/>
                <a:gd name="T6" fmla="*/ 540 w 16"/>
                <a:gd name="T7" fmla="*/ 1613 h 21"/>
                <a:gd name="T8" fmla="*/ 2154 w 16"/>
                <a:gd name="T9" fmla="*/ 3534 h 21"/>
                <a:gd name="T10" fmla="*/ 2498 w 16"/>
                <a:gd name="T11" fmla="*/ 1955 h 21"/>
                <a:gd name="T12" fmla="*/ 1772 w 16"/>
                <a:gd name="T13" fmla="*/ 0 h 21"/>
                <a:gd name="T14" fmla="*/ 1423 w 16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21">
                  <a:moveTo>
                    <a:pt x="8" y="0"/>
                  </a:moveTo>
                  <a:cubicBezTo>
                    <a:pt x="7" y="0"/>
                    <a:pt x="6" y="1"/>
                    <a:pt x="5" y="2"/>
                  </a:cubicBezTo>
                  <a:cubicBezTo>
                    <a:pt x="4" y="2"/>
                    <a:pt x="3" y="2"/>
                    <a:pt x="3" y="3"/>
                  </a:cubicBezTo>
                  <a:cubicBezTo>
                    <a:pt x="0" y="5"/>
                    <a:pt x="2" y="7"/>
                    <a:pt x="3" y="9"/>
                  </a:cubicBezTo>
                  <a:cubicBezTo>
                    <a:pt x="5" y="12"/>
                    <a:pt x="9" y="20"/>
                    <a:pt x="12" y="20"/>
                  </a:cubicBezTo>
                  <a:cubicBezTo>
                    <a:pt x="16" y="21"/>
                    <a:pt x="15" y="13"/>
                    <a:pt x="14" y="11"/>
                  </a:cubicBezTo>
                  <a:cubicBezTo>
                    <a:pt x="13" y="8"/>
                    <a:pt x="14" y="0"/>
                    <a:pt x="10" y="0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58" name="Freeform 1022"/>
            <p:cNvSpPr>
              <a:spLocks/>
            </p:cNvSpPr>
            <p:nvPr/>
          </p:nvSpPr>
          <p:spPr bwMode="auto">
            <a:xfrm>
              <a:off x="20479" y="3737"/>
              <a:ext cx="23" cy="79"/>
            </a:xfrm>
            <a:custGeom>
              <a:avLst/>
              <a:gdLst>
                <a:gd name="T0" fmla="*/ 397 w 4"/>
                <a:gd name="T1" fmla="*/ 192 h 14"/>
                <a:gd name="T2" fmla="*/ 759 w 4"/>
                <a:gd name="T3" fmla="*/ 1783 h 14"/>
                <a:gd name="T4" fmla="*/ 759 w 4"/>
                <a:gd name="T5" fmla="*/ 2325 h 14"/>
                <a:gd name="T6" fmla="*/ 759 w 4"/>
                <a:gd name="T7" fmla="*/ 1975 h 14"/>
                <a:gd name="T8" fmla="*/ 564 w 4"/>
                <a:gd name="T9" fmla="*/ 1625 h 14"/>
                <a:gd name="T10" fmla="*/ 397 w 4"/>
                <a:gd name="T11" fmla="*/ 350 h 14"/>
                <a:gd name="T12" fmla="*/ 397 w 4"/>
                <a:gd name="T13" fmla="*/ 192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4">
                  <a:moveTo>
                    <a:pt x="2" y="1"/>
                  </a:moveTo>
                  <a:cubicBezTo>
                    <a:pt x="2" y="1"/>
                    <a:pt x="4" y="6"/>
                    <a:pt x="4" y="10"/>
                  </a:cubicBezTo>
                  <a:cubicBezTo>
                    <a:pt x="4" y="10"/>
                    <a:pt x="4" y="13"/>
                    <a:pt x="4" y="13"/>
                  </a:cubicBezTo>
                  <a:cubicBezTo>
                    <a:pt x="4" y="13"/>
                    <a:pt x="4" y="14"/>
                    <a:pt x="4" y="11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4"/>
                    <a:pt x="2" y="2"/>
                  </a:cubicBezTo>
                  <a:cubicBezTo>
                    <a:pt x="2" y="2"/>
                    <a:pt x="0" y="0"/>
                    <a:pt x="2" y="1"/>
                  </a:cubicBezTo>
                  <a:close/>
                </a:path>
              </a:pathLst>
            </a:custGeom>
            <a:solidFill>
              <a:srgbClr val="574E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59" name="Freeform 1023"/>
            <p:cNvSpPr>
              <a:spLocks/>
            </p:cNvSpPr>
            <p:nvPr/>
          </p:nvSpPr>
          <p:spPr bwMode="auto">
            <a:xfrm>
              <a:off x="20468" y="3601"/>
              <a:ext cx="28" cy="226"/>
            </a:xfrm>
            <a:custGeom>
              <a:avLst/>
              <a:gdLst>
                <a:gd name="T0" fmla="*/ 0 w 5"/>
                <a:gd name="T1" fmla="*/ 350 h 40"/>
                <a:gd name="T2" fmla="*/ 190 w 5"/>
                <a:gd name="T3" fmla="*/ 3797 h 40"/>
                <a:gd name="T4" fmla="*/ 347 w 5"/>
                <a:gd name="T5" fmla="*/ 5238 h 40"/>
                <a:gd name="T6" fmla="*/ 689 w 5"/>
                <a:gd name="T7" fmla="*/ 6865 h 40"/>
                <a:gd name="T8" fmla="*/ 879 w 5"/>
                <a:gd name="T9" fmla="*/ 6865 h 40"/>
                <a:gd name="T10" fmla="*/ 532 w 5"/>
                <a:gd name="T11" fmla="*/ 5045 h 40"/>
                <a:gd name="T12" fmla="*/ 347 w 5"/>
                <a:gd name="T13" fmla="*/ 3961 h 40"/>
                <a:gd name="T14" fmla="*/ 0 w 5"/>
                <a:gd name="T15" fmla="*/ 542 h 40"/>
                <a:gd name="T16" fmla="*/ 0 w 5"/>
                <a:gd name="T17" fmla="*/ 350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" h="40">
                  <a:moveTo>
                    <a:pt x="0" y="2"/>
                  </a:moveTo>
                  <a:cubicBezTo>
                    <a:pt x="0" y="2"/>
                    <a:pt x="1" y="19"/>
                    <a:pt x="1" y="21"/>
                  </a:cubicBezTo>
                  <a:cubicBezTo>
                    <a:pt x="1" y="21"/>
                    <a:pt x="1" y="27"/>
                    <a:pt x="2" y="29"/>
                  </a:cubicBezTo>
                  <a:cubicBezTo>
                    <a:pt x="2" y="29"/>
                    <a:pt x="4" y="35"/>
                    <a:pt x="4" y="38"/>
                  </a:cubicBezTo>
                  <a:cubicBezTo>
                    <a:pt x="4" y="38"/>
                    <a:pt x="5" y="40"/>
                    <a:pt x="5" y="38"/>
                  </a:cubicBezTo>
                  <a:cubicBezTo>
                    <a:pt x="5" y="38"/>
                    <a:pt x="5" y="31"/>
                    <a:pt x="3" y="28"/>
                  </a:cubicBezTo>
                  <a:cubicBezTo>
                    <a:pt x="3" y="28"/>
                    <a:pt x="1" y="25"/>
                    <a:pt x="2" y="22"/>
                  </a:cubicBezTo>
                  <a:cubicBezTo>
                    <a:pt x="2" y="22"/>
                    <a:pt x="2" y="8"/>
                    <a:pt x="0" y="3"/>
                  </a:cubicBezTo>
                  <a:cubicBezTo>
                    <a:pt x="0" y="3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574E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60" name="Freeform 1024"/>
            <p:cNvSpPr>
              <a:spLocks/>
            </p:cNvSpPr>
            <p:nvPr/>
          </p:nvSpPr>
          <p:spPr bwMode="auto">
            <a:xfrm>
              <a:off x="20457" y="3562"/>
              <a:ext cx="28" cy="51"/>
            </a:xfrm>
            <a:custGeom>
              <a:avLst/>
              <a:gdLst>
                <a:gd name="T0" fmla="*/ 190 w 5"/>
                <a:gd name="T1" fmla="*/ 0 h 9"/>
                <a:gd name="T2" fmla="*/ 689 w 5"/>
                <a:gd name="T3" fmla="*/ 1445 h 9"/>
                <a:gd name="T4" fmla="*/ 532 w 5"/>
                <a:gd name="T5" fmla="*/ 1286 h 9"/>
                <a:gd name="T6" fmla="*/ 190 w 5"/>
                <a:gd name="T7" fmla="*/ 351 h 9"/>
                <a:gd name="T8" fmla="*/ 190 w 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cubicBezTo>
                    <a:pt x="1" y="0"/>
                    <a:pt x="5" y="2"/>
                    <a:pt x="4" y="8"/>
                  </a:cubicBezTo>
                  <a:cubicBezTo>
                    <a:pt x="4" y="8"/>
                    <a:pt x="3" y="9"/>
                    <a:pt x="3" y="7"/>
                  </a:cubicBezTo>
                  <a:cubicBezTo>
                    <a:pt x="3" y="7"/>
                    <a:pt x="2" y="3"/>
                    <a:pt x="1" y="2"/>
                  </a:cubicBezTo>
                  <a:cubicBezTo>
                    <a:pt x="1" y="2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61" name="Freeform 1025"/>
            <p:cNvSpPr>
              <a:spLocks/>
            </p:cNvSpPr>
            <p:nvPr/>
          </p:nvSpPr>
          <p:spPr bwMode="auto">
            <a:xfrm>
              <a:off x="20485" y="3714"/>
              <a:ext cx="28" cy="96"/>
            </a:xfrm>
            <a:custGeom>
              <a:avLst/>
              <a:gdLst>
                <a:gd name="T0" fmla="*/ 347 w 5"/>
                <a:gd name="T1" fmla="*/ 734 h 17"/>
                <a:gd name="T2" fmla="*/ 879 w 5"/>
                <a:gd name="T3" fmla="*/ 2168 h 17"/>
                <a:gd name="T4" fmla="*/ 689 w 5"/>
                <a:gd name="T5" fmla="*/ 2711 h 17"/>
                <a:gd name="T6" fmla="*/ 689 w 5"/>
                <a:gd name="T7" fmla="*/ 2168 h 17"/>
                <a:gd name="T8" fmla="*/ 190 w 5"/>
                <a:gd name="T9" fmla="*/ 892 h 17"/>
                <a:gd name="T10" fmla="*/ 347 w 5"/>
                <a:gd name="T11" fmla="*/ 542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17">
                  <a:moveTo>
                    <a:pt x="2" y="4"/>
                  </a:moveTo>
                  <a:cubicBezTo>
                    <a:pt x="2" y="4"/>
                    <a:pt x="5" y="10"/>
                    <a:pt x="5" y="12"/>
                  </a:cubicBezTo>
                  <a:cubicBezTo>
                    <a:pt x="5" y="12"/>
                    <a:pt x="4" y="17"/>
                    <a:pt x="4" y="15"/>
                  </a:cubicBezTo>
                  <a:cubicBezTo>
                    <a:pt x="4" y="15"/>
                    <a:pt x="3" y="14"/>
                    <a:pt x="4" y="12"/>
                  </a:cubicBezTo>
                  <a:cubicBezTo>
                    <a:pt x="4" y="12"/>
                    <a:pt x="3" y="9"/>
                    <a:pt x="1" y="5"/>
                  </a:cubicBezTo>
                  <a:cubicBezTo>
                    <a:pt x="1" y="5"/>
                    <a:pt x="0" y="0"/>
                    <a:pt x="2" y="3"/>
                  </a:cubicBezTo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62" name="Freeform 1026"/>
            <p:cNvSpPr>
              <a:spLocks/>
            </p:cNvSpPr>
            <p:nvPr/>
          </p:nvSpPr>
          <p:spPr bwMode="auto">
            <a:xfrm>
              <a:off x="20637" y="3528"/>
              <a:ext cx="62" cy="40"/>
            </a:xfrm>
            <a:custGeom>
              <a:avLst/>
              <a:gdLst>
                <a:gd name="T0" fmla="*/ 1432 w 11"/>
                <a:gd name="T1" fmla="*/ 0 h 7"/>
                <a:gd name="T2" fmla="*/ 0 w 11"/>
                <a:gd name="T3" fmla="*/ 0 h 7"/>
                <a:gd name="T4" fmla="*/ 349 w 11"/>
                <a:gd name="T5" fmla="*/ 554 h 7"/>
                <a:gd name="T6" fmla="*/ 891 w 11"/>
                <a:gd name="T7" fmla="*/ 949 h 7"/>
                <a:gd name="T8" fmla="*/ 1781 w 11"/>
                <a:gd name="T9" fmla="*/ 1309 h 7"/>
                <a:gd name="T10" fmla="*/ 1082 w 11"/>
                <a:gd name="T11" fmla="*/ 360 h 7"/>
                <a:gd name="T12" fmla="*/ 1432 w 11"/>
                <a:gd name="T13" fmla="*/ 554 h 7"/>
                <a:gd name="T14" fmla="*/ 1967 w 11"/>
                <a:gd name="T15" fmla="*/ 360 h 7"/>
                <a:gd name="T16" fmla="*/ 1618 w 11"/>
                <a:gd name="T17" fmla="*/ 194 h 7"/>
                <a:gd name="T18" fmla="*/ 1432 w 11"/>
                <a:gd name="T19" fmla="*/ 0 h 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" h="7">
                  <a:moveTo>
                    <a:pt x="8" y="0"/>
                  </a:moveTo>
                  <a:cubicBezTo>
                    <a:pt x="6" y="1"/>
                    <a:pt x="3" y="0"/>
                    <a:pt x="0" y="0"/>
                  </a:cubicBezTo>
                  <a:cubicBezTo>
                    <a:pt x="0" y="1"/>
                    <a:pt x="2" y="1"/>
                    <a:pt x="2" y="3"/>
                  </a:cubicBezTo>
                  <a:cubicBezTo>
                    <a:pt x="0" y="4"/>
                    <a:pt x="4" y="5"/>
                    <a:pt x="5" y="5"/>
                  </a:cubicBezTo>
                  <a:cubicBezTo>
                    <a:pt x="6" y="6"/>
                    <a:pt x="8" y="7"/>
                    <a:pt x="10" y="7"/>
                  </a:cubicBezTo>
                  <a:cubicBezTo>
                    <a:pt x="10" y="5"/>
                    <a:pt x="6" y="3"/>
                    <a:pt x="6" y="2"/>
                  </a:cubicBezTo>
                  <a:cubicBezTo>
                    <a:pt x="7" y="2"/>
                    <a:pt x="7" y="3"/>
                    <a:pt x="8" y="3"/>
                  </a:cubicBezTo>
                  <a:cubicBezTo>
                    <a:pt x="9" y="2"/>
                    <a:pt x="10" y="2"/>
                    <a:pt x="11" y="2"/>
                  </a:cubicBezTo>
                  <a:cubicBezTo>
                    <a:pt x="11" y="1"/>
                    <a:pt x="10" y="0"/>
                    <a:pt x="9" y="1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63" name="Freeform 1027"/>
            <p:cNvSpPr>
              <a:spLocks/>
            </p:cNvSpPr>
            <p:nvPr/>
          </p:nvSpPr>
          <p:spPr bwMode="auto">
            <a:xfrm>
              <a:off x="20609" y="3579"/>
              <a:ext cx="62" cy="56"/>
            </a:xfrm>
            <a:custGeom>
              <a:avLst/>
              <a:gdLst>
                <a:gd name="T0" fmla="*/ 1618 w 11"/>
                <a:gd name="T1" fmla="*/ 1758 h 10"/>
                <a:gd name="T2" fmla="*/ 0 w 11"/>
                <a:gd name="T3" fmla="*/ 347 h 10"/>
                <a:gd name="T4" fmla="*/ 733 w 11"/>
                <a:gd name="T5" fmla="*/ 689 h 10"/>
                <a:gd name="T6" fmla="*/ 349 w 11"/>
                <a:gd name="T7" fmla="*/ 190 h 10"/>
                <a:gd name="T8" fmla="*/ 1082 w 11"/>
                <a:gd name="T9" fmla="*/ 879 h 10"/>
                <a:gd name="T10" fmla="*/ 1967 w 11"/>
                <a:gd name="T11" fmla="*/ 1758 h 10"/>
                <a:gd name="T12" fmla="*/ 1618 w 11"/>
                <a:gd name="T13" fmla="*/ 1758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0">
                  <a:moveTo>
                    <a:pt x="9" y="10"/>
                  </a:moveTo>
                  <a:cubicBezTo>
                    <a:pt x="6" y="9"/>
                    <a:pt x="1" y="6"/>
                    <a:pt x="0" y="2"/>
                  </a:cubicBezTo>
                  <a:cubicBezTo>
                    <a:pt x="1" y="2"/>
                    <a:pt x="3" y="4"/>
                    <a:pt x="4" y="4"/>
                  </a:cubicBezTo>
                  <a:cubicBezTo>
                    <a:pt x="4" y="3"/>
                    <a:pt x="2" y="2"/>
                    <a:pt x="2" y="1"/>
                  </a:cubicBezTo>
                  <a:cubicBezTo>
                    <a:pt x="3" y="0"/>
                    <a:pt x="5" y="4"/>
                    <a:pt x="6" y="5"/>
                  </a:cubicBezTo>
                  <a:cubicBezTo>
                    <a:pt x="7" y="5"/>
                    <a:pt x="11" y="8"/>
                    <a:pt x="11" y="10"/>
                  </a:cubicBezTo>
                  <a:cubicBezTo>
                    <a:pt x="10" y="10"/>
                    <a:pt x="10" y="10"/>
                    <a:pt x="9" y="1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64" name="Freeform 1028"/>
            <p:cNvSpPr>
              <a:spLocks/>
            </p:cNvSpPr>
            <p:nvPr/>
          </p:nvSpPr>
          <p:spPr bwMode="auto">
            <a:xfrm>
              <a:off x="20299" y="3675"/>
              <a:ext cx="34" cy="45"/>
            </a:xfrm>
            <a:custGeom>
              <a:avLst/>
              <a:gdLst>
                <a:gd name="T0" fmla="*/ 351 w 6"/>
                <a:gd name="T1" fmla="*/ 1074 h 8"/>
                <a:gd name="T2" fmla="*/ 544 w 6"/>
                <a:gd name="T3" fmla="*/ 0 h 8"/>
                <a:gd name="T4" fmla="*/ 737 w 6"/>
                <a:gd name="T5" fmla="*/ 540 h 8"/>
                <a:gd name="T6" fmla="*/ 737 w 6"/>
                <a:gd name="T7" fmla="*/ 1074 h 8"/>
                <a:gd name="T8" fmla="*/ 901 w 6"/>
                <a:gd name="T9" fmla="*/ 191 h 8"/>
                <a:gd name="T10" fmla="*/ 901 w 6"/>
                <a:gd name="T11" fmla="*/ 1074 h 8"/>
                <a:gd name="T12" fmla="*/ 737 w 6"/>
                <a:gd name="T13" fmla="*/ 1232 h 8"/>
                <a:gd name="T14" fmla="*/ 351 w 6"/>
                <a:gd name="T15" fmla="*/ 1074 h 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" h="8">
                  <a:moveTo>
                    <a:pt x="2" y="6"/>
                  </a:moveTo>
                  <a:cubicBezTo>
                    <a:pt x="0" y="5"/>
                    <a:pt x="3" y="1"/>
                    <a:pt x="3" y="0"/>
                  </a:cubicBezTo>
                  <a:cubicBezTo>
                    <a:pt x="4" y="1"/>
                    <a:pt x="4" y="3"/>
                    <a:pt x="4" y="3"/>
                  </a:cubicBezTo>
                  <a:cubicBezTo>
                    <a:pt x="3" y="5"/>
                    <a:pt x="4" y="5"/>
                    <a:pt x="4" y="6"/>
                  </a:cubicBezTo>
                  <a:cubicBezTo>
                    <a:pt x="4" y="5"/>
                    <a:pt x="4" y="2"/>
                    <a:pt x="5" y="1"/>
                  </a:cubicBezTo>
                  <a:cubicBezTo>
                    <a:pt x="6" y="2"/>
                    <a:pt x="5" y="5"/>
                    <a:pt x="5" y="6"/>
                  </a:cubicBezTo>
                  <a:cubicBezTo>
                    <a:pt x="5" y="8"/>
                    <a:pt x="5" y="8"/>
                    <a:pt x="4" y="7"/>
                  </a:cubicBezTo>
                  <a:cubicBezTo>
                    <a:pt x="4" y="7"/>
                    <a:pt x="3" y="7"/>
                    <a:pt x="2" y="6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65" name="Freeform 1029"/>
            <p:cNvSpPr>
              <a:spLocks/>
            </p:cNvSpPr>
            <p:nvPr/>
          </p:nvSpPr>
          <p:spPr bwMode="auto">
            <a:xfrm>
              <a:off x="20372" y="3680"/>
              <a:ext cx="102" cy="62"/>
            </a:xfrm>
            <a:custGeom>
              <a:avLst/>
              <a:gdLst>
                <a:gd name="T0" fmla="*/ 1286 w 18"/>
                <a:gd name="T1" fmla="*/ 192 h 11"/>
                <a:gd name="T2" fmla="*/ 2374 w 18"/>
                <a:gd name="T3" fmla="*/ 733 h 11"/>
                <a:gd name="T4" fmla="*/ 3083 w 18"/>
                <a:gd name="T5" fmla="*/ 1432 h 11"/>
                <a:gd name="T6" fmla="*/ 3083 w 18"/>
                <a:gd name="T7" fmla="*/ 1781 h 11"/>
                <a:gd name="T8" fmla="*/ 2924 w 18"/>
                <a:gd name="T9" fmla="*/ 1967 h 11"/>
                <a:gd name="T10" fmla="*/ 2539 w 18"/>
                <a:gd name="T11" fmla="*/ 1781 h 11"/>
                <a:gd name="T12" fmla="*/ 1989 w 18"/>
                <a:gd name="T13" fmla="*/ 1781 h 11"/>
                <a:gd name="T14" fmla="*/ 1094 w 18"/>
                <a:gd name="T15" fmla="*/ 1618 h 11"/>
                <a:gd name="T16" fmla="*/ 544 w 18"/>
                <a:gd name="T17" fmla="*/ 1432 h 11"/>
                <a:gd name="T18" fmla="*/ 193 w 18"/>
                <a:gd name="T19" fmla="*/ 891 h 11"/>
                <a:gd name="T20" fmla="*/ 0 w 18"/>
                <a:gd name="T21" fmla="*/ 192 h 11"/>
                <a:gd name="T22" fmla="*/ 351 w 18"/>
                <a:gd name="T23" fmla="*/ 891 h 11"/>
                <a:gd name="T24" fmla="*/ 737 w 18"/>
                <a:gd name="T25" fmla="*/ 1240 h 11"/>
                <a:gd name="T26" fmla="*/ 901 w 18"/>
                <a:gd name="T27" fmla="*/ 891 h 11"/>
                <a:gd name="T28" fmla="*/ 1445 w 18"/>
                <a:gd name="T29" fmla="*/ 1240 h 11"/>
                <a:gd name="T30" fmla="*/ 1445 w 18"/>
                <a:gd name="T31" fmla="*/ 733 h 11"/>
                <a:gd name="T32" fmla="*/ 1286 w 18"/>
                <a:gd name="T33" fmla="*/ 192 h 1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8" h="11">
                  <a:moveTo>
                    <a:pt x="7" y="1"/>
                  </a:moveTo>
                  <a:cubicBezTo>
                    <a:pt x="9" y="0"/>
                    <a:pt x="12" y="3"/>
                    <a:pt x="13" y="4"/>
                  </a:cubicBezTo>
                  <a:cubicBezTo>
                    <a:pt x="15" y="6"/>
                    <a:pt x="16" y="7"/>
                    <a:pt x="17" y="8"/>
                  </a:cubicBezTo>
                  <a:cubicBezTo>
                    <a:pt x="17" y="9"/>
                    <a:pt x="18" y="9"/>
                    <a:pt x="17" y="10"/>
                  </a:cubicBezTo>
                  <a:cubicBezTo>
                    <a:pt x="17" y="10"/>
                    <a:pt x="16" y="11"/>
                    <a:pt x="16" y="11"/>
                  </a:cubicBezTo>
                  <a:cubicBezTo>
                    <a:pt x="15" y="11"/>
                    <a:pt x="14" y="10"/>
                    <a:pt x="14" y="10"/>
                  </a:cubicBezTo>
                  <a:cubicBezTo>
                    <a:pt x="13" y="10"/>
                    <a:pt x="12" y="10"/>
                    <a:pt x="11" y="10"/>
                  </a:cubicBezTo>
                  <a:cubicBezTo>
                    <a:pt x="9" y="10"/>
                    <a:pt x="8" y="9"/>
                    <a:pt x="6" y="9"/>
                  </a:cubicBezTo>
                  <a:cubicBezTo>
                    <a:pt x="5" y="9"/>
                    <a:pt x="4" y="8"/>
                    <a:pt x="3" y="8"/>
                  </a:cubicBezTo>
                  <a:cubicBezTo>
                    <a:pt x="1" y="7"/>
                    <a:pt x="1" y="7"/>
                    <a:pt x="1" y="5"/>
                  </a:cubicBezTo>
                  <a:cubicBezTo>
                    <a:pt x="1" y="4"/>
                    <a:pt x="1" y="2"/>
                    <a:pt x="0" y="1"/>
                  </a:cubicBezTo>
                  <a:cubicBezTo>
                    <a:pt x="1" y="2"/>
                    <a:pt x="1" y="4"/>
                    <a:pt x="2" y="5"/>
                  </a:cubicBezTo>
                  <a:cubicBezTo>
                    <a:pt x="2" y="6"/>
                    <a:pt x="3" y="6"/>
                    <a:pt x="4" y="7"/>
                  </a:cubicBezTo>
                  <a:cubicBezTo>
                    <a:pt x="5" y="7"/>
                    <a:pt x="3" y="3"/>
                    <a:pt x="5" y="5"/>
                  </a:cubicBezTo>
                  <a:cubicBezTo>
                    <a:pt x="6" y="6"/>
                    <a:pt x="6" y="7"/>
                    <a:pt x="8" y="7"/>
                  </a:cubicBezTo>
                  <a:cubicBezTo>
                    <a:pt x="10" y="7"/>
                    <a:pt x="9" y="5"/>
                    <a:pt x="8" y="4"/>
                  </a:cubicBezTo>
                  <a:cubicBezTo>
                    <a:pt x="7" y="3"/>
                    <a:pt x="7" y="2"/>
                    <a:pt x="7" y="1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66" name="Freeform 1030"/>
            <p:cNvSpPr>
              <a:spLocks/>
            </p:cNvSpPr>
            <p:nvPr/>
          </p:nvSpPr>
          <p:spPr bwMode="auto">
            <a:xfrm>
              <a:off x="20355" y="3579"/>
              <a:ext cx="136" cy="254"/>
            </a:xfrm>
            <a:custGeom>
              <a:avLst/>
              <a:gdLst>
                <a:gd name="T0" fmla="*/ 351 w 24"/>
                <a:gd name="T1" fmla="*/ 892 h 45"/>
                <a:gd name="T2" fmla="*/ 193 w 24"/>
                <a:gd name="T3" fmla="*/ 542 h 45"/>
                <a:gd name="T4" fmla="*/ 544 w 24"/>
                <a:gd name="T5" fmla="*/ 542 h 45"/>
                <a:gd name="T6" fmla="*/ 901 w 24"/>
                <a:gd name="T7" fmla="*/ 734 h 45"/>
                <a:gd name="T8" fmla="*/ 1286 w 24"/>
                <a:gd name="T9" fmla="*/ 1276 h 45"/>
                <a:gd name="T10" fmla="*/ 1638 w 24"/>
                <a:gd name="T11" fmla="*/ 3251 h 45"/>
                <a:gd name="T12" fmla="*/ 1989 w 24"/>
                <a:gd name="T13" fmla="*/ 3601 h 45"/>
                <a:gd name="T14" fmla="*/ 2374 w 24"/>
                <a:gd name="T15" fmla="*/ 4301 h 45"/>
                <a:gd name="T16" fmla="*/ 3468 w 24"/>
                <a:gd name="T17" fmla="*/ 5577 h 45"/>
                <a:gd name="T18" fmla="*/ 4012 w 24"/>
                <a:gd name="T19" fmla="*/ 6660 h 45"/>
                <a:gd name="T20" fmla="*/ 3627 w 24"/>
                <a:gd name="T21" fmla="*/ 6469 h 45"/>
                <a:gd name="T22" fmla="*/ 3627 w 24"/>
                <a:gd name="T23" fmla="*/ 7010 h 45"/>
                <a:gd name="T24" fmla="*/ 4012 w 24"/>
                <a:gd name="T25" fmla="*/ 7902 h 45"/>
                <a:gd name="T26" fmla="*/ 2731 w 24"/>
                <a:gd name="T27" fmla="*/ 6660 h 45"/>
                <a:gd name="T28" fmla="*/ 1638 w 24"/>
                <a:gd name="T29" fmla="*/ 3793 h 45"/>
                <a:gd name="T30" fmla="*/ 737 w 24"/>
                <a:gd name="T31" fmla="*/ 1784 h 45"/>
                <a:gd name="T32" fmla="*/ 351 w 24"/>
                <a:gd name="T33" fmla="*/ 892 h 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4" h="45">
                  <a:moveTo>
                    <a:pt x="2" y="5"/>
                  </a:moveTo>
                  <a:cubicBezTo>
                    <a:pt x="2" y="5"/>
                    <a:pt x="1" y="3"/>
                    <a:pt x="1" y="3"/>
                  </a:cubicBezTo>
                  <a:cubicBezTo>
                    <a:pt x="0" y="2"/>
                    <a:pt x="0" y="0"/>
                    <a:pt x="3" y="3"/>
                  </a:cubicBezTo>
                  <a:cubicBezTo>
                    <a:pt x="3" y="3"/>
                    <a:pt x="4" y="4"/>
                    <a:pt x="5" y="4"/>
                  </a:cubicBezTo>
                  <a:cubicBezTo>
                    <a:pt x="5" y="4"/>
                    <a:pt x="7" y="5"/>
                    <a:pt x="7" y="7"/>
                  </a:cubicBezTo>
                  <a:cubicBezTo>
                    <a:pt x="7" y="7"/>
                    <a:pt x="8" y="14"/>
                    <a:pt x="9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3" y="22"/>
                    <a:pt x="13" y="24"/>
                  </a:cubicBezTo>
                  <a:cubicBezTo>
                    <a:pt x="13" y="24"/>
                    <a:pt x="16" y="29"/>
                    <a:pt x="19" y="31"/>
                  </a:cubicBezTo>
                  <a:cubicBezTo>
                    <a:pt x="19" y="31"/>
                    <a:pt x="23" y="36"/>
                    <a:pt x="22" y="37"/>
                  </a:cubicBezTo>
                  <a:cubicBezTo>
                    <a:pt x="22" y="37"/>
                    <a:pt x="22" y="38"/>
                    <a:pt x="20" y="36"/>
                  </a:cubicBezTo>
                  <a:cubicBezTo>
                    <a:pt x="20" y="36"/>
                    <a:pt x="17" y="35"/>
                    <a:pt x="20" y="39"/>
                  </a:cubicBezTo>
                  <a:cubicBezTo>
                    <a:pt x="20" y="39"/>
                    <a:pt x="24" y="45"/>
                    <a:pt x="22" y="44"/>
                  </a:cubicBezTo>
                  <a:cubicBezTo>
                    <a:pt x="22" y="44"/>
                    <a:pt x="19" y="43"/>
                    <a:pt x="15" y="37"/>
                  </a:cubicBezTo>
                  <a:cubicBezTo>
                    <a:pt x="15" y="37"/>
                    <a:pt x="10" y="29"/>
                    <a:pt x="9" y="21"/>
                  </a:cubicBezTo>
                  <a:cubicBezTo>
                    <a:pt x="9" y="21"/>
                    <a:pt x="5" y="11"/>
                    <a:pt x="4" y="10"/>
                  </a:cubicBezTo>
                  <a:cubicBezTo>
                    <a:pt x="4" y="10"/>
                    <a:pt x="2" y="9"/>
                    <a:pt x="2" y="5"/>
                  </a:cubicBezTo>
                  <a:close/>
                </a:path>
              </a:pathLst>
            </a:custGeom>
            <a:solidFill>
              <a:srgbClr val="8269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67" name="Freeform 1031"/>
            <p:cNvSpPr>
              <a:spLocks/>
            </p:cNvSpPr>
            <p:nvPr/>
          </p:nvSpPr>
          <p:spPr bwMode="auto">
            <a:xfrm>
              <a:off x="20429" y="3725"/>
              <a:ext cx="67" cy="85"/>
            </a:xfrm>
            <a:custGeom>
              <a:avLst/>
              <a:gdLst>
                <a:gd name="T0" fmla="*/ 1061 w 12"/>
                <a:gd name="T1" fmla="*/ 1830 h 15"/>
                <a:gd name="T2" fmla="*/ 0 w 12"/>
                <a:gd name="T3" fmla="*/ 193 h 15"/>
                <a:gd name="T4" fmla="*/ 341 w 12"/>
                <a:gd name="T5" fmla="*/ 544 h 15"/>
                <a:gd name="T6" fmla="*/ 1061 w 12"/>
                <a:gd name="T7" fmla="*/ 183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5">
                  <a:moveTo>
                    <a:pt x="6" y="10"/>
                  </a:moveTo>
                  <a:cubicBezTo>
                    <a:pt x="6" y="10"/>
                    <a:pt x="0" y="3"/>
                    <a:pt x="0" y="1"/>
                  </a:cubicBezTo>
                  <a:cubicBezTo>
                    <a:pt x="0" y="1"/>
                    <a:pt x="0" y="0"/>
                    <a:pt x="2" y="3"/>
                  </a:cubicBezTo>
                  <a:cubicBezTo>
                    <a:pt x="2" y="3"/>
                    <a:pt x="12" y="15"/>
                    <a:pt x="6" y="10"/>
                  </a:cubicBezTo>
                  <a:close/>
                </a:path>
              </a:pathLst>
            </a:custGeom>
            <a:solidFill>
              <a:srgbClr val="574E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68" name="Freeform 1032"/>
            <p:cNvSpPr>
              <a:spLocks/>
            </p:cNvSpPr>
            <p:nvPr/>
          </p:nvSpPr>
          <p:spPr bwMode="auto">
            <a:xfrm>
              <a:off x="20417" y="3731"/>
              <a:ext cx="68" cy="102"/>
            </a:xfrm>
            <a:custGeom>
              <a:avLst/>
              <a:gdLst>
                <a:gd name="T0" fmla="*/ 193 w 12"/>
                <a:gd name="T1" fmla="*/ 737 h 18"/>
                <a:gd name="T2" fmla="*/ 1830 w 12"/>
                <a:gd name="T3" fmla="*/ 3083 h 18"/>
                <a:gd name="T4" fmla="*/ 1830 w 12"/>
                <a:gd name="T5" fmla="*/ 2731 h 18"/>
                <a:gd name="T6" fmla="*/ 193 w 12"/>
                <a:gd name="T7" fmla="*/ 737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8">
                  <a:moveTo>
                    <a:pt x="1" y="4"/>
                  </a:moveTo>
                  <a:cubicBezTo>
                    <a:pt x="1" y="4"/>
                    <a:pt x="7" y="16"/>
                    <a:pt x="10" y="17"/>
                  </a:cubicBezTo>
                  <a:cubicBezTo>
                    <a:pt x="10" y="17"/>
                    <a:pt x="12" y="18"/>
                    <a:pt x="10" y="15"/>
                  </a:cubicBezTo>
                  <a:cubicBezTo>
                    <a:pt x="10" y="15"/>
                    <a:pt x="0" y="0"/>
                    <a:pt x="1" y="4"/>
                  </a:cubicBezTo>
                  <a:close/>
                </a:path>
              </a:pathLst>
            </a:custGeom>
            <a:solidFill>
              <a:srgbClr val="574E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69" name="Freeform 1033"/>
            <p:cNvSpPr>
              <a:spLocks/>
            </p:cNvSpPr>
            <p:nvPr/>
          </p:nvSpPr>
          <p:spPr bwMode="auto">
            <a:xfrm>
              <a:off x="20372" y="3607"/>
              <a:ext cx="57" cy="113"/>
            </a:xfrm>
            <a:custGeom>
              <a:avLst/>
              <a:gdLst>
                <a:gd name="T0" fmla="*/ 0 w 10"/>
                <a:gd name="T1" fmla="*/ 0 h 20"/>
                <a:gd name="T2" fmla="*/ 553 w 10"/>
                <a:gd name="T3" fmla="*/ 0 h 20"/>
                <a:gd name="T4" fmla="*/ 1493 w 10"/>
                <a:gd name="T5" fmla="*/ 2712 h 20"/>
                <a:gd name="T6" fmla="*/ 1853 w 10"/>
                <a:gd name="T7" fmla="*/ 3418 h 20"/>
                <a:gd name="T8" fmla="*/ 1493 w 10"/>
                <a:gd name="T9" fmla="*/ 3254 h 20"/>
                <a:gd name="T10" fmla="*/ 747 w 10"/>
                <a:gd name="T11" fmla="*/ 1085 h 20"/>
                <a:gd name="T12" fmla="*/ 359 w 10"/>
                <a:gd name="T13" fmla="*/ 542 h 20"/>
                <a:gd name="T14" fmla="*/ 0 w 10"/>
                <a:gd name="T15" fmla="*/ 0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20">
                  <a:moveTo>
                    <a:pt x="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5" y="11"/>
                    <a:pt x="8" y="15"/>
                  </a:cubicBezTo>
                  <a:cubicBezTo>
                    <a:pt x="8" y="15"/>
                    <a:pt x="10" y="17"/>
                    <a:pt x="10" y="19"/>
                  </a:cubicBezTo>
                  <a:cubicBezTo>
                    <a:pt x="10" y="19"/>
                    <a:pt x="9" y="20"/>
                    <a:pt x="8" y="18"/>
                  </a:cubicBezTo>
                  <a:cubicBezTo>
                    <a:pt x="8" y="18"/>
                    <a:pt x="5" y="10"/>
                    <a:pt x="4" y="6"/>
                  </a:cubicBezTo>
                  <a:cubicBezTo>
                    <a:pt x="4" y="6"/>
                    <a:pt x="4" y="3"/>
                    <a:pt x="2" y="3"/>
                  </a:cubicBezTo>
                  <a:cubicBezTo>
                    <a:pt x="2" y="3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574E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70" name="Freeform 1034"/>
            <p:cNvSpPr>
              <a:spLocks/>
            </p:cNvSpPr>
            <p:nvPr/>
          </p:nvSpPr>
          <p:spPr bwMode="auto">
            <a:xfrm>
              <a:off x="20429" y="3720"/>
              <a:ext cx="50" cy="73"/>
            </a:xfrm>
            <a:custGeom>
              <a:avLst/>
              <a:gdLst>
                <a:gd name="T0" fmla="*/ 0 w 9"/>
                <a:gd name="T1" fmla="*/ 0 h 13"/>
                <a:gd name="T2" fmla="*/ 1356 w 9"/>
                <a:gd name="T3" fmla="*/ 1763 h 13"/>
                <a:gd name="T4" fmla="*/ 1206 w 9"/>
                <a:gd name="T5" fmla="*/ 1954 h 13"/>
                <a:gd name="T6" fmla="*/ 0 w 9"/>
                <a:gd name="T7" fmla="*/ 348 h 13"/>
                <a:gd name="T8" fmla="*/ 0 w 9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3">
                  <a:moveTo>
                    <a:pt x="0" y="0"/>
                  </a:moveTo>
                  <a:cubicBezTo>
                    <a:pt x="0" y="0"/>
                    <a:pt x="8" y="8"/>
                    <a:pt x="8" y="10"/>
                  </a:cubicBezTo>
                  <a:cubicBezTo>
                    <a:pt x="8" y="10"/>
                    <a:pt x="9" y="13"/>
                    <a:pt x="7" y="11"/>
                  </a:cubicBezTo>
                  <a:cubicBezTo>
                    <a:pt x="7" y="11"/>
                    <a:pt x="4" y="6"/>
                    <a:pt x="0" y="2"/>
                  </a:cubicBezTo>
                  <a:cubicBezTo>
                    <a:pt x="0" y="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71" name="Freeform 1035"/>
            <p:cNvSpPr>
              <a:spLocks/>
            </p:cNvSpPr>
            <p:nvPr/>
          </p:nvSpPr>
          <p:spPr bwMode="auto">
            <a:xfrm>
              <a:off x="20378" y="3624"/>
              <a:ext cx="51" cy="130"/>
            </a:xfrm>
            <a:custGeom>
              <a:avLst/>
              <a:gdLst>
                <a:gd name="T0" fmla="*/ 193 w 9"/>
                <a:gd name="T1" fmla="*/ 543 h 23"/>
                <a:gd name="T2" fmla="*/ 1094 w 9"/>
                <a:gd name="T3" fmla="*/ 3069 h 23"/>
                <a:gd name="T4" fmla="*/ 1445 w 9"/>
                <a:gd name="T5" fmla="*/ 3420 h 23"/>
                <a:gd name="T6" fmla="*/ 544 w 9"/>
                <a:gd name="T7" fmla="*/ 543 h 23"/>
                <a:gd name="T8" fmla="*/ 193 w 9"/>
                <a:gd name="T9" fmla="*/ 543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23">
                  <a:moveTo>
                    <a:pt x="1" y="3"/>
                  </a:moveTo>
                  <a:cubicBezTo>
                    <a:pt x="1" y="3"/>
                    <a:pt x="5" y="13"/>
                    <a:pt x="6" y="17"/>
                  </a:cubicBezTo>
                  <a:cubicBezTo>
                    <a:pt x="6" y="17"/>
                    <a:pt x="9" y="23"/>
                    <a:pt x="8" y="19"/>
                  </a:cubicBezTo>
                  <a:cubicBezTo>
                    <a:pt x="8" y="19"/>
                    <a:pt x="4" y="10"/>
                    <a:pt x="3" y="3"/>
                  </a:cubicBezTo>
                  <a:cubicBezTo>
                    <a:pt x="3" y="3"/>
                    <a:pt x="0" y="0"/>
                    <a:pt x="1" y="3"/>
                  </a:cubicBezTo>
                  <a:close/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72" name="Freeform 1036"/>
            <p:cNvSpPr>
              <a:spLocks/>
            </p:cNvSpPr>
            <p:nvPr/>
          </p:nvSpPr>
          <p:spPr bwMode="auto">
            <a:xfrm>
              <a:off x="20429" y="3742"/>
              <a:ext cx="56" cy="79"/>
            </a:xfrm>
            <a:custGeom>
              <a:avLst/>
              <a:gdLst>
                <a:gd name="T0" fmla="*/ 190 w 10"/>
                <a:gd name="T1" fmla="*/ 542 h 14"/>
                <a:gd name="T2" fmla="*/ 1568 w 10"/>
                <a:gd name="T3" fmla="*/ 2517 h 14"/>
                <a:gd name="T4" fmla="*/ 1411 w 10"/>
                <a:gd name="T5" fmla="*/ 2325 h 14"/>
                <a:gd name="T6" fmla="*/ 190 w 10"/>
                <a:gd name="T7" fmla="*/ 542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1" y="3"/>
                  </a:moveTo>
                  <a:cubicBezTo>
                    <a:pt x="1" y="3"/>
                    <a:pt x="6" y="11"/>
                    <a:pt x="9" y="14"/>
                  </a:cubicBezTo>
                  <a:cubicBezTo>
                    <a:pt x="9" y="14"/>
                    <a:pt x="10" y="14"/>
                    <a:pt x="8" y="13"/>
                  </a:cubicBezTo>
                  <a:cubicBezTo>
                    <a:pt x="8" y="13"/>
                    <a:pt x="0" y="0"/>
                    <a:pt x="1" y="3"/>
                  </a:cubicBezTo>
                  <a:close/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73" name="Freeform 1037"/>
            <p:cNvSpPr>
              <a:spLocks/>
            </p:cNvSpPr>
            <p:nvPr/>
          </p:nvSpPr>
          <p:spPr bwMode="auto">
            <a:xfrm>
              <a:off x="20508" y="3669"/>
              <a:ext cx="90" cy="51"/>
            </a:xfrm>
            <a:custGeom>
              <a:avLst/>
              <a:gdLst>
                <a:gd name="T0" fmla="*/ 191 w 16"/>
                <a:gd name="T1" fmla="*/ 193 h 9"/>
                <a:gd name="T2" fmla="*/ 1423 w 16"/>
                <a:gd name="T3" fmla="*/ 1094 h 9"/>
                <a:gd name="T4" fmla="*/ 2154 w 16"/>
                <a:gd name="T5" fmla="*/ 1445 h 9"/>
                <a:gd name="T6" fmla="*/ 2661 w 16"/>
                <a:gd name="T7" fmla="*/ 1445 h 9"/>
                <a:gd name="T8" fmla="*/ 2312 w 16"/>
                <a:gd name="T9" fmla="*/ 1286 h 9"/>
                <a:gd name="T10" fmla="*/ 2154 w 16"/>
                <a:gd name="T11" fmla="*/ 901 h 9"/>
                <a:gd name="T12" fmla="*/ 1423 w 16"/>
                <a:gd name="T13" fmla="*/ 544 h 9"/>
                <a:gd name="T14" fmla="*/ 0 w 16"/>
                <a:gd name="T15" fmla="*/ 0 h 9"/>
                <a:gd name="T16" fmla="*/ 0 w 16"/>
                <a:gd name="T17" fmla="*/ 193 h 9"/>
                <a:gd name="T18" fmla="*/ 191 w 16"/>
                <a:gd name="T19" fmla="*/ 193 h 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" h="9">
                  <a:moveTo>
                    <a:pt x="1" y="1"/>
                  </a:moveTo>
                  <a:cubicBezTo>
                    <a:pt x="3" y="3"/>
                    <a:pt x="6" y="4"/>
                    <a:pt x="8" y="6"/>
                  </a:cubicBezTo>
                  <a:cubicBezTo>
                    <a:pt x="10" y="6"/>
                    <a:pt x="11" y="7"/>
                    <a:pt x="12" y="8"/>
                  </a:cubicBezTo>
                  <a:cubicBezTo>
                    <a:pt x="13" y="8"/>
                    <a:pt x="16" y="9"/>
                    <a:pt x="15" y="8"/>
                  </a:cubicBezTo>
                  <a:cubicBezTo>
                    <a:pt x="15" y="7"/>
                    <a:pt x="14" y="7"/>
                    <a:pt x="13" y="7"/>
                  </a:cubicBezTo>
                  <a:cubicBezTo>
                    <a:pt x="13" y="6"/>
                    <a:pt x="12" y="6"/>
                    <a:pt x="12" y="5"/>
                  </a:cubicBezTo>
                  <a:cubicBezTo>
                    <a:pt x="11" y="4"/>
                    <a:pt x="9" y="4"/>
                    <a:pt x="8" y="3"/>
                  </a:cubicBezTo>
                  <a:cubicBezTo>
                    <a:pt x="6" y="2"/>
                    <a:pt x="2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74" name="Freeform 1038"/>
            <p:cNvSpPr>
              <a:spLocks/>
            </p:cNvSpPr>
            <p:nvPr/>
          </p:nvSpPr>
          <p:spPr bwMode="auto">
            <a:xfrm>
              <a:off x="20260" y="3618"/>
              <a:ext cx="39" cy="85"/>
            </a:xfrm>
            <a:custGeom>
              <a:avLst/>
              <a:gdLst>
                <a:gd name="T0" fmla="*/ 1209 w 7"/>
                <a:gd name="T1" fmla="*/ 193 h 15"/>
                <a:gd name="T2" fmla="*/ 685 w 7"/>
                <a:gd name="T3" fmla="*/ 1638 h 15"/>
                <a:gd name="T4" fmla="*/ 184 w 7"/>
                <a:gd name="T5" fmla="*/ 2731 h 15"/>
                <a:gd name="T6" fmla="*/ 184 w 7"/>
                <a:gd name="T7" fmla="*/ 1989 h 15"/>
                <a:gd name="T8" fmla="*/ 685 w 7"/>
                <a:gd name="T9" fmla="*/ 1286 h 15"/>
                <a:gd name="T10" fmla="*/ 1209 w 7"/>
                <a:gd name="T11" fmla="*/ 0 h 15"/>
                <a:gd name="T12" fmla="*/ 1209 w 7"/>
                <a:gd name="T13" fmla="*/ 193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15">
                  <a:moveTo>
                    <a:pt x="7" y="1"/>
                  </a:moveTo>
                  <a:cubicBezTo>
                    <a:pt x="6" y="4"/>
                    <a:pt x="5" y="7"/>
                    <a:pt x="4" y="9"/>
                  </a:cubicBezTo>
                  <a:cubicBezTo>
                    <a:pt x="4" y="11"/>
                    <a:pt x="3" y="15"/>
                    <a:pt x="1" y="15"/>
                  </a:cubicBezTo>
                  <a:cubicBezTo>
                    <a:pt x="1" y="13"/>
                    <a:pt x="0" y="13"/>
                    <a:pt x="1" y="11"/>
                  </a:cubicBezTo>
                  <a:cubicBezTo>
                    <a:pt x="2" y="10"/>
                    <a:pt x="3" y="8"/>
                    <a:pt x="4" y="7"/>
                  </a:cubicBezTo>
                  <a:cubicBezTo>
                    <a:pt x="4" y="5"/>
                    <a:pt x="6" y="0"/>
                    <a:pt x="7" y="0"/>
                  </a:cubicBezTo>
                  <a:cubicBezTo>
                    <a:pt x="7" y="0"/>
                    <a:pt x="7" y="1"/>
                    <a:pt x="7" y="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75" name="Freeform 1039"/>
            <p:cNvSpPr>
              <a:spLocks/>
            </p:cNvSpPr>
            <p:nvPr/>
          </p:nvSpPr>
          <p:spPr bwMode="auto">
            <a:xfrm>
              <a:off x="20885" y="2756"/>
              <a:ext cx="468" cy="231"/>
            </a:xfrm>
            <a:custGeom>
              <a:avLst/>
              <a:gdLst>
                <a:gd name="T0" fmla="*/ 891 w 83"/>
                <a:gd name="T1" fmla="*/ 6795 h 41"/>
                <a:gd name="T2" fmla="*/ 2509 w 83"/>
                <a:gd name="T3" fmla="*/ 5905 h 41"/>
                <a:gd name="T4" fmla="*/ 6264 w 83"/>
                <a:gd name="T5" fmla="*/ 4124 h 41"/>
                <a:gd name="T6" fmla="*/ 10048 w 83"/>
                <a:gd name="T7" fmla="*/ 2158 h 41"/>
                <a:gd name="T8" fmla="*/ 14147 w 83"/>
                <a:gd name="T9" fmla="*/ 0 h 41"/>
                <a:gd name="T10" fmla="*/ 13448 w 83"/>
                <a:gd name="T11" fmla="*/ 1082 h 41"/>
                <a:gd name="T12" fmla="*/ 10747 w 83"/>
                <a:gd name="T13" fmla="*/ 2699 h 41"/>
                <a:gd name="T14" fmla="*/ 9856 w 83"/>
                <a:gd name="T15" fmla="*/ 3206 h 41"/>
                <a:gd name="T16" fmla="*/ 11830 w 83"/>
                <a:gd name="T17" fmla="*/ 2857 h 41"/>
                <a:gd name="T18" fmla="*/ 9315 w 83"/>
                <a:gd name="T19" fmla="*/ 3938 h 41"/>
                <a:gd name="T20" fmla="*/ 6264 w 83"/>
                <a:gd name="T21" fmla="*/ 4474 h 41"/>
                <a:gd name="T22" fmla="*/ 3208 w 83"/>
                <a:gd name="T23" fmla="*/ 5905 h 41"/>
                <a:gd name="T24" fmla="*/ 891 w 83"/>
                <a:gd name="T25" fmla="*/ 6795 h 4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3" h="41">
                  <a:moveTo>
                    <a:pt x="5" y="38"/>
                  </a:moveTo>
                  <a:cubicBezTo>
                    <a:pt x="5" y="38"/>
                    <a:pt x="7" y="35"/>
                    <a:pt x="14" y="33"/>
                  </a:cubicBezTo>
                  <a:cubicBezTo>
                    <a:pt x="14" y="33"/>
                    <a:pt x="32" y="25"/>
                    <a:pt x="35" y="23"/>
                  </a:cubicBezTo>
                  <a:cubicBezTo>
                    <a:pt x="35" y="23"/>
                    <a:pt x="50" y="14"/>
                    <a:pt x="56" y="12"/>
                  </a:cubicBezTo>
                  <a:cubicBezTo>
                    <a:pt x="56" y="12"/>
                    <a:pt x="69" y="3"/>
                    <a:pt x="79" y="0"/>
                  </a:cubicBezTo>
                  <a:cubicBezTo>
                    <a:pt x="79" y="0"/>
                    <a:pt x="83" y="2"/>
                    <a:pt x="75" y="6"/>
                  </a:cubicBezTo>
                  <a:cubicBezTo>
                    <a:pt x="75" y="6"/>
                    <a:pt x="65" y="15"/>
                    <a:pt x="60" y="15"/>
                  </a:cubicBezTo>
                  <a:cubicBezTo>
                    <a:pt x="60" y="15"/>
                    <a:pt x="49" y="20"/>
                    <a:pt x="55" y="18"/>
                  </a:cubicBezTo>
                  <a:cubicBezTo>
                    <a:pt x="55" y="18"/>
                    <a:pt x="74" y="11"/>
                    <a:pt x="66" y="16"/>
                  </a:cubicBezTo>
                  <a:cubicBezTo>
                    <a:pt x="66" y="16"/>
                    <a:pt x="58" y="23"/>
                    <a:pt x="52" y="22"/>
                  </a:cubicBezTo>
                  <a:cubicBezTo>
                    <a:pt x="52" y="22"/>
                    <a:pt x="41" y="23"/>
                    <a:pt x="35" y="25"/>
                  </a:cubicBezTo>
                  <a:cubicBezTo>
                    <a:pt x="35" y="25"/>
                    <a:pt x="23" y="30"/>
                    <a:pt x="18" y="33"/>
                  </a:cubicBezTo>
                  <a:cubicBezTo>
                    <a:pt x="18" y="33"/>
                    <a:pt x="0" y="41"/>
                    <a:pt x="5" y="38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76" name="Freeform 1040"/>
            <p:cNvSpPr>
              <a:spLocks/>
            </p:cNvSpPr>
            <p:nvPr/>
          </p:nvSpPr>
          <p:spPr bwMode="auto">
            <a:xfrm>
              <a:off x="20947" y="2902"/>
              <a:ext cx="322" cy="79"/>
            </a:xfrm>
            <a:custGeom>
              <a:avLst/>
              <a:gdLst>
                <a:gd name="T0" fmla="*/ 1277 w 57"/>
                <a:gd name="T1" fmla="*/ 2325 h 14"/>
                <a:gd name="T2" fmla="*/ 3412 w 57"/>
                <a:gd name="T3" fmla="*/ 1975 h 14"/>
                <a:gd name="T4" fmla="*/ 4502 w 57"/>
                <a:gd name="T5" fmla="*/ 1625 h 14"/>
                <a:gd name="T6" fmla="*/ 8299 w 57"/>
                <a:gd name="T7" fmla="*/ 892 h 14"/>
                <a:gd name="T8" fmla="*/ 8999 w 57"/>
                <a:gd name="T9" fmla="*/ 192 h 14"/>
                <a:gd name="T10" fmla="*/ 5395 w 57"/>
                <a:gd name="T11" fmla="*/ 1275 h 14"/>
                <a:gd name="T12" fmla="*/ 2327 w 57"/>
                <a:gd name="T13" fmla="*/ 1975 h 14"/>
                <a:gd name="T14" fmla="*/ 1277 w 57"/>
                <a:gd name="T15" fmla="*/ 2325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14">
                  <a:moveTo>
                    <a:pt x="7" y="13"/>
                  </a:moveTo>
                  <a:cubicBezTo>
                    <a:pt x="7" y="13"/>
                    <a:pt x="16" y="12"/>
                    <a:pt x="19" y="11"/>
                  </a:cubicBezTo>
                  <a:cubicBezTo>
                    <a:pt x="19" y="11"/>
                    <a:pt x="23" y="9"/>
                    <a:pt x="25" y="9"/>
                  </a:cubicBezTo>
                  <a:cubicBezTo>
                    <a:pt x="25" y="9"/>
                    <a:pt x="41" y="7"/>
                    <a:pt x="46" y="5"/>
                  </a:cubicBezTo>
                  <a:cubicBezTo>
                    <a:pt x="46" y="5"/>
                    <a:pt x="57" y="0"/>
                    <a:pt x="50" y="1"/>
                  </a:cubicBezTo>
                  <a:cubicBezTo>
                    <a:pt x="49" y="2"/>
                    <a:pt x="33" y="6"/>
                    <a:pt x="30" y="7"/>
                  </a:cubicBezTo>
                  <a:cubicBezTo>
                    <a:pt x="30" y="7"/>
                    <a:pt x="19" y="9"/>
                    <a:pt x="13" y="11"/>
                  </a:cubicBezTo>
                  <a:cubicBezTo>
                    <a:pt x="12" y="11"/>
                    <a:pt x="0" y="14"/>
                    <a:pt x="7" y="13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77" name="Freeform 1041"/>
            <p:cNvSpPr>
              <a:spLocks/>
            </p:cNvSpPr>
            <p:nvPr/>
          </p:nvSpPr>
          <p:spPr bwMode="auto">
            <a:xfrm>
              <a:off x="21071" y="2840"/>
              <a:ext cx="282" cy="85"/>
            </a:xfrm>
            <a:custGeom>
              <a:avLst/>
              <a:gdLst>
                <a:gd name="T0" fmla="*/ 1083 w 50"/>
                <a:gd name="T1" fmla="*/ 2539 h 15"/>
                <a:gd name="T2" fmla="*/ 3593 w 50"/>
                <a:gd name="T3" fmla="*/ 1989 h 15"/>
                <a:gd name="T4" fmla="*/ 5725 w 50"/>
                <a:gd name="T5" fmla="*/ 1286 h 15"/>
                <a:gd name="T6" fmla="*/ 7732 w 50"/>
                <a:gd name="T7" fmla="*/ 544 h 15"/>
                <a:gd name="T8" fmla="*/ 7191 w 50"/>
                <a:gd name="T9" fmla="*/ 351 h 15"/>
                <a:gd name="T10" fmla="*/ 3401 w 50"/>
                <a:gd name="T11" fmla="*/ 1830 h 15"/>
                <a:gd name="T12" fmla="*/ 1083 w 50"/>
                <a:gd name="T13" fmla="*/ 2539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15">
                  <a:moveTo>
                    <a:pt x="6" y="14"/>
                  </a:moveTo>
                  <a:cubicBezTo>
                    <a:pt x="6" y="14"/>
                    <a:pt x="15" y="13"/>
                    <a:pt x="20" y="11"/>
                  </a:cubicBezTo>
                  <a:cubicBezTo>
                    <a:pt x="20" y="11"/>
                    <a:pt x="28" y="7"/>
                    <a:pt x="32" y="7"/>
                  </a:cubicBezTo>
                  <a:cubicBezTo>
                    <a:pt x="32" y="7"/>
                    <a:pt x="41" y="6"/>
                    <a:pt x="43" y="3"/>
                  </a:cubicBezTo>
                  <a:cubicBezTo>
                    <a:pt x="43" y="3"/>
                    <a:pt x="50" y="0"/>
                    <a:pt x="40" y="2"/>
                  </a:cubicBezTo>
                  <a:cubicBezTo>
                    <a:pt x="40" y="2"/>
                    <a:pt x="31" y="4"/>
                    <a:pt x="19" y="10"/>
                  </a:cubicBezTo>
                  <a:cubicBezTo>
                    <a:pt x="19" y="10"/>
                    <a:pt x="0" y="15"/>
                    <a:pt x="6" y="14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78" name="Freeform 1042"/>
            <p:cNvSpPr>
              <a:spLocks/>
            </p:cNvSpPr>
            <p:nvPr/>
          </p:nvSpPr>
          <p:spPr bwMode="auto">
            <a:xfrm>
              <a:off x="20857" y="3015"/>
              <a:ext cx="175" cy="40"/>
            </a:xfrm>
            <a:custGeom>
              <a:avLst/>
              <a:gdLst>
                <a:gd name="T0" fmla="*/ 1084 w 31"/>
                <a:gd name="T1" fmla="*/ 554 h 7"/>
                <a:gd name="T2" fmla="*/ 5035 w 31"/>
                <a:gd name="T3" fmla="*/ 949 h 7"/>
                <a:gd name="T4" fmla="*/ 2518 w 31"/>
                <a:gd name="T5" fmla="*/ 360 h 7"/>
                <a:gd name="T6" fmla="*/ 1084 w 31"/>
                <a:gd name="T7" fmla="*/ 554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7">
                  <a:moveTo>
                    <a:pt x="6" y="3"/>
                  </a:moveTo>
                  <a:cubicBezTo>
                    <a:pt x="6" y="3"/>
                    <a:pt x="31" y="7"/>
                    <a:pt x="28" y="5"/>
                  </a:cubicBezTo>
                  <a:cubicBezTo>
                    <a:pt x="28" y="5"/>
                    <a:pt x="24" y="4"/>
                    <a:pt x="14" y="2"/>
                  </a:cubicBezTo>
                  <a:cubicBezTo>
                    <a:pt x="14" y="2"/>
                    <a:pt x="0" y="0"/>
                    <a:pt x="6" y="3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79" name="Freeform 1043"/>
            <p:cNvSpPr>
              <a:spLocks/>
            </p:cNvSpPr>
            <p:nvPr/>
          </p:nvSpPr>
          <p:spPr bwMode="auto">
            <a:xfrm>
              <a:off x="20891" y="3004"/>
              <a:ext cx="186" cy="17"/>
            </a:xfrm>
            <a:custGeom>
              <a:avLst/>
              <a:gdLst>
                <a:gd name="T0" fmla="*/ 1082 w 33"/>
                <a:gd name="T1" fmla="*/ 193 h 3"/>
                <a:gd name="T2" fmla="*/ 5180 w 33"/>
                <a:gd name="T3" fmla="*/ 351 h 3"/>
                <a:gd name="T4" fmla="*/ 4830 w 33"/>
                <a:gd name="T5" fmla="*/ 0 h 3"/>
                <a:gd name="T6" fmla="*/ 1082 w 33"/>
                <a:gd name="T7" fmla="*/ 193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3">
                  <a:moveTo>
                    <a:pt x="6" y="1"/>
                  </a:moveTo>
                  <a:cubicBezTo>
                    <a:pt x="6" y="1"/>
                    <a:pt x="26" y="3"/>
                    <a:pt x="29" y="2"/>
                  </a:cubicBezTo>
                  <a:cubicBezTo>
                    <a:pt x="29" y="2"/>
                    <a:pt x="33" y="0"/>
                    <a:pt x="27" y="0"/>
                  </a:cubicBezTo>
                  <a:cubicBezTo>
                    <a:pt x="27" y="0"/>
                    <a:pt x="0" y="1"/>
                    <a:pt x="6" y="1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80" name="Freeform 1044"/>
            <p:cNvSpPr>
              <a:spLocks/>
            </p:cNvSpPr>
            <p:nvPr/>
          </p:nvSpPr>
          <p:spPr bwMode="auto">
            <a:xfrm>
              <a:off x="20778" y="3100"/>
              <a:ext cx="85" cy="56"/>
            </a:xfrm>
            <a:custGeom>
              <a:avLst/>
              <a:gdLst>
                <a:gd name="T0" fmla="*/ 351 w 15"/>
                <a:gd name="T1" fmla="*/ 347 h 10"/>
                <a:gd name="T2" fmla="*/ 2539 w 15"/>
                <a:gd name="T3" fmla="*/ 1758 h 10"/>
                <a:gd name="T4" fmla="*/ 1989 w 15"/>
                <a:gd name="T5" fmla="*/ 1411 h 10"/>
                <a:gd name="T6" fmla="*/ 351 w 15"/>
                <a:gd name="T7" fmla="*/ 347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0">
                  <a:moveTo>
                    <a:pt x="2" y="2"/>
                  </a:moveTo>
                  <a:cubicBezTo>
                    <a:pt x="2" y="2"/>
                    <a:pt x="9" y="10"/>
                    <a:pt x="14" y="10"/>
                  </a:cubicBezTo>
                  <a:cubicBezTo>
                    <a:pt x="14" y="10"/>
                    <a:pt x="15" y="10"/>
                    <a:pt x="11" y="8"/>
                  </a:cubicBezTo>
                  <a:cubicBezTo>
                    <a:pt x="11" y="8"/>
                    <a:pt x="0" y="0"/>
                    <a:pt x="2" y="2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81" name="Freeform 1045"/>
            <p:cNvSpPr>
              <a:spLocks/>
            </p:cNvSpPr>
            <p:nvPr/>
          </p:nvSpPr>
          <p:spPr bwMode="auto">
            <a:xfrm>
              <a:off x="20801" y="3077"/>
              <a:ext cx="101" cy="57"/>
            </a:xfrm>
            <a:custGeom>
              <a:avLst/>
              <a:gdLst>
                <a:gd name="T0" fmla="*/ 881 w 18"/>
                <a:gd name="T1" fmla="*/ 553 h 10"/>
                <a:gd name="T2" fmla="*/ 2486 w 18"/>
                <a:gd name="T3" fmla="*/ 1659 h 10"/>
                <a:gd name="T4" fmla="*/ 2834 w 18"/>
                <a:gd name="T5" fmla="*/ 1493 h 10"/>
                <a:gd name="T6" fmla="*/ 881 w 18"/>
                <a:gd name="T7" fmla="*/ 553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0">
                  <a:moveTo>
                    <a:pt x="5" y="3"/>
                  </a:moveTo>
                  <a:cubicBezTo>
                    <a:pt x="5" y="3"/>
                    <a:pt x="11" y="8"/>
                    <a:pt x="14" y="9"/>
                  </a:cubicBezTo>
                  <a:cubicBezTo>
                    <a:pt x="14" y="9"/>
                    <a:pt x="18" y="10"/>
                    <a:pt x="16" y="8"/>
                  </a:cubicBezTo>
                  <a:cubicBezTo>
                    <a:pt x="16" y="8"/>
                    <a:pt x="0" y="0"/>
                    <a:pt x="5" y="3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82" name="Freeform 1046"/>
            <p:cNvSpPr>
              <a:spLocks/>
            </p:cNvSpPr>
            <p:nvPr/>
          </p:nvSpPr>
          <p:spPr bwMode="auto">
            <a:xfrm>
              <a:off x="20840" y="3038"/>
              <a:ext cx="113" cy="62"/>
            </a:xfrm>
            <a:custGeom>
              <a:avLst/>
              <a:gdLst>
                <a:gd name="T0" fmla="*/ 350 w 20"/>
                <a:gd name="T1" fmla="*/ 541 h 11"/>
                <a:gd name="T2" fmla="*/ 2712 w 20"/>
                <a:gd name="T3" fmla="*/ 1432 h 11"/>
                <a:gd name="T4" fmla="*/ 3062 w 20"/>
                <a:gd name="T5" fmla="*/ 1240 h 11"/>
                <a:gd name="T6" fmla="*/ 350 w 20"/>
                <a:gd name="T7" fmla="*/ 541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11">
                  <a:moveTo>
                    <a:pt x="2" y="3"/>
                  </a:moveTo>
                  <a:cubicBezTo>
                    <a:pt x="2" y="3"/>
                    <a:pt x="12" y="5"/>
                    <a:pt x="15" y="8"/>
                  </a:cubicBezTo>
                  <a:cubicBezTo>
                    <a:pt x="15" y="8"/>
                    <a:pt x="20" y="11"/>
                    <a:pt x="17" y="7"/>
                  </a:cubicBezTo>
                  <a:cubicBezTo>
                    <a:pt x="17" y="7"/>
                    <a:pt x="0" y="0"/>
                    <a:pt x="2" y="3"/>
                  </a:cubicBezTo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83" name="Freeform 1047"/>
            <p:cNvSpPr>
              <a:spLocks/>
            </p:cNvSpPr>
            <p:nvPr/>
          </p:nvSpPr>
          <p:spPr bwMode="auto">
            <a:xfrm>
              <a:off x="20750" y="3111"/>
              <a:ext cx="73" cy="85"/>
            </a:xfrm>
            <a:custGeom>
              <a:avLst/>
              <a:gdLst>
                <a:gd name="T0" fmla="*/ 348 w 13"/>
                <a:gd name="T1" fmla="*/ 737 h 15"/>
                <a:gd name="T2" fmla="*/ 2111 w 13"/>
                <a:gd name="T3" fmla="*/ 2374 h 15"/>
                <a:gd name="T4" fmla="*/ 1606 w 13"/>
                <a:gd name="T5" fmla="*/ 1638 h 15"/>
                <a:gd name="T6" fmla="*/ 348 w 13"/>
                <a:gd name="T7" fmla="*/ 737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5">
                  <a:moveTo>
                    <a:pt x="2" y="4"/>
                  </a:moveTo>
                  <a:cubicBezTo>
                    <a:pt x="2" y="4"/>
                    <a:pt x="11" y="15"/>
                    <a:pt x="12" y="13"/>
                  </a:cubicBezTo>
                  <a:cubicBezTo>
                    <a:pt x="12" y="13"/>
                    <a:pt x="13" y="13"/>
                    <a:pt x="9" y="9"/>
                  </a:cubicBezTo>
                  <a:cubicBezTo>
                    <a:pt x="9" y="9"/>
                    <a:pt x="0" y="0"/>
                    <a:pt x="2" y="4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84" name="Freeform 1048"/>
            <p:cNvSpPr>
              <a:spLocks/>
            </p:cNvSpPr>
            <p:nvPr/>
          </p:nvSpPr>
          <p:spPr bwMode="auto">
            <a:xfrm>
              <a:off x="20694" y="3173"/>
              <a:ext cx="22" cy="85"/>
            </a:xfrm>
            <a:custGeom>
              <a:avLst/>
              <a:gdLst>
                <a:gd name="T0" fmla="*/ 336 w 4"/>
                <a:gd name="T1" fmla="*/ 0 h 15"/>
                <a:gd name="T2" fmla="*/ 666 w 4"/>
                <a:gd name="T3" fmla="*/ 2374 h 15"/>
                <a:gd name="T4" fmla="*/ 517 w 4"/>
                <a:gd name="T5" fmla="*/ 2182 h 15"/>
                <a:gd name="T6" fmla="*/ 336 w 4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5">
                  <a:moveTo>
                    <a:pt x="2" y="0"/>
                  </a:moveTo>
                  <a:cubicBezTo>
                    <a:pt x="2" y="0"/>
                    <a:pt x="4" y="10"/>
                    <a:pt x="4" y="13"/>
                  </a:cubicBezTo>
                  <a:cubicBezTo>
                    <a:pt x="4" y="13"/>
                    <a:pt x="3" y="15"/>
                    <a:pt x="3" y="12"/>
                  </a:cubicBezTo>
                  <a:cubicBezTo>
                    <a:pt x="3" y="12"/>
                    <a:pt x="0" y="0"/>
                    <a:pt x="2" y="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85" name="Freeform 1049"/>
            <p:cNvSpPr>
              <a:spLocks/>
            </p:cNvSpPr>
            <p:nvPr/>
          </p:nvSpPr>
          <p:spPr bwMode="auto">
            <a:xfrm>
              <a:off x="20716" y="3145"/>
              <a:ext cx="62" cy="90"/>
            </a:xfrm>
            <a:custGeom>
              <a:avLst/>
              <a:gdLst>
                <a:gd name="T0" fmla="*/ 541 w 11"/>
                <a:gd name="T1" fmla="*/ 726 h 16"/>
                <a:gd name="T2" fmla="*/ 1618 w 11"/>
                <a:gd name="T3" fmla="*/ 2312 h 16"/>
                <a:gd name="T4" fmla="*/ 1618 w 11"/>
                <a:gd name="T5" fmla="*/ 1963 h 16"/>
                <a:gd name="T6" fmla="*/ 541 w 11"/>
                <a:gd name="T7" fmla="*/ 726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6">
                  <a:moveTo>
                    <a:pt x="3" y="4"/>
                  </a:moveTo>
                  <a:cubicBezTo>
                    <a:pt x="3" y="4"/>
                    <a:pt x="9" y="16"/>
                    <a:pt x="9" y="13"/>
                  </a:cubicBezTo>
                  <a:cubicBezTo>
                    <a:pt x="9" y="13"/>
                    <a:pt x="11" y="13"/>
                    <a:pt x="9" y="11"/>
                  </a:cubicBezTo>
                  <a:cubicBezTo>
                    <a:pt x="9" y="11"/>
                    <a:pt x="0" y="0"/>
                    <a:pt x="3" y="4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86" name="Freeform 1050"/>
            <p:cNvSpPr>
              <a:spLocks/>
            </p:cNvSpPr>
            <p:nvPr/>
          </p:nvSpPr>
          <p:spPr bwMode="auto">
            <a:xfrm>
              <a:off x="20733" y="3111"/>
              <a:ext cx="62" cy="101"/>
            </a:xfrm>
            <a:custGeom>
              <a:avLst/>
              <a:gdLst>
                <a:gd name="T0" fmla="*/ 891 w 11"/>
                <a:gd name="T1" fmla="*/ 1605 h 18"/>
                <a:gd name="T2" fmla="*/ 1781 w 11"/>
                <a:gd name="T3" fmla="*/ 2643 h 18"/>
                <a:gd name="T4" fmla="*/ 1967 w 11"/>
                <a:gd name="T5" fmla="*/ 2486 h 18"/>
                <a:gd name="T6" fmla="*/ 891 w 11"/>
                <a:gd name="T7" fmla="*/ 160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8">
                  <a:moveTo>
                    <a:pt x="5" y="9"/>
                  </a:moveTo>
                  <a:cubicBezTo>
                    <a:pt x="5" y="9"/>
                    <a:pt x="9" y="18"/>
                    <a:pt x="10" y="15"/>
                  </a:cubicBezTo>
                  <a:cubicBezTo>
                    <a:pt x="10" y="15"/>
                    <a:pt x="11" y="16"/>
                    <a:pt x="11" y="14"/>
                  </a:cubicBezTo>
                  <a:cubicBezTo>
                    <a:pt x="11" y="14"/>
                    <a:pt x="0" y="0"/>
                    <a:pt x="5" y="9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87" name="Freeform 1051"/>
            <p:cNvSpPr>
              <a:spLocks/>
            </p:cNvSpPr>
            <p:nvPr/>
          </p:nvSpPr>
          <p:spPr bwMode="auto">
            <a:xfrm>
              <a:off x="20502" y="3291"/>
              <a:ext cx="28" cy="113"/>
            </a:xfrm>
            <a:custGeom>
              <a:avLst/>
              <a:gdLst>
                <a:gd name="T0" fmla="*/ 0 w 5"/>
                <a:gd name="T1" fmla="*/ 1085 h 20"/>
                <a:gd name="T2" fmla="*/ 689 w 5"/>
                <a:gd name="T3" fmla="*/ 3418 h 20"/>
                <a:gd name="T4" fmla="*/ 689 w 5"/>
                <a:gd name="T5" fmla="*/ 3062 h 20"/>
                <a:gd name="T6" fmla="*/ 879 w 5"/>
                <a:gd name="T7" fmla="*/ 2876 h 20"/>
                <a:gd name="T8" fmla="*/ 0 w 5"/>
                <a:gd name="T9" fmla="*/ 1085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20">
                  <a:moveTo>
                    <a:pt x="0" y="6"/>
                  </a:moveTo>
                  <a:cubicBezTo>
                    <a:pt x="0" y="6"/>
                    <a:pt x="2" y="17"/>
                    <a:pt x="4" y="19"/>
                  </a:cubicBezTo>
                  <a:cubicBezTo>
                    <a:pt x="4" y="19"/>
                    <a:pt x="4" y="20"/>
                    <a:pt x="4" y="17"/>
                  </a:cubicBezTo>
                  <a:cubicBezTo>
                    <a:pt x="4" y="17"/>
                    <a:pt x="5" y="18"/>
                    <a:pt x="5" y="16"/>
                  </a:cubicBezTo>
                  <a:cubicBezTo>
                    <a:pt x="5" y="16"/>
                    <a:pt x="0" y="0"/>
                    <a:pt x="0" y="6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88" name="Freeform 1052"/>
            <p:cNvSpPr>
              <a:spLocks/>
            </p:cNvSpPr>
            <p:nvPr/>
          </p:nvSpPr>
          <p:spPr bwMode="auto">
            <a:xfrm>
              <a:off x="20547" y="3263"/>
              <a:ext cx="23" cy="107"/>
            </a:xfrm>
            <a:custGeom>
              <a:avLst/>
              <a:gdLst>
                <a:gd name="T0" fmla="*/ 0 w 4"/>
                <a:gd name="T1" fmla="*/ 732 h 19"/>
                <a:gd name="T2" fmla="*/ 397 w 4"/>
                <a:gd name="T3" fmla="*/ 3047 h 19"/>
                <a:gd name="T4" fmla="*/ 564 w 4"/>
                <a:gd name="T5" fmla="*/ 2855 h 19"/>
                <a:gd name="T6" fmla="*/ 0 w 4"/>
                <a:gd name="T7" fmla="*/ 732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">
                  <a:moveTo>
                    <a:pt x="0" y="4"/>
                  </a:moveTo>
                  <a:cubicBezTo>
                    <a:pt x="0" y="4"/>
                    <a:pt x="1" y="15"/>
                    <a:pt x="2" y="17"/>
                  </a:cubicBezTo>
                  <a:cubicBezTo>
                    <a:pt x="2" y="17"/>
                    <a:pt x="4" y="19"/>
                    <a:pt x="3" y="16"/>
                  </a:cubicBezTo>
                  <a:cubicBezTo>
                    <a:pt x="3" y="16"/>
                    <a:pt x="0" y="0"/>
                    <a:pt x="0" y="4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89" name="Freeform 1053"/>
            <p:cNvSpPr>
              <a:spLocks/>
            </p:cNvSpPr>
            <p:nvPr/>
          </p:nvSpPr>
          <p:spPr bwMode="auto">
            <a:xfrm>
              <a:off x="20322" y="2948"/>
              <a:ext cx="597" cy="451"/>
            </a:xfrm>
            <a:custGeom>
              <a:avLst/>
              <a:gdLst>
                <a:gd name="T0" fmla="*/ 541 w 106"/>
                <a:gd name="T1" fmla="*/ 10390 h 80"/>
                <a:gd name="T2" fmla="*/ 2157 w 106"/>
                <a:gd name="T3" fmla="*/ 10040 h 80"/>
                <a:gd name="T4" fmla="*/ 5711 w 106"/>
                <a:gd name="T5" fmla="*/ 7881 h 80"/>
                <a:gd name="T6" fmla="*/ 11073 w 106"/>
                <a:gd name="T7" fmla="*/ 4673 h 80"/>
                <a:gd name="T8" fmla="*/ 12498 w 106"/>
                <a:gd name="T9" fmla="*/ 3749 h 80"/>
                <a:gd name="T10" fmla="*/ 12689 w 106"/>
                <a:gd name="T11" fmla="*/ 3749 h 80"/>
                <a:gd name="T12" fmla="*/ 14812 w 106"/>
                <a:gd name="T13" fmla="*/ 2700 h 80"/>
                <a:gd name="T14" fmla="*/ 17319 w 106"/>
                <a:gd name="T15" fmla="*/ 1432 h 80"/>
                <a:gd name="T16" fmla="*/ 18051 w 106"/>
                <a:gd name="T17" fmla="*/ 1082 h 80"/>
                <a:gd name="T18" fmla="*/ 12340 w 106"/>
                <a:gd name="T19" fmla="*/ 6100 h 80"/>
                <a:gd name="T20" fmla="*/ 8752 w 106"/>
                <a:gd name="T21" fmla="*/ 8231 h 80"/>
                <a:gd name="T22" fmla="*/ 6787 w 106"/>
                <a:gd name="T23" fmla="*/ 9663 h 80"/>
                <a:gd name="T24" fmla="*/ 5170 w 106"/>
                <a:gd name="T25" fmla="*/ 11123 h 80"/>
                <a:gd name="T26" fmla="*/ 3396 w 106"/>
                <a:gd name="T27" fmla="*/ 13445 h 80"/>
                <a:gd name="T28" fmla="*/ 1616 w 106"/>
                <a:gd name="T29" fmla="*/ 11472 h 80"/>
                <a:gd name="T30" fmla="*/ 541 w 106"/>
                <a:gd name="T31" fmla="*/ 10390 h 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6" h="80">
                  <a:moveTo>
                    <a:pt x="3" y="58"/>
                  </a:moveTo>
                  <a:cubicBezTo>
                    <a:pt x="3" y="58"/>
                    <a:pt x="10" y="58"/>
                    <a:pt x="12" y="56"/>
                  </a:cubicBezTo>
                  <a:cubicBezTo>
                    <a:pt x="12" y="56"/>
                    <a:pt x="30" y="46"/>
                    <a:pt x="32" y="44"/>
                  </a:cubicBezTo>
                  <a:cubicBezTo>
                    <a:pt x="32" y="44"/>
                    <a:pt x="50" y="31"/>
                    <a:pt x="62" y="26"/>
                  </a:cubicBezTo>
                  <a:cubicBezTo>
                    <a:pt x="62" y="26"/>
                    <a:pt x="68" y="24"/>
                    <a:pt x="70" y="21"/>
                  </a:cubicBezTo>
                  <a:cubicBezTo>
                    <a:pt x="71" y="21"/>
                    <a:pt x="71" y="21"/>
                    <a:pt x="71" y="21"/>
                  </a:cubicBezTo>
                  <a:cubicBezTo>
                    <a:pt x="72" y="18"/>
                    <a:pt x="77" y="17"/>
                    <a:pt x="83" y="15"/>
                  </a:cubicBezTo>
                  <a:cubicBezTo>
                    <a:pt x="83" y="15"/>
                    <a:pt x="95" y="10"/>
                    <a:pt x="97" y="8"/>
                  </a:cubicBezTo>
                  <a:cubicBezTo>
                    <a:pt x="97" y="8"/>
                    <a:pt x="106" y="0"/>
                    <a:pt x="101" y="6"/>
                  </a:cubicBezTo>
                  <a:cubicBezTo>
                    <a:pt x="101" y="6"/>
                    <a:pt x="83" y="27"/>
                    <a:pt x="69" y="34"/>
                  </a:cubicBezTo>
                  <a:cubicBezTo>
                    <a:pt x="69" y="34"/>
                    <a:pt x="57" y="39"/>
                    <a:pt x="49" y="46"/>
                  </a:cubicBezTo>
                  <a:cubicBezTo>
                    <a:pt x="49" y="46"/>
                    <a:pt x="42" y="54"/>
                    <a:pt x="38" y="54"/>
                  </a:cubicBezTo>
                  <a:cubicBezTo>
                    <a:pt x="38" y="54"/>
                    <a:pt x="30" y="58"/>
                    <a:pt x="29" y="62"/>
                  </a:cubicBezTo>
                  <a:cubicBezTo>
                    <a:pt x="29" y="62"/>
                    <a:pt x="22" y="80"/>
                    <a:pt x="19" y="75"/>
                  </a:cubicBezTo>
                  <a:cubicBezTo>
                    <a:pt x="19" y="75"/>
                    <a:pt x="16" y="68"/>
                    <a:pt x="9" y="64"/>
                  </a:cubicBezTo>
                  <a:cubicBezTo>
                    <a:pt x="9" y="64"/>
                    <a:pt x="0" y="58"/>
                    <a:pt x="3" y="58"/>
                  </a:cubicBez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90" name="Freeform 1054"/>
            <p:cNvSpPr>
              <a:spLocks/>
            </p:cNvSpPr>
            <p:nvPr/>
          </p:nvSpPr>
          <p:spPr bwMode="auto">
            <a:xfrm>
              <a:off x="20339" y="3021"/>
              <a:ext cx="462" cy="282"/>
            </a:xfrm>
            <a:custGeom>
              <a:avLst/>
              <a:gdLst>
                <a:gd name="T0" fmla="*/ 541 w 82"/>
                <a:gd name="T1" fmla="*/ 8082 h 50"/>
                <a:gd name="T2" fmla="*/ 890 w 82"/>
                <a:gd name="T3" fmla="*/ 8240 h 50"/>
                <a:gd name="T4" fmla="*/ 1966 w 82"/>
                <a:gd name="T5" fmla="*/ 8432 h 50"/>
                <a:gd name="T6" fmla="*/ 2699 w 82"/>
                <a:gd name="T7" fmla="*/ 8240 h 50"/>
                <a:gd name="T8" fmla="*/ 6603 w 82"/>
                <a:gd name="T9" fmla="*/ 5025 h 50"/>
                <a:gd name="T10" fmla="*/ 8953 w 82"/>
                <a:gd name="T11" fmla="*/ 3942 h 50"/>
                <a:gd name="T12" fmla="*/ 10919 w 82"/>
                <a:gd name="T13" fmla="*/ 2865 h 50"/>
                <a:gd name="T14" fmla="*/ 14666 w 82"/>
                <a:gd name="T15" fmla="*/ 0 h 50"/>
                <a:gd name="T16" fmla="*/ 10378 w 82"/>
                <a:gd name="T17" fmla="*/ 2166 h 50"/>
                <a:gd name="T18" fmla="*/ 3589 w 82"/>
                <a:gd name="T19" fmla="*/ 6458 h 50"/>
                <a:gd name="T20" fmla="*/ 541 w 82"/>
                <a:gd name="T21" fmla="*/ 8082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2" h="50">
                  <a:moveTo>
                    <a:pt x="3" y="45"/>
                  </a:moveTo>
                  <a:cubicBezTo>
                    <a:pt x="3" y="45"/>
                    <a:pt x="0" y="46"/>
                    <a:pt x="5" y="46"/>
                  </a:cubicBezTo>
                  <a:cubicBezTo>
                    <a:pt x="5" y="46"/>
                    <a:pt x="10" y="46"/>
                    <a:pt x="11" y="47"/>
                  </a:cubicBezTo>
                  <a:cubicBezTo>
                    <a:pt x="11" y="47"/>
                    <a:pt x="14" y="50"/>
                    <a:pt x="15" y="46"/>
                  </a:cubicBezTo>
                  <a:cubicBezTo>
                    <a:pt x="15" y="46"/>
                    <a:pt x="28" y="32"/>
                    <a:pt x="37" y="28"/>
                  </a:cubicBezTo>
                  <a:cubicBezTo>
                    <a:pt x="37" y="28"/>
                    <a:pt x="46" y="25"/>
                    <a:pt x="50" y="22"/>
                  </a:cubicBezTo>
                  <a:cubicBezTo>
                    <a:pt x="50" y="22"/>
                    <a:pt x="57" y="18"/>
                    <a:pt x="61" y="16"/>
                  </a:cubicBezTo>
                  <a:cubicBezTo>
                    <a:pt x="61" y="16"/>
                    <a:pt x="81" y="3"/>
                    <a:pt x="82" y="0"/>
                  </a:cubicBezTo>
                  <a:cubicBezTo>
                    <a:pt x="82" y="0"/>
                    <a:pt x="65" y="7"/>
                    <a:pt x="58" y="12"/>
                  </a:cubicBezTo>
                  <a:cubicBezTo>
                    <a:pt x="58" y="12"/>
                    <a:pt x="28" y="27"/>
                    <a:pt x="20" y="36"/>
                  </a:cubicBezTo>
                  <a:cubicBezTo>
                    <a:pt x="20" y="36"/>
                    <a:pt x="5" y="45"/>
                    <a:pt x="3" y="45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91" name="Freeform 1055"/>
            <p:cNvSpPr>
              <a:spLocks/>
            </p:cNvSpPr>
            <p:nvPr/>
          </p:nvSpPr>
          <p:spPr bwMode="auto">
            <a:xfrm>
              <a:off x="20310" y="2970"/>
              <a:ext cx="581" cy="304"/>
            </a:xfrm>
            <a:custGeom>
              <a:avLst/>
              <a:gdLst>
                <a:gd name="T0" fmla="*/ 350 w 103"/>
                <a:gd name="T1" fmla="*/ 9447 h 54"/>
                <a:gd name="T2" fmla="*/ 1974 w 103"/>
                <a:gd name="T3" fmla="*/ 9447 h 54"/>
                <a:gd name="T4" fmla="*/ 4676 w 103"/>
                <a:gd name="T5" fmla="*/ 8017 h 54"/>
                <a:gd name="T6" fmla="*/ 8433 w 103"/>
                <a:gd name="T7" fmla="*/ 5545 h 54"/>
                <a:gd name="T8" fmla="*/ 11834 w 103"/>
                <a:gd name="T9" fmla="*/ 3738 h 54"/>
                <a:gd name="T10" fmla="*/ 12376 w 103"/>
                <a:gd name="T11" fmla="*/ 3389 h 54"/>
                <a:gd name="T12" fmla="*/ 14542 w 103"/>
                <a:gd name="T13" fmla="*/ 2314 h 54"/>
                <a:gd name="T14" fmla="*/ 17943 w 103"/>
                <a:gd name="T15" fmla="*/ 349 h 54"/>
                <a:gd name="T16" fmla="*/ 17594 w 103"/>
                <a:gd name="T17" fmla="*/ 191 h 54"/>
                <a:gd name="T18" fmla="*/ 12917 w 103"/>
                <a:gd name="T19" fmla="*/ 2663 h 54"/>
                <a:gd name="T20" fmla="*/ 11676 w 103"/>
                <a:gd name="T21" fmla="*/ 3389 h 54"/>
                <a:gd name="T22" fmla="*/ 6267 w 103"/>
                <a:gd name="T23" fmla="*/ 6435 h 54"/>
                <a:gd name="T24" fmla="*/ 733 w 103"/>
                <a:gd name="T25" fmla="*/ 9097 h 54"/>
                <a:gd name="T26" fmla="*/ 350 w 103"/>
                <a:gd name="T27" fmla="*/ 9447 h 5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3" h="54">
                  <a:moveTo>
                    <a:pt x="2" y="53"/>
                  </a:moveTo>
                  <a:cubicBezTo>
                    <a:pt x="2" y="53"/>
                    <a:pt x="8" y="54"/>
                    <a:pt x="11" y="53"/>
                  </a:cubicBezTo>
                  <a:cubicBezTo>
                    <a:pt x="11" y="53"/>
                    <a:pt x="21" y="49"/>
                    <a:pt x="26" y="45"/>
                  </a:cubicBezTo>
                  <a:cubicBezTo>
                    <a:pt x="26" y="45"/>
                    <a:pt x="42" y="34"/>
                    <a:pt x="47" y="31"/>
                  </a:cubicBezTo>
                  <a:cubicBezTo>
                    <a:pt x="47" y="31"/>
                    <a:pt x="62" y="21"/>
                    <a:pt x="66" y="21"/>
                  </a:cubicBezTo>
                  <a:cubicBezTo>
                    <a:pt x="66" y="21"/>
                    <a:pt x="68" y="21"/>
                    <a:pt x="69" y="19"/>
                  </a:cubicBezTo>
                  <a:cubicBezTo>
                    <a:pt x="69" y="19"/>
                    <a:pt x="74" y="15"/>
                    <a:pt x="81" y="13"/>
                  </a:cubicBezTo>
                  <a:cubicBezTo>
                    <a:pt x="81" y="13"/>
                    <a:pt x="98" y="5"/>
                    <a:pt x="100" y="2"/>
                  </a:cubicBezTo>
                  <a:cubicBezTo>
                    <a:pt x="100" y="2"/>
                    <a:pt x="103" y="0"/>
                    <a:pt x="98" y="1"/>
                  </a:cubicBezTo>
                  <a:cubicBezTo>
                    <a:pt x="98" y="1"/>
                    <a:pt x="75" y="12"/>
                    <a:pt x="72" y="15"/>
                  </a:cubicBezTo>
                  <a:cubicBezTo>
                    <a:pt x="72" y="15"/>
                    <a:pt x="66" y="17"/>
                    <a:pt x="65" y="19"/>
                  </a:cubicBezTo>
                  <a:cubicBezTo>
                    <a:pt x="65" y="19"/>
                    <a:pt x="47" y="28"/>
                    <a:pt x="35" y="36"/>
                  </a:cubicBezTo>
                  <a:cubicBezTo>
                    <a:pt x="35" y="36"/>
                    <a:pt x="14" y="53"/>
                    <a:pt x="4" y="51"/>
                  </a:cubicBezTo>
                  <a:cubicBezTo>
                    <a:pt x="4" y="51"/>
                    <a:pt x="0" y="51"/>
                    <a:pt x="2" y="53"/>
                  </a:cubicBez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92" name="Freeform 1056"/>
            <p:cNvSpPr>
              <a:spLocks/>
            </p:cNvSpPr>
            <p:nvPr/>
          </p:nvSpPr>
          <p:spPr bwMode="auto">
            <a:xfrm>
              <a:off x="20457" y="3269"/>
              <a:ext cx="28" cy="169"/>
            </a:xfrm>
            <a:custGeom>
              <a:avLst/>
              <a:gdLst>
                <a:gd name="T0" fmla="*/ 532 w 5"/>
                <a:gd name="T1" fmla="*/ 541 h 30"/>
                <a:gd name="T2" fmla="*/ 689 w 5"/>
                <a:gd name="T3" fmla="*/ 3048 h 30"/>
                <a:gd name="T4" fmla="*/ 689 w 5"/>
                <a:gd name="T5" fmla="*/ 5363 h 30"/>
                <a:gd name="T6" fmla="*/ 0 w 5"/>
                <a:gd name="T7" fmla="*/ 2856 h 30"/>
                <a:gd name="T8" fmla="*/ 190 w 5"/>
                <a:gd name="T9" fmla="*/ 1431 h 30"/>
                <a:gd name="T10" fmla="*/ 347 w 5"/>
                <a:gd name="T11" fmla="*/ 0 h 30"/>
                <a:gd name="T12" fmla="*/ 532 w 5"/>
                <a:gd name="T13" fmla="*/ 541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30">
                  <a:moveTo>
                    <a:pt x="3" y="3"/>
                  </a:moveTo>
                  <a:cubicBezTo>
                    <a:pt x="2" y="8"/>
                    <a:pt x="4" y="12"/>
                    <a:pt x="4" y="17"/>
                  </a:cubicBezTo>
                  <a:cubicBezTo>
                    <a:pt x="5" y="21"/>
                    <a:pt x="5" y="26"/>
                    <a:pt x="4" y="30"/>
                  </a:cubicBezTo>
                  <a:cubicBezTo>
                    <a:pt x="1" y="29"/>
                    <a:pt x="0" y="19"/>
                    <a:pt x="0" y="16"/>
                  </a:cubicBezTo>
                  <a:cubicBezTo>
                    <a:pt x="1" y="13"/>
                    <a:pt x="1" y="11"/>
                    <a:pt x="1" y="8"/>
                  </a:cubicBezTo>
                  <a:cubicBezTo>
                    <a:pt x="1" y="6"/>
                    <a:pt x="1" y="2"/>
                    <a:pt x="2" y="0"/>
                  </a:cubicBezTo>
                  <a:cubicBezTo>
                    <a:pt x="2" y="1"/>
                    <a:pt x="3" y="2"/>
                    <a:pt x="3" y="3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193" name="Freeform 1057"/>
            <p:cNvSpPr>
              <a:spLocks/>
            </p:cNvSpPr>
            <p:nvPr/>
          </p:nvSpPr>
          <p:spPr bwMode="auto">
            <a:xfrm>
              <a:off x="20463" y="3286"/>
              <a:ext cx="33" cy="146"/>
            </a:xfrm>
            <a:custGeom>
              <a:avLst/>
              <a:gdLst>
                <a:gd name="T0" fmla="*/ 182 w 6"/>
                <a:gd name="T1" fmla="*/ 696 h 26"/>
                <a:gd name="T2" fmla="*/ 517 w 6"/>
                <a:gd name="T3" fmla="*/ 4256 h 26"/>
                <a:gd name="T4" fmla="*/ 336 w 6"/>
                <a:gd name="T5" fmla="*/ 4066 h 26"/>
                <a:gd name="T6" fmla="*/ 182 w 6"/>
                <a:gd name="T7" fmla="*/ 696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26">
                  <a:moveTo>
                    <a:pt x="1" y="4"/>
                  </a:moveTo>
                  <a:cubicBezTo>
                    <a:pt x="1" y="4"/>
                    <a:pt x="6" y="23"/>
                    <a:pt x="3" y="24"/>
                  </a:cubicBezTo>
                  <a:cubicBezTo>
                    <a:pt x="3" y="24"/>
                    <a:pt x="2" y="26"/>
                    <a:pt x="2" y="23"/>
                  </a:cubicBezTo>
                  <a:cubicBezTo>
                    <a:pt x="2" y="23"/>
                    <a:pt x="0" y="0"/>
                    <a:pt x="1" y="4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208930" name="Group 1058"/>
          <p:cNvGrpSpPr>
            <a:grpSpLocks/>
          </p:cNvGrpSpPr>
          <p:nvPr/>
        </p:nvGrpSpPr>
        <p:grpSpPr bwMode="auto">
          <a:xfrm>
            <a:off x="7578726" y="5547122"/>
            <a:ext cx="1612900" cy="456009"/>
            <a:chOff x="3436" y="-8273"/>
            <a:chExt cx="1640" cy="502"/>
          </a:xfrm>
        </p:grpSpPr>
        <p:sp>
          <p:nvSpPr>
            <p:cNvPr id="99024" name="Freeform 1059"/>
            <p:cNvSpPr>
              <a:spLocks/>
            </p:cNvSpPr>
            <p:nvPr/>
          </p:nvSpPr>
          <p:spPr bwMode="auto">
            <a:xfrm>
              <a:off x="4873" y="-8262"/>
              <a:ext cx="203" cy="186"/>
            </a:xfrm>
            <a:custGeom>
              <a:avLst/>
              <a:gdLst>
                <a:gd name="T0" fmla="*/ 541 w 36"/>
                <a:gd name="T1" fmla="*/ 4289 h 33"/>
                <a:gd name="T2" fmla="*/ 3051 w 36"/>
                <a:gd name="T3" fmla="*/ 4830 h 33"/>
                <a:gd name="T4" fmla="*/ 4675 w 36"/>
                <a:gd name="T5" fmla="*/ 5180 h 33"/>
                <a:gd name="T6" fmla="*/ 5723 w 36"/>
                <a:gd name="T7" fmla="*/ 5022 h 33"/>
                <a:gd name="T8" fmla="*/ 6265 w 36"/>
                <a:gd name="T9" fmla="*/ 4673 h 33"/>
                <a:gd name="T10" fmla="*/ 2701 w 36"/>
                <a:gd name="T11" fmla="*/ 733 h 33"/>
                <a:gd name="T12" fmla="*/ 1083 w 36"/>
                <a:gd name="T13" fmla="*/ 0 h 33"/>
                <a:gd name="T14" fmla="*/ 3051 w 36"/>
                <a:gd name="T15" fmla="*/ 1432 h 33"/>
                <a:gd name="T16" fmla="*/ 5915 w 36"/>
                <a:gd name="T17" fmla="*/ 3940 h 33"/>
                <a:gd name="T18" fmla="*/ 5374 w 36"/>
                <a:gd name="T19" fmla="*/ 3940 h 33"/>
                <a:gd name="T20" fmla="*/ 3242 w 36"/>
                <a:gd name="T21" fmla="*/ 1781 h 33"/>
                <a:gd name="T22" fmla="*/ 2509 w 36"/>
                <a:gd name="T23" fmla="*/ 1618 h 33"/>
                <a:gd name="T24" fmla="*/ 2509 w 36"/>
                <a:gd name="T25" fmla="*/ 1967 h 33"/>
                <a:gd name="T26" fmla="*/ 2323 w 36"/>
                <a:gd name="T27" fmla="*/ 2317 h 33"/>
                <a:gd name="T28" fmla="*/ 1782 w 36"/>
                <a:gd name="T29" fmla="*/ 2508 h 33"/>
                <a:gd name="T30" fmla="*/ 1974 w 36"/>
                <a:gd name="T31" fmla="*/ 2858 h 33"/>
                <a:gd name="T32" fmla="*/ 2160 w 36"/>
                <a:gd name="T33" fmla="*/ 3207 h 33"/>
                <a:gd name="T34" fmla="*/ 1083 w 36"/>
                <a:gd name="T35" fmla="*/ 2508 h 33"/>
                <a:gd name="T36" fmla="*/ 1083 w 36"/>
                <a:gd name="T37" fmla="*/ 2700 h 33"/>
                <a:gd name="T38" fmla="*/ 2160 w 36"/>
                <a:gd name="T39" fmla="*/ 3940 h 33"/>
                <a:gd name="T40" fmla="*/ 2160 w 36"/>
                <a:gd name="T41" fmla="*/ 4289 h 33"/>
                <a:gd name="T42" fmla="*/ 1083 w 36"/>
                <a:gd name="T43" fmla="*/ 3590 h 33"/>
                <a:gd name="T44" fmla="*/ 192 w 36"/>
                <a:gd name="T45" fmla="*/ 3049 h 33"/>
                <a:gd name="T46" fmla="*/ 1083 w 36"/>
                <a:gd name="T47" fmla="*/ 4131 h 33"/>
                <a:gd name="T48" fmla="*/ 891 w 36"/>
                <a:gd name="T49" fmla="*/ 4289 h 33"/>
                <a:gd name="T50" fmla="*/ 541 w 36"/>
                <a:gd name="T51" fmla="*/ 4289 h 3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6" h="33">
                  <a:moveTo>
                    <a:pt x="3" y="24"/>
                  </a:moveTo>
                  <a:cubicBezTo>
                    <a:pt x="3" y="24"/>
                    <a:pt x="14" y="28"/>
                    <a:pt x="17" y="27"/>
                  </a:cubicBezTo>
                  <a:cubicBezTo>
                    <a:pt x="17" y="27"/>
                    <a:pt x="28" y="33"/>
                    <a:pt x="26" y="29"/>
                  </a:cubicBezTo>
                  <a:cubicBezTo>
                    <a:pt x="26" y="29"/>
                    <a:pt x="33" y="31"/>
                    <a:pt x="32" y="28"/>
                  </a:cubicBezTo>
                  <a:cubicBezTo>
                    <a:pt x="32" y="28"/>
                    <a:pt x="35" y="29"/>
                    <a:pt x="35" y="26"/>
                  </a:cubicBezTo>
                  <a:cubicBezTo>
                    <a:pt x="35" y="26"/>
                    <a:pt x="36" y="14"/>
                    <a:pt x="15" y="4"/>
                  </a:cubicBezTo>
                  <a:cubicBezTo>
                    <a:pt x="15" y="4"/>
                    <a:pt x="10" y="1"/>
                    <a:pt x="6" y="0"/>
                  </a:cubicBezTo>
                  <a:cubicBezTo>
                    <a:pt x="6" y="0"/>
                    <a:pt x="16" y="4"/>
                    <a:pt x="17" y="8"/>
                  </a:cubicBezTo>
                  <a:cubicBezTo>
                    <a:pt x="17" y="8"/>
                    <a:pt x="30" y="13"/>
                    <a:pt x="33" y="22"/>
                  </a:cubicBezTo>
                  <a:cubicBezTo>
                    <a:pt x="33" y="22"/>
                    <a:pt x="34" y="28"/>
                    <a:pt x="30" y="22"/>
                  </a:cubicBezTo>
                  <a:cubicBezTo>
                    <a:pt x="30" y="22"/>
                    <a:pt x="24" y="13"/>
                    <a:pt x="18" y="10"/>
                  </a:cubicBezTo>
                  <a:cubicBezTo>
                    <a:pt x="18" y="10"/>
                    <a:pt x="15" y="8"/>
                    <a:pt x="14" y="9"/>
                  </a:cubicBezTo>
                  <a:cubicBezTo>
                    <a:pt x="14" y="9"/>
                    <a:pt x="13" y="10"/>
                    <a:pt x="14" y="11"/>
                  </a:cubicBezTo>
                  <a:cubicBezTo>
                    <a:pt x="14" y="11"/>
                    <a:pt x="15" y="13"/>
                    <a:pt x="13" y="13"/>
                  </a:cubicBezTo>
                  <a:cubicBezTo>
                    <a:pt x="13" y="13"/>
                    <a:pt x="9" y="12"/>
                    <a:pt x="10" y="14"/>
                  </a:cubicBezTo>
                  <a:cubicBezTo>
                    <a:pt x="10" y="14"/>
                    <a:pt x="10" y="15"/>
                    <a:pt x="11" y="16"/>
                  </a:cubicBezTo>
                  <a:cubicBezTo>
                    <a:pt x="11" y="16"/>
                    <a:pt x="15" y="20"/>
                    <a:pt x="12" y="18"/>
                  </a:cubicBezTo>
                  <a:cubicBezTo>
                    <a:pt x="12" y="18"/>
                    <a:pt x="8" y="16"/>
                    <a:pt x="6" y="14"/>
                  </a:cubicBezTo>
                  <a:cubicBezTo>
                    <a:pt x="6" y="14"/>
                    <a:pt x="5" y="13"/>
                    <a:pt x="6" y="15"/>
                  </a:cubicBezTo>
                  <a:cubicBezTo>
                    <a:pt x="6" y="15"/>
                    <a:pt x="10" y="20"/>
                    <a:pt x="12" y="22"/>
                  </a:cubicBezTo>
                  <a:cubicBezTo>
                    <a:pt x="12" y="22"/>
                    <a:pt x="14" y="25"/>
                    <a:pt x="12" y="24"/>
                  </a:cubicBezTo>
                  <a:cubicBezTo>
                    <a:pt x="12" y="24"/>
                    <a:pt x="8" y="24"/>
                    <a:pt x="6" y="20"/>
                  </a:cubicBezTo>
                  <a:cubicBezTo>
                    <a:pt x="6" y="20"/>
                    <a:pt x="0" y="15"/>
                    <a:pt x="1" y="17"/>
                  </a:cubicBezTo>
                  <a:cubicBezTo>
                    <a:pt x="1" y="17"/>
                    <a:pt x="3" y="21"/>
                    <a:pt x="6" y="23"/>
                  </a:cubicBezTo>
                  <a:cubicBezTo>
                    <a:pt x="6" y="23"/>
                    <a:pt x="8" y="25"/>
                    <a:pt x="5" y="24"/>
                  </a:cubicBezTo>
                  <a:cubicBezTo>
                    <a:pt x="5" y="24"/>
                    <a:pt x="1" y="23"/>
                    <a:pt x="3" y="24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25" name="Freeform 1060"/>
            <p:cNvSpPr>
              <a:spLocks/>
            </p:cNvSpPr>
            <p:nvPr/>
          </p:nvSpPr>
          <p:spPr bwMode="auto">
            <a:xfrm>
              <a:off x="4608" y="-8273"/>
              <a:ext cx="462" cy="237"/>
            </a:xfrm>
            <a:custGeom>
              <a:avLst/>
              <a:gdLst>
                <a:gd name="T0" fmla="*/ 192 w 82"/>
                <a:gd name="T1" fmla="*/ 7003 h 42"/>
                <a:gd name="T2" fmla="*/ 4288 w 82"/>
                <a:gd name="T3" fmla="*/ 4684 h 42"/>
                <a:gd name="T4" fmla="*/ 5555 w 82"/>
                <a:gd name="T5" fmla="*/ 4300 h 42"/>
                <a:gd name="T6" fmla="*/ 6603 w 82"/>
                <a:gd name="T7" fmla="*/ 4492 h 42"/>
                <a:gd name="T8" fmla="*/ 7330 w 82"/>
                <a:gd name="T9" fmla="*/ 4300 h 42"/>
                <a:gd name="T10" fmla="*/ 8761 w 82"/>
                <a:gd name="T11" fmla="*/ 4684 h 42"/>
                <a:gd name="T12" fmla="*/ 11618 w 82"/>
                <a:gd name="T13" fmla="*/ 4684 h 42"/>
                <a:gd name="T14" fmla="*/ 14474 w 82"/>
                <a:gd name="T15" fmla="*/ 5033 h 42"/>
                <a:gd name="T16" fmla="*/ 11077 w 82"/>
                <a:gd name="T17" fmla="*/ 1275 h 42"/>
                <a:gd name="T18" fmla="*/ 7679 w 82"/>
                <a:gd name="T19" fmla="*/ 0 h 42"/>
                <a:gd name="T20" fmla="*/ 4474 w 82"/>
                <a:gd name="T21" fmla="*/ 1275 h 42"/>
                <a:gd name="T22" fmla="*/ 192 w 82"/>
                <a:gd name="T23" fmla="*/ 7003 h 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2" h="42">
                  <a:moveTo>
                    <a:pt x="1" y="39"/>
                  </a:moveTo>
                  <a:cubicBezTo>
                    <a:pt x="0" y="42"/>
                    <a:pt x="13" y="27"/>
                    <a:pt x="24" y="26"/>
                  </a:cubicBezTo>
                  <a:cubicBezTo>
                    <a:pt x="24" y="26"/>
                    <a:pt x="30" y="26"/>
                    <a:pt x="31" y="24"/>
                  </a:cubicBezTo>
                  <a:cubicBezTo>
                    <a:pt x="31" y="24"/>
                    <a:pt x="35" y="26"/>
                    <a:pt x="37" y="25"/>
                  </a:cubicBezTo>
                  <a:cubicBezTo>
                    <a:pt x="37" y="25"/>
                    <a:pt x="39" y="25"/>
                    <a:pt x="41" y="24"/>
                  </a:cubicBezTo>
                  <a:cubicBezTo>
                    <a:pt x="41" y="24"/>
                    <a:pt x="48" y="28"/>
                    <a:pt x="49" y="26"/>
                  </a:cubicBezTo>
                  <a:cubicBezTo>
                    <a:pt x="49" y="26"/>
                    <a:pt x="64" y="30"/>
                    <a:pt x="65" y="26"/>
                  </a:cubicBezTo>
                  <a:cubicBezTo>
                    <a:pt x="65" y="26"/>
                    <a:pt x="80" y="32"/>
                    <a:pt x="81" y="28"/>
                  </a:cubicBezTo>
                  <a:cubicBezTo>
                    <a:pt x="81" y="28"/>
                    <a:pt x="82" y="15"/>
                    <a:pt x="62" y="7"/>
                  </a:cubicBezTo>
                  <a:cubicBezTo>
                    <a:pt x="62" y="7"/>
                    <a:pt x="61" y="0"/>
                    <a:pt x="43" y="0"/>
                  </a:cubicBezTo>
                  <a:cubicBezTo>
                    <a:pt x="43" y="0"/>
                    <a:pt x="30" y="1"/>
                    <a:pt x="25" y="7"/>
                  </a:cubicBezTo>
                  <a:cubicBezTo>
                    <a:pt x="25" y="7"/>
                    <a:pt x="4" y="26"/>
                    <a:pt x="1" y="3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26" name="Freeform 1061"/>
            <p:cNvSpPr>
              <a:spLocks/>
            </p:cNvSpPr>
            <p:nvPr/>
          </p:nvSpPr>
          <p:spPr bwMode="auto">
            <a:xfrm>
              <a:off x="4664" y="-8262"/>
              <a:ext cx="395" cy="152"/>
            </a:xfrm>
            <a:custGeom>
              <a:avLst/>
              <a:gdLst>
                <a:gd name="T0" fmla="*/ 0 w 70"/>
                <a:gd name="T1" fmla="*/ 4819 h 27"/>
                <a:gd name="T2" fmla="*/ 1275 w 70"/>
                <a:gd name="T3" fmla="*/ 3929 h 27"/>
                <a:gd name="T4" fmla="*/ 1783 w 70"/>
                <a:gd name="T5" fmla="*/ 3738 h 27"/>
                <a:gd name="T6" fmla="*/ 2325 w 70"/>
                <a:gd name="T7" fmla="*/ 3389 h 27"/>
                <a:gd name="T8" fmla="*/ 2709 w 70"/>
                <a:gd name="T9" fmla="*/ 3738 h 27"/>
                <a:gd name="T10" fmla="*/ 3250 w 70"/>
                <a:gd name="T11" fmla="*/ 3738 h 27"/>
                <a:gd name="T12" fmla="*/ 3792 w 70"/>
                <a:gd name="T13" fmla="*/ 3738 h 27"/>
                <a:gd name="T14" fmla="*/ 4300 w 70"/>
                <a:gd name="T15" fmla="*/ 3580 h 27"/>
                <a:gd name="T16" fmla="*/ 4842 w 70"/>
                <a:gd name="T17" fmla="*/ 3738 h 27"/>
                <a:gd name="T18" fmla="*/ 5383 w 70"/>
                <a:gd name="T19" fmla="*/ 3738 h 27"/>
                <a:gd name="T20" fmla="*/ 5925 w 70"/>
                <a:gd name="T21" fmla="*/ 3738 h 27"/>
                <a:gd name="T22" fmla="*/ 6653 w 70"/>
                <a:gd name="T23" fmla="*/ 3738 h 27"/>
                <a:gd name="T24" fmla="*/ 7195 w 70"/>
                <a:gd name="T25" fmla="*/ 4087 h 27"/>
                <a:gd name="T26" fmla="*/ 7894 w 70"/>
                <a:gd name="T27" fmla="*/ 4087 h 27"/>
                <a:gd name="T28" fmla="*/ 9170 w 70"/>
                <a:gd name="T29" fmla="*/ 4087 h 27"/>
                <a:gd name="T30" fmla="*/ 10411 w 70"/>
                <a:gd name="T31" fmla="*/ 4087 h 27"/>
                <a:gd name="T32" fmla="*/ 11686 w 70"/>
                <a:gd name="T33" fmla="*/ 4470 h 27"/>
                <a:gd name="T34" fmla="*/ 12386 w 70"/>
                <a:gd name="T35" fmla="*/ 3929 h 27"/>
                <a:gd name="T36" fmla="*/ 12036 w 70"/>
                <a:gd name="T37" fmla="*/ 3040 h 27"/>
                <a:gd name="T38" fmla="*/ 10061 w 70"/>
                <a:gd name="T39" fmla="*/ 1424 h 27"/>
                <a:gd name="T40" fmla="*/ 7736 w 70"/>
                <a:gd name="T41" fmla="*/ 191 h 27"/>
                <a:gd name="T42" fmla="*/ 3058 w 70"/>
                <a:gd name="T43" fmla="*/ 1075 h 27"/>
                <a:gd name="T44" fmla="*/ 1625 w 70"/>
                <a:gd name="T45" fmla="*/ 2505 h 27"/>
                <a:gd name="T46" fmla="*/ 892 w 70"/>
                <a:gd name="T47" fmla="*/ 3389 h 27"/>
                <a:gd name="T48" fmla="*/ 192 w 70"/>
                <a:gd name="T49" fmla="*/ 4279 h 27"/>
                <a:gd name="T50" fmla="*/ 0 w 70"/>
                <a:gd name="T51" fmla="*/ 4819 h 2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0" h="27">
                  <a:moveTo>
                    <a:pt x="0" y="27"/>
                  </a:moveTo>
                  <a:cubicBezTo>
                    <a:pt x="1" y="25"/>
                    <a:pt x="5" y="23"/>
                    <a:pt x="7" y="22"/>
                  </a:cubicBezTo>
                  <a:cubicBezTo>
                    <a:pt x="8" y="22"/>
                    <a:pt x="9" y="22"/>
                    <a:pt x="10" y="21"/>
                  </a:cubicBezTo>
                  <a:cubicBezTo>
                    <a:pt x="11" y="21"/>
                    <a:pt x="12" y="19"/>
                    <a:pt x="13" y="19"/>
                  </a:cubicBezTo>
                  <a:cubicBezTo>
                    <a:pt x="14" y="19"/>
                    <a:pt x="15" y="20"/>
                    <a:pt x="15" y="21"/>
                  </a:cubicBezTo>
                  <a:cubicBezTo>
                    <a:pt x="17" y="22"/>
                    <a:pt x="17" y="21"/>
                    <a:pt x="18" y="21"/>
                  </a:cubicBezTo>
                  <a:cubicBezTo>
                    <a:pt x="19" y="20"/>
                    <a:pt x="19" y="21"/>
                    <a:pt x="21" y="21"/>
                  </a:cubicBezTo>
                  <a:cubicBezTo>
                    <a:pt x="22" y="21"/>
                    <a:pt x="23" y="20"/>
                    <a:pt x="24" y="20"/>
                  </a:cubicBezTo>
                  <a:cubicBezTo>
                    <a:pt x="25" y="20"/>
                    <a:pt x="26" y="21"/>
                    <a:pt x="27" y="21"/>
                  </a:cubicBezTo>
                  <a:cubicBezTo>
                    <a:pt x="28" y="21"/>
                    <a:pt x="29" y="21"/>
                    <a:pt x="30" y="21"/>
                  </a:cubicBezTo>
                  <a:cubicBezTo>
                    <a:pt x="31" y="20"/>
                    <a:pt x="32" y="21"/>
                    <a:pt x="33" y="21"/>
                  </a:cubicBezTo>
                  <a:cubicBezTo>
                    <a:pt x="35" y="22"/>
                    <a:pt x="35" y="21"/>
                    <a:pt x="37" y="21"/>
                  </a:cubicBezTo>
                  <a:cubicBezTo>
                    <a:pt x="38" y="22"/>
                    <a:pt x="39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4"/>
                    <a:pt x="48" y="23"/>
                    <a:pt x="51" y="23"/>
                  </a:cubicBezTo>
                  <a:cubicBezTo>
                    <a:pt x="54" y="24"/>
                    <a:pt x="56" y="22"/>
                    <a:pt x="58" y="23"/>
                  </a:cubicBezTo>
                  <a:cubicBezTo>
                    <a:pt x="60" y="23"/>
                    <a:pt x="63" y="24"/>
                    <a:pt x="65" y="25"/>
                  </a:cubicBezTo>
                  <a:cubicBezTo>
                    <a:pt x="68" y="26"/>
                    <a:pt x="70" y="26"/>
                    <a:pt x="69" y="22"/>
                  </a:cubicBezTo>
                  <a:cubicBezTo>
                    <a:pt x="69" y="21"/>
                    <a:pt x="68" y="18"/>
                    <a:pt x="67" y="17"/>
                  </a:cubicBezTo>
                  <a:cubicBezTo>
                    <a:pt x="64" y="13"/>
                    <a:pt x="61" y="10"/>
                    <a:pt x="56" y="8"/>
                  </a:cubicBezTo>
                  <a:cubicBezTo>
                    <a:pt x="52" y="6"/>
                    <a:pt x="48" y="2"/>
                    <a:pt x="43" y="1"/>
                  </a:cubicBezTo>
                  <a:cubicBezTo>
                    <a:pt x="34" y="0"/>
                    <a:pt x="24" y="0"/>
                    <a:pt x="17" y="6"/>
                  </a:cubicBezTo>
                  <a:cubicBezTo>
                    <a:pt x="14" y="9"/>
                    <a:pt x="12" y="11"/>
                    <a:pt x="9" y="14"/>
                  </a:cubicBezTo>
                  <a:cubicBezTo>
                    <a:pt x="7" y="16"/>
                    <a:pt x="6" y="17"/>
                    <a:pt x="5" y="19"/>
                  </a:cubicBezTo>
                  <a:cubicBezTo>
                    <a:pt x="4" y="20"/>
                    <a:pt x="3" y="23"/>
                    <a:pt x="1" y="24"/>
                  </a:cubicBezTo>
                  <a:lnTo>
                    <a:pt x="0" y="27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27" name="Freeform 1062"/>
            <p:cNvSpPr>
              <a:spLocks/>
            </p:cNvSpPr>
            <p:nvPr/>
          </p:nvSpPr>
          <p:spPr bwMode="auto">
            <a:xfrm>
              <a:off x="4726" y="-8245"/>
              <a:ext cx="321" cy="119"/>
            </a:xfrm>
            <a:custGeom>
              <a:avLst/>
              <a:gdLst>
                <a:gd name="T0" fmla="*/ 732 w 57"/>
                <a:gd name="T1" fmla="*/ 2182 h 21"/>
                <a:gd name="T2" fmla="*/ 0 w 57"/>
                <a:gd name="T3" fmla="*/ 2539 h 21"/>
                <a:gd name="T4" fmla="*/ 349 w 57"/>
                <a:gd name="T5" fmla="*/ 2731 h 21"/>
                <a:gd name="T6" fmla="*/ 890 w 57"/>
                <a:gd name="T7" fmla="*/ 2924 h 21"/>
                <a:gd name="T8" fmla="*/ 1239 w 57"/>
                <a:gd name="T9" fmla="*/ 2924 h 21"/>
                <a:gd name="T10" fmla="*/ 1774 w 57"/>
                <a:gd name="T11" fmla="*/ 3083 h 21"/>
                <a:gd name="T12" fmla="*/ 2157 w 57"/>
                <a:gd name="T13" fmla="*/ 2731 h 21"/>
                <a:gd name="T14" fmla="*/ 2664 w 57"/>
                <a:gd name="T15" fmla="*/ 2924 h 21"/>
                <a:gd name="T16" fmla="*/ 3047 w 57"/>
                <a:gd name="T17" fmla="*/ 2924 h 21"/>
                <a:gd name="T18" fmla="*/ 3396 w 57"/>
                <a:gd name="T19" fmla="*/ 2924 h 21"/>
                <a:gd name="T20" fmla="*/ 4122 w 57"/>
                <a:gd name="T21" fmla="*/ 2924 h 21"/>
                <a:gd name="T22" fmla="*/ 4471 w 57"/>
                <a:gd name="T23" fmla="*/ 3083 h 21"/>
                <a:gd name="T24" fmla="*/ 4471 w 57"/>
                <a:gd name="T25" fmla="*/ 2731 h 21"/>
                <a:gd name="T26" fmla="*/ 5170 w 57"/>
                <a:gd name="T27" fmla="*/ 2924 h 21"/>
                <a:gd name="T28" fmla="*/ 6060 w 57"/>
                <a:gd name="T29" fmla="*/ 3468 h 21"/>
                <a:gd name="T30" fmla="*/ 5710 w 57"/>
                <a:gd name="T31" fmla="*/ 2731 h 21"/>
                <a:gd name="T32" fmla="*/ 6595 w 57"/>
                <a:gd name="T33" fmla="*/ 3468 h 21"/>
                <a:gd name="T34" fmla="*/ 6245 w 57"/>
                <a:gd name="T35" fmla="*/ 2539 h 21"/>
                <a:gd name="T36" fmla="*/ 6786 w 57"/>
                <a:gd name="T37" fmla="*/ 2924 h 21"/>
                <a:gd name="T38" fmla="*/ 7327 w 57"/>
                <a:gd name="T39" fmla="*/ 3083 h 21"/>
                <a:gd name="T40" fmla="*/ 6978 w 57"/>
                <a:gd name="T41" fmla="*/ 2539 h 21"/>
                <a:gd name="T42" fmla="*/ 7135 w 57"/>
                <a:gd name="T43" fmla="*/ 2182 h 21"/>
                <a:gd name="T44" fmla="*/ 7518 w 57"/>
                <a:gd name="T45" fmla="*/ 1989 h 21"/>
                <a:gd name="T46" fmla="*/ 7518 w 57"/>
                <a:gd name="T47" fmla="*/ 1830 h 21"/>
                <a:gd name="T48" fmla="*/ 8025 w 57"/>
                <a:gd name="T49" fmla="*/ 1830 h 21"/>
                <a:gd name="T50" fmla="*/ 9990 w 57"/>
                <a:gd name="T51" fmla="*/ 3468 h 21"/>
                <a:gd name="T52" fmla="*/ 9641 w 57"/>
                <a:gd name="T53" fmla="*/ 2182 h 21"/>
                <a:gd name="T54" fmla="*/ 8402 w 57"/>
                <a:gd name="T55" fmla="*/ 1094 h 21"/>
                <a:gd name="T56" fmla="*/ 7135 w 57"/>
                <a:gd name="T57" fmla="*/ 544 h 21"/>
                <a:gd name="T58" fmla="*/ 5896 w 57"/>
                <a:gd name="T59" fmla="*/ 0 h 21"/>
                <a:gd name="T60" fmla="*/ 6437 w 57"/>
                <a:gd name="T61" fmla="*/ 901 h 21"/>
                <a:gd name="T62" fmla="*/ 5896 w 57"/>
                <a:gd name="T63" fmla="*/ 1094 h 21"/>
                <a:gd name="T64" fmla="*/ 6060 w 57"/>
                <a:gd name="T65" fmla="*/ 1445 h 21"/>
                <a:gd name="T66" fmla="*/ 5170 w 57"/>
                <a:gd name="T67" fmla="*/ 737 h 21"/>
                <a:gd name="T68" fmla="*/ 4821 w 57"/>
                <a:gd name="T69" fmla="*/ 1638 h 21"/>
                <a:gd name="T70" fmla="*/ 4471 w 57"/>
                <a:gd name="T71" fmla="*/ 1830 h 21"/>
                <a:gd name="T72" fmla="*/ 3745 w 57"/>
                <a:gd name="T73" fmla="*/ 1094 h 21"/>
                <a:gd name="T74" fmla="*/ 3582 w 57"/>
                <a:gd name="T75" fmla="*/ 1638 h 21"/>
                <a:gd name="T76" fmla="*/ 3047 w 57"/>
                <a:gd name="T77" fmla="*/ 1094 h 21"/>
                <a:gd name="T78" fmla="*/ 2855 w 57"/>
                <a:gd name="T79" fmla="*/ 1830 h 21"/>
                <a:gd name="T80" fmla="*/ 2506 w 57"/>
                <a:gd name="T81" fmla="*/ 1286 h 21"/>
                <a:gd name="T82" fmla="*/ 2315 w 57"/>
                <a:gd name="T83" fmla="*/ 1830 h 21"/>
                <a:gd name="T84" fmla="*/ 1965 w 57"/>
                <a:gd name="T85" fmla="*/ 1638 h 21"/>
                <a:gd name="T86" fmla="*/ 1616 w 57"/>
                <a:gd name="T87" fmla="*/ 2182 h 21"/>
                <a:gd name="T88" fmla="*/ 1425 w 57"/>
                <a:gd name="T89" fmla="*/ 1445 h 21"/>
                <a:gd name="T90" fmla="*/ 890 w 57"/>
                <a:gd name="T91" fmla="*/ 2374 h 21"/>
                <a:gd name="T92" fmla="*/ 732 w 57"/>
                <a:gd name="T93" fmla="*/ 2182 h 2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57" h="21">
                  <a:moveTo>
                    <a:pt x="4" y="12"/>
                  </a:moveTo>
                  <a:cubicBezTo>
                    <a:pt x="3" y="12"/>
                    <a:pt x="0" y="13"/>
                    <a:pt x="0" y="14"/>
                  </a:cubicBezTo>
                  <a:cubicBezTo>
                    <a:pt x="1" y="15"/>
                    <a:pt x="1" y="14"/>
                    <a:pt x="2" y="15"/>
                  </a:cubicBezTo>
                  <a:cubicBezTo>
                    <a:pt x="3" y="15"/>
                    <a:pt x="4" y="16"/>
                    <a:pt x="5" y="16"/>
                  </a:cubicBezTo>
                  <a:cubicBezTo>
                    <a:pt x="6" y="16"/>
                    <a:pt x="6" y="16"/>
                    <a:pt x="7" y="16"/>
                  </a:cubicBezTo>
                  <a:cubicBezTo>
                    <a:pt x="8" y="16"/>
                    <a:pt x="9" y="17"/>
                    <a:pt x="10" y="17"/>
                  </a:cubicBezTo>
                  <a:cubicBezTo>
                    <a:pt x="11" y="17"/>
                    <a:pt x="11" y="15"/>
                    <a:pt x="12" y="15"/>
                  </a:cubicBezTo>
                  <a:cubicBezTo>
                    <a:pt x="13" y="15"/>
                    <a:pt x="14" y="16"/>
                    <a:pt x="15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8" y="15"/>
                    <a:pt x="18" y="16"/>
                    <a:pt x="19" y="16"/>
                  </a:cubicBezTo>
                  <a:cubicBezTo>
                    <a:pt x="22" y="17"/>
                    <a:pt x="20" y="14"/>
                    <a:pt x="23" y="16"/>
                  </a:cubicBezTo>
                  <a:cubicBezTo>
                    <a:pt x="23" y="16"/>
                    <a:pt x="25" y="17"/>
                    <a:pt x="25" y="17"/>
                  </a:cubicBezTo>
                  <a:cubicBezTo>
                    <a:pt x="26" y="16"/>
                    <a:pt x="25" y="15"/>
                    <a:pt x="25" y="15"/>
                  </a:cubicBezTo>
                  <a:cubicBezTo>
                    <a:pt x="25" y="12"/>
                    <a:pt x="28" y="15"/>
                    <a:pt x="29" y="16"/>
                  </a:cubicBezTo>
                  <a:cubicBezTo>
                    <a:pt x="30" y="17"/>
                    <a:pt x="32" y="19"/>
                    <a:pt x="34" y="19"/>
                  </a:cubicBezTo>
                  <a:cubicBezTo>
                    <a:pt x="34" y="17"/>
                    <a:pt x="32" y="16"/>
                    <a:pt x="32" y="15"/>
                  </a:cubicBezTo>
                  <a:cubicBezTo>
                    <a:pt x="33" y="15"/>
                    <a:pt x="35" y="18"/>
                    <a:pt x="37" y="19"/>
                  </a:cubicBezTo>
                  <a:cubicBezTo>
                    <a:pt x="37" y="17"/>
                    <a:pt x="35" y="16"/>
                    <a:pt x="35" y="14"/>
                  </a:cubicBezTo>
                  <a:cubicBezTo>
                    <a:pt x="36" y="14"/>
                    <a:pt x="37" y="16"/>
                    <a:pt x="38" y="16"/>
                  </a:cubicBezTo>
                  <a:cubicBezTo>
                    <a:pt x="39" y="17"/>
                    <a:pt x="40" y="17"/>
                    <a:pt x="41" y="17"/>
                  </a:cubicBezTo>
                  <a:cubicBezTo>
                    <a:pt x="41" y="15"/>
                    <a:pt x="40" y="15"/>
                    <a:pt x="39" y="14"/>
                  </a:cubicBezTo>
                  <a:cubicBezTo>
                    <a:pt x="39" y="12"/>
                    <a:pt x="39" y="12"/>
                    <a:pt x="40" y="12"/>
                  </a:cubicBezTo>
                  <a:cubicBezTo>
                    <a:pt x="41" y="11"/>
                    <a:pt x="41" y="11"/>
                    <a:pt x="42" y="11"/>
                  </a:cubicBezTo>
                  <a:cubicBezTo>
                    <a:pt x="42" y="11"/>
                    <a:pt x="41" y="10"/>
                    <a:pt x="42" y="10"/>
                  </a:cubicBezTo>
                  <a:cubicBezTo>
                    <a:pt x="43" y="9"/>
                    <a:pt x="44" y="10"/>
                    <a:pt x="45" y="10"/>
                  </a:cubicBezTo>
                  <a:cubicBezTo>
                    <a:pt x="46" y="11"/>
                    <a:pt x="55" y="21"/>
                    <a:pt x="56" y="19"/>
                  </a:cubicBezTo>
                  <a:cubicBezTo>
                    <a:pt x="57" y="17"/>
                    <a:pt x="54" y="13"/>
                    <a:pt x="54" y="12"/>
                  </a:cubicBezTo>
                  <a:cubicBezTo>
                    <a:pt x="52" y="10"/>
                    <a:pt x="49" y="8"/>
                    <a:pt x="47" y="6"/>
                  </a:cubicBezTo>
                  <a:cubicBezTo>
                    <a:pt x="45" y="5"/>
                    <a:pt x="43" y="4"/>
                    <a:pt x="40" y="3"/>
                  </a:cubicBezTo>
                  <a:cubicBezTo>
                    <a:pt x="39" y="3"/>
                    <a:pt x="34" y="0"/>
                    <a:pt x="33" y="0"/>
                  </a:cubicBezTo>
                  <a:cubicBezTo>
                    <a:pt x="33" y="1"/>
                    <a:pt x="35" y="4"/>
                    <a:pt x="36" y="5"/>
                  </a:cubicBezTo>
                  <a:cubicBezTo>
                    <a:pt x="37" y="9"/>
                    <a:pt x="35" y="6"/>
                    <a:pt x="33" y="6"/>
                  </a:cubicBezTo>
                  <a:cubicBezTo>
                    <a:pt x="33" y="6"/>
                    <a:pt x="34" y="7"/>
                    <a:pt x="34" y="8"/>
                  </a:cubicBezTo>
                  <a:cubicBezTo>
                    <a:pt x="32" y="7"/>
                    <a:pt x="31" y="4"/>
                    <a:pt x="29" y="4"/>
                  </a:cubicBezTo>
                  <a:cubicBezTo>
                    <a:pt x="26" y="5"/>
                    <a:pt x="26" y="7"/>
                    <a:pt x="27" y="9"/>
                  </a:cubicBezTo>
                  <a:cubicBezTo>
                    <a:pt x="26" y="9"/>
                    <a:pt x="24" y="6"/>
                    <a:pt x="25" y="10"/>
                  </a:cubicBezTo>
                  <a:cubicBezTo>
                    <a:pt x="23" y="10"/>
                    <a:pt x="22" y="6"/>
                    <a:pt x="21" y="6"/>
                  </a:cubicBezTo>
                  <a:cubicBezTo>
                    <a:pt x="20" y="6"/>
                    <a:pt x="20" y="8"/>
                    <a:pt x="20" y="9"/>
                  </a:cubicBezTo>
                  <a:cubicBezTo>
                    <a:pt x="19" y="9"/>
                    <a:pt x="18" y="6"/>
                    <a:pt x="17" y="6"/>
                  </a:cubicBezTo>
                  <a:cubicBezTo>
                    <a:pt x="16" y="6"/>
                    <a:pt x="17" y="9"/>
                    <a:pt x="16" y="10"/>
                  </a:cubicBezTo>
                  <a:cubicBezTo>
                    <a:pt x="15" y="9"/>
                    <a:pt x="15" y="8"/>
                    <a:pt x="14" y="7"/>
                  </a:cubicBezTo>
                  <a:cubicBezTo>
                    <a:pt x="13" y="7"/>
                    <a:pt x="13" y="9"/>
                    <a:pt x="13" y="10"/>
                  </a:cubicBezTo>
                  <a:cubicBezTo>
                    <a:pt x="12" y="9"/>
                    <a:pt x="12" y="8"/>
                    <a:pt x="11" y="9"/>
                  </a:cubicBezTo>
                  <a:cubicBezTo>
                    <a:pt x="10" y="10"/>
                    <a:pt x="10" y="11"/>
                    <a:pt x="9" y="12"/>
                  </a:cubicBezTo>
                  <a:cubicBezTo>
                    <a:pt x="8" y="11"/>
                    <a:pt x="9" y="9"/>
                    <a:pt x="8" y="8"/>
                  </a:cubicBezTo>
                  <a:cubicBezTo>
                    <a:pt x="7" y="9"/>
                    <a:pt x="6" y="15"/>
                    <a:pt x="5" y="13"/>
                  </a:cubicBezTo>
                  <a:lnTo>
                    <a:pt x="4" y="12"/>
                  </a:ln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28" name="Freeform 1063"/>
            <p:cNvSpPr>
              <a:spLocks/>
            </p:cNvSpPr>
            <p:nvPr/>
          </p:nvSpPr>
          <p:spPr bwMode="auto">
            <a:xfrm>
              <a:off x="4754" y="-8177"/>
              <a:ext cx="23" cy="45"/>
            </a:xfrm>
            <a:custGeom>
              <a:avLst/>
              <a:gdLst>
                <a:gd name="T0" fmla="*/ 201 w 4"/>
                <a:gd name="T1" fmla="*/ 1074 h 8"/>
                <a:gd name="T2" fmla="*/ 397 w 4"/>
                <a:gd name="T3" fmla="*/ 349 h 8"/>
                <a:gd name="T4" fmla="*/ 759 w 4"/>
                <a:gd name="T5" fmla="*/ 191 h 8"/>
                <a:gd name="T6" fmla="*/ 201 w 4"/>
                <a:gd name="T7" fmla="*/ 1074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8">
                  <a:moveTo>
                    <a:pt x="1" y="6"/>
                  </a:moveTo>
                  <a:cubicBezTo>
                    <a:pt x="1" y="6"/>
                    <a:pt x="0" y="5"/>
                    <a:pt x="2" y="2"/>
                  </a:cubicBezTo>
                  <a:cubicBezTo>
                    <a:pt x="2" y="2"/>
                    <a:pt x="4" y="0"/>
                    <a:pt x="4" y="1"/>
                  </a:cubicBezTo>
                  <a:cubicBezTo>
                    <a:pt x="4" y="1"/>
                    <a:pt x="2" y="8"/>
                    <a:pt x="1" y="6"/>
                  </a:cubicBez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29" name="Freeform 1064"/>
            <p:cNvSpPr>
              <a:spLocks/>
            </p:cNvSpPr>
            <p:nvPr/>
          </p:nvSpPr>
          <p:spPr bwMode="auto">
            <a:xfrm>
              <a:off x="4816" y="-8188"/>
              <a:ext cx="28" cy="45"/>
            </a:xfrm>
            <a:custGeom>
              <a:avLst/>
              <a:gdLst>
                <a:gd name="T0" fmla="*/ 0 w 5"/>
                <a:gd name="T1" fmla="*/ 0 h 8"/>
                <a:gd name="T2" fmla="*/ 689 w 5"/>
                <a:gd name="T3" fmla="*/ 1423 h 8"/>
                <a:gd name="T4" fmla="*/ 532 w 5"/>
                <a:gd name="T5" fmla="*/ 726 h 8"/>
                <a:gd name="T6" fmla="*/ 190 w 5"/>
                <a:gd name="T7" fmla="*/ 0 h 8"/>
                <a:gd name="T8" fmla="*/ 0 w 5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8">
                  <a:moveTo>
                    <a:pt x="0" y="0"/>
                  </a:moveTo>
                  <a:cubicBezTo>
                    <a:pt x="0" y="2"/>
                    <a:pt x="2" y="8"/>
                    <a:pt x="4" y="8"/>
                  </a:cubicBezTo>
                  <a:cubicBezTo>
                    <a:pt x="5" y="7"/>
                    <a:pt x="4" y="5"/>
                    <a:pt x="3" y="4"/>
                  </a:cubicBezTo>
                  <a:cubicBezTo>
                    <a:pt x="3" y="3"/>
                    <a:pt x="2" y="2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30" name="Freeform 1065"/>
            <p:cNvSpPr>
              <a:spLocks/>
            </p:cNvSpPr>
            <p:nvPr/>
          </p:nvSpPr>
          <p:spPr bwMode="auto">
            <a:xfrm>
              <a:off x="4833" y="-8194"/>
              <a:ext cx="40" cy="51"/>
            </a:xfrm>
            <a:custGeom>
              <a:avLst/>
              <a:gdLst>
                <a:gd name="T0" fmla="*/ 194 w 7"/>
                <a:gd name="T1" fmla="*/ 351 h 9"/>
                <a:gd name="T2" fmla="*/ 1309 w 7"/>
                <a:gd name="T3" fmla="*/ 1638 h 9"/>
                <a:gd name="T4" fmla="*/ 749 w 7"/>
                <a:gd name="T5" fmla="*/ 737 h 9"/>
                <a:gd name="T6" fmla="*/ 0 w 7"/>
                <a:gd name="T7" fmla="*/ 0 h 9"/>
                <a:gd name="T8" fmla="*/ 194 w 7"/>
                <a:gd name="T9" fmla="*/ 351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9">
                  <a:moveTo>
                    <a:pt x="1" y="2"/>
                  </a:moveTo>
                  <a:cubicBezTo>
                    <a:pt x="2" y="4"/>
                    <a:pt x="5" y="9"/>
                    <a:pt x="7" y="9"/>
                  </a:cubicBezTo>
                  <a:cubicBezTo>
                    <a:pt x="7" y="7"/>
                    <a:pt x="5" y="5"/>
                    <a:pt x="4" y="4"/>
                  </a:cubicBezTo>
                  <a:cubicBezTo>
                    <a:pt x="3" y="3"/>
                    <a:pt x="1" y="0"/>
                    <a:pt x="0" y="0"/>
                  </a:cubicBezTo>
                  <a:cubicBezTo>
                    <a:pt x="0" y="1"/>
                    <a:pt x="1" y="1"/>
                    <a:pt x="1" y="2"/>
                  </a:cubicBez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31" name="Freeform 1066"/>
            <p:cNvSpPr>
              <a:spLocks/>
            </p:cNvSpPr>
            <p:nvPr/>
          </p:nvSpPr>
          <p:spPr bwMode="auto">
            <a:xfrm>
              <a:off x="4518" y="-8262"/>
              <a:ext cx="287" cy="310"/>
            </a:xfrm>
            <a:custGeom>
              <a:avLst/>
              <a:gdLst>
                <a:gd name="T0" fmla="*/ 1773 w 51"/>
                <a:gd name="T1" fmla="*/ 9847 h 55"/>
                <a:gd name="T2" fmla="*/ 2155 w 51"/>
                <a:gd name="T3" fmla="*/ 8607 h 55"/>
                <a:gd name="T4" fmla="*/ 2504 w 51"/>
                <a:gd name="T5" fmla="*/ 7880 h 55"/>
                <a:gd name="T6" fmla="*/ 3579 w 51"/>
                <a:gd name="T7" fmla="*/ 5907 h 55"/>
                <a:gd name="T8" fmla="*/ 8013 w 51"/>
                <a:gd name="T9" fmla="*/ 541 h 55"/>
                <a:gd name="T10" fmla="*/ 8548 w 51"/>
                <a:gd name="T11" fmla="*/ 192 h 55"/>
                <a:gd name="T12" fmla="*/ 3737 w 51"/>
                <a:gd name="T13" fmla="*/ 4131 h 55"/>
                <a:gd name="T14" fmla="*/ 1075 w 51"/>
                <a:gd name="T15" fmla="*/ 7530 h 55"/>
                <a:gd name="T16" fmla="*/ 0 w 51"/>
                <a:gd name="T17" fmla="*/ 8770 h 55"/>
                <a:gd name="T18" fmla="*/ 1773 w 51"/>
                <a:gd name="T19" fmla="*/ 9847 h 5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1" h="55">
                  <a:moveTo>
                    <a:pt x="10" y="55"/>
                  </a:moveTo>
                  <a:cubicBezTo>
                    <a:pt x="10" y="55"/>
                    <a:pt x="13" y="51"/>
                    <a:pt x="12" y="48"/>
                  </a:cubicBezTo>
                  <a:cubicBezTo>
                    <a:pt x="12" y="48"/>
                    <a:pt x="14" y="45"/>
                    <a:pt x="14" y="44"/>
                  </a:cubicBezTo>
                  <a:cubicBezTo>
                    <a:pt x="14" y="44"/>
                    <a:pt x="19" y="35"/>
                    <a:pt x="20" y="33"/>
                  </a:cubicBezTo>
                  <a:cubicBezTo>
                    <a:pt x="20" y="33"/>
                    <a:pt x="35" y="11"/>
                    <a:pt x="45" y="3"/>
                  </a:cubicBezTo>
                  <a:cubicBezTo>
                    <a:pt x="45" y="3"/>
                    <a:pt x="51" y="0"/>
                    <a:pt x="48" y="1"/>
                  </a:cubicBezTo>
                  <a:cubicBezTo>
                    <a:pt x="48" y="1"/>
                    <a:pt x="39" y="3"/>
                    <a:pt x="21" y="23"/>
                  </a:cubicBezTo>
                  <a:cubicBezTo>
                    <a:pt x="21" y="23"/>
                    <a:pt x="10" y="33"/>
                    <a:pt x="6" y="42"/>
                  </a:cubicBezTo>
                  <a:cubicBezTo>
                    <a:pt x="6" y="42"/>
                    <a:pt x="2" y="48"/>
                    <a:pt x="0" y="49"/>
                  </a:cubicBezTo>
                  <a:lnTo>
                    <a:pt x="10" y="55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32" name="Freeform 1067"/>
            <p:cNvSpPr>
              <a:spLocks/>
            </p:cNvSpPr>
            <p:nvPr/>
          </p:nvSpPr>
          <p:spPr bwMode="auto">
            <a:xfrm>
              <a:off x="4512" y="-8239"/>
              <a:ext cx="248" cy="265"/>
            </a:xfrm>
            <a:custGeom>
              <a:avLst/>
              <a:gdLst>
                <a:gd name="T0" fmla="*/ 1082 w 44"/>
                <a:gd name="T1" fmla="*/ 8424 h 47"/>
                <a:gd name="T2" fmla="*/ 1781 w 44"/>
                <a:gd name="T3" fmla="*/ 7691 h 47"/>
                <a:gd name="T4" fmla="*/ 1967 w 44"/>
                <a:gd name="T5" fmla="*/ 6991 h 47"/>
                <a:gd name="T6" fmla="*/ 2700 w 44"/>
                <a:gd name="T7" fmla="*/ 5915 h 47"/>
                <a:gd name="T8" fmla="*/ 3590 w 44"/>
                <a:gd name="T9" fmla="*/ 4674 h 47"/>
                <a:gd name="T10" fmla="*/ 4673 w 44"/>
                <a:gd name="T11" fmla="*/ 3400 h 47"/>
                <a:gd name="T12" fmla="*/ 7147 w 44"/>
                <a:gd name="T13" fmla="*/ 541 h 47"/>
                <a:gd name="T14" fmla="*/ 7339 w 44"/>
                <a:gd name="T15" fmla="*/ 192 h 47"/>
                <a:gd name="T16" fmla="*/ 3940 w 44"/>
                <a:gd name="T17" fmla="*/ 3400 h 47"/>
                <a:gd name="T18" fmla="*/ 1082 w 44"/>
                <a:gd name="T19" fmla="*/ 6991 h 47"/>
                <a:gd name="T20" fmla="*/ 0 w 44"/>
                <a:gd name="T21" fmla="*/ 7882 h 47"/>
                <a:gd name="T22" fmla="*/ 1082 w 44"/>
                <a:gd name="T23" fmla="*/ 8424 h 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" h="47">
                  <a:moveTo>
                    <a:pt x="6" y="47"/>
                  </a:moveTo>
                  <a:cubicBezTo>
                    <a:pt x="6" y="47"/>
                    <a:pt x="9" y="46"/>
                    <a:pt x="10" y="43"/>
                  </a:cubicBezTo>
                  <a:cubicBezTo>
                    <a:pt x="10" y="43"/>
                    <a:pt x="10" y="41"/>
                    <a:pt x="11" y="39"/>
                  </a:cubicBezTo>
                  <a:cubicBezTo>
                    <a:pt x="11" y="39"/>
                    <a:pt x="14" y="35"/>
                    <a:pt x="15" y="33"/>
                  </a:cubicBezTo>
                  <a:cubicBezTo>
                    <a:pt x="15" y="33"/>
                    <a:pt x="18" y="28"/>
                    <a:pt x="20" y="26"/>
                  </a:cubicBezTo>
                  <a:cubicBezTo>
                    <a:pt x="20" y="26"/>
                    <a:pt x="25" y="21"/>
                    <a:pt x="26" y="19"/>
                  </a:cubicBezTo>
                  <a:cubicBezTo>
                    <a:pt x="26" y="19"/>
                    <a:pt x="35" y="7"/>
                    <a:pt x="40" y="3"/>
                  </a:cubicBezTo>
                  <a:cubicBezTo>
                    <a:pt x="40" y="3"/>
                    <a:pt x="44" y="0"/>
                    <a:pt x="41" y="1"/>
                  </a:cubicBezTo>
                  <a:cubicBezTo>
                    <a:pt x="41" y="1"/>
                    <a:pt x="32" y="9"/>
                    <a:pt x="22" y="19"/>
                  </a:cubicBezTo>
                  <a:cubicBezTo>
                    <a:pt x="22" y="19"/>
                    <a:pt x="9" y="29"/>
                    <a:pt x="6" y="39"/>
                  </a:cubicBezTo>
                  <a:cubicBezTo>
                    <a:pt x="6" y="39"/>
                    <a:pt x="2" y="44"/>
                    <a:pt x="0" y="44"/>
                  </a:cubicBezTo>
                  <a:lnTo>
                    <a:pt x="6" y="47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33" name="Freeform 1068"/>
            <p:cNvSpPr>
              <a:spLocks/>
            </p:cNvSpPr>
            <p:nvPr/>
          </p:nvSpPr>
          <p:spPr bwMode="auto">
            <a:xfrm>
              <a:off x="4523" y="-8194"/>
              <a:ext cx="181" cy="214"/>
            </a:xfrm>
            <a:custGeom>
              <a:avLst/>
              <a:gdLst>
                <a:gd name="T0" fmla="*/ 0 w 32"/>
                <a:gd name="T1" fmla="*/ 6437 h 38"/>
                <a:gd name="T2" fmla="*/ 894 w 32"/>
                <a:gd name="T3" fmla="*/ 5361 h 38"/>
                <a:gd name="T4" fmla="*/ 1442 w 32"/>
                <a:gd name="T5" fmla="*/ 4280 h 38"/>
                <a:gd name="T6" fmla="*/ 3614 w 32"/>
                <a:gd name="T7" fmla="*/ 2157 h 38"/>
                <a:gd name="T8" fmla="*/ 4157 w 32"/>
                <a:gd name="T9" fmla="*/ 1774 h 38"/>
                <a:gd name="T10" fmla="*/ 5249 w 32"/>
                <a:gd name="T11" fmla="*/ 541 h 38"/>
                <a:gd name="T12" fmla="*/ 3614 w 32"/>
                <a:gd name="T13" fmla="*/ 2506 h 38"/>
                <a:gd name="T14" fmla="*/ 2528 w 32"/>
                <a:gd name="T15" fmla="*/ 3931 h 38"/>
                <a:gd name="T16" fmla="*/ 1442 w 32"/>
                <a:gd name="T17" fmla="*/ 5361 h 38"/>
                <a:gd name="T18" fmla="*/ 1278 w 32"/>
                <a:gd name="T19" fmla="*/ 5553 h 38"/>
                <a:gd name="T20" fmla="*/ 1086 w 32"/>
                <a:gd name="T21" fmla="*/ 5896 h 38"/>
                <a:gd name="T22" fmla="*/ 351 w 32"/>
                <a:gd name="T23" fmla="*/ 6786 h 38"/>
                <a:gd name="T24" fmla="*/ 0 w 32"/>
                <a:gd name="T25" fmla="*/ 6437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38">
                  <a:moveTo>
                    <a:pt x="0" y="36"/>
                  </a:moveTo>
                  <a:cubicBezTo>
                    <a:pt x="0" y="36"/>
                    <a:pt x="4" y="32"/>
                    <a:pt x="5" y="30"/>
                  </a:cubicBezTo>
                  <a:cubicBezTo>
                    <a:pt x="5" y="30"/>
                    <a:pt x="5" y="26"/>
                    <a:pt x="8" y="24"/>
                  </a:cubicBezTo>
                  <a:cubicBezTo>
                    <a:pt x="8" y="24"/>
                    <a:pt x="15" y="14"/>
                    <a:pt x="20" y="12"/>
                  </a:cubicBezTo>
                  <a:cubicBezTo>
                    <a:pt x="20" y="12"/>
                    <a:pt x="22" y="10"/>
                    <a:pt x="23" y="10"/>
                  </a:cubicBezTo>
                  <a:cubicBezTo>
                    <a:pt x="23" y="10"/>
                    <a:pt x="32" y="0"/>
                    <a:pt x="29" y="3"/>
                  </a:cubicBezTo>
                  <a:cubicBezTo>
                    <a:pt x="29" y="3"/>
                    <a:pt x="23" y="12"/>
                    <a:pt x="20" y="14"/>
                  </a:cubicBezTo>
                  <a:cubicBezTo>
                    <a:pt x="20" y="14"/>
                    <a:pt x="16" y="18"/>
                    <a:pt x="14" y="22"/>
                  </a:cubicBezTo>
                  <a:cubicBezTo>
                    <a:pt x="14" y="22"/>
                    <a:pt x="9" y="28"/>
                    <a:pt x="8" y="30"/>
                  </a:cubicBezTo>
                  <a:cubicBezTo>
                    <a:pt x="8" y="30"/>
                    <a:pt x="8" y="32"/>
                    <a:pt x="7" y="31"/>
                  </a:cubicBezTo>
                  <a:cubicBezTo>
                    <a:pt x="7" y="31"/>
                    <a:pt x="6" y="31"/>
                    <a:pt x="6" y="33"/>
                  </a:cubicBezTo>
                  <a:cubicBezTo>
                    <a:pt x="6" y="33"/>
                    <a:pt x="4" y="38"/>
                    <a:pt x="2" y="38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34" name="Freeform 1069"/>
            <p:cNvSpPr>
              <a:spLocks/>
            </p:cNvSpPr>
            <p:nvPr/>
          </p:nvSpPr>
          <p:spPr bwMode="auto">
            <a:xfrm>
              <a:off x="4625" y="-8267"/>
              <a:ext cx="293" cy="180"/>
            </a:xfrm>
            <a:custGeom>
              <a:avLst/>
              <a:gdLst>
                <a:gd name="T0" fmla="*/ 890 w 52"/>
                <a:gd name="T1" fmla="*/ 5001 h 32"/>
                <a:gd name="T2" fmla="*/ 1431 w 52"/>
                <a:gd name="T3" fmla="*/ 4269 h 32"/>
                <a:gd name="T4" fmla="*/ 1966 w 52"/>
                <a:gd name="T5" fmla="*/ 3578 h 32"/>
                <a:gd name="T6" fmla="*/ 6097 w 52"/>
                <a:gd name="T7" fmla="*/ 349 h 32"/>
                <a:gd name="T8" fmla="*/ 8953 w 52"/>
                <a:gd name="T9" fmla="*/ 191 h 32"/>
                <a:gd name="T10" fmla="*/ 8762 w 52"/>
                <a:gd name="T11" fmla="*/ 191 h 32"/>
                <a:gd name="T12" fmla="*/ 5905 w 52"/>
                <a:gd name="T13" fmla="*/ 191 h 32"/>
                <a:gd name="T14" fmla="*/ 3048 w 52"/>
                <a:gd name="T15" fmla="*/ 1963 h 32"/>
                <a:gd name="T16" fmla="*/ 1431 w 52"/>
                <a:gd name="T17" fmla="*/ 3926 h 32"/>
                <a:gd name="T18" fmla="*/ 541 w 52"/>
                <a:gd name="T19" fmla="*/ 5158 h 32"/>
                <a:gd name="T20" fmla="*/ 890 w 52"/>
                <a:gd name="T21" fmla="*/ 5001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2" h="32">
                  <a:moveTo>
                    <a:pt x="5" y="28"/>
                  </a:moveTo>
                  <a:cubicBezTo>
                    <a:pt x="5" y="28"/>
                    <a:pt x="7" y="26"/>
                    <a:pt x="8" y="24"/>
                  </a:cubicBezTo>
                  <a:cubicBezTo>
                    <a:pt x="8" y="24"/>
                    <a:pt x="9" y="21"/>
                    <a:pt x="11" y="20"/>
                  </a:cubicBezTo>
                  <a:cubicBezTo>
                    <a:pt x="11" y="20"/>
                    <a:pt x="21" y="5"/>
                    <a:pt x="34" y="2"/>
                  </a:cubicBezTo>
                  <a:cubicBezTo>
                    <a:pt x="34" y="2"/>
                    <a:pt x="44" y="0"/>
                    <a:pt x="50" y="1"/>
                  </a:cubicBezTo>
                  <a:cubicBezTo>
                    <a:pt x="50" y="1"/>
                    <a:pt x="52" y="1"/>
                    <a:pt x="49" y="1"/>
                  </a:cubicBezTo>
                  <a:cubicBezTo>
                    <a:pt x="49" y="1"/>
                    <a:pt x="36" y="0"/>
                    <a:pt x="33" y="1"/>
                  </a:cubicBezTo>
                  <a:cubicBezTo>
                    <a:pt x="33" y="1"/>
                    <a:pt x="23" y="5"/>
                    <a:pt x="17" y="11"/>
                  </a:cubicBezTo>
                  <a:cubicBezTo>
                    <a:pt x="17" y="11"/>
                    <a:pt x="9" y="19"/>
                    <a:pt x="8" y="22"/>
                  </a:cubicBezTo>
                  <a:cubicBezTo>
                    <a:pt x="8" y="22"/>
                    <a:pt x="5" y="28"/>
                    <a:pt x="3" y="29"/>
                  </a:cubicBezTo>
                  <a:cubicBezTo>
                    <a:pt x="3" y="29"/>
                    <a:pt x="0" y="32"/>
                    <a:pt x="5" y="2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35" name="Freeform 1070"/>
            <p:cNvSpPr>
              <a:spLocks/>
            </p:cNvSpPr>
            <p:nvPr/>
          </p:nvSpPr>
          <p:spPr bwMode="auto">
            <a:xfrm>
              <a:off x="4952" y="-8217"/>
              <a:ext cx="95" cy="85"/>
            </a:xfrm>
            <a:custGeom>
              <a:avLst/>
              <a:gdLst>
                <a:gd name="T0" fmla="*/ 0 w 17"/>
                <a:gd name="T1" fmla="*/ 0 h 15"/>
                <a:gd name="T2" fmla="*/ 2436 w 17"/>
                <a:gd name="T3" fmla="*/ 2374 h 15"/>
                <a:gd name="T4" fmla="*/ 2621 w 17"/>
                <a:gd name="T5" fmla="*/ 2182 h 15"/>
                <a:gd name="T6" fmla="*/ 0 w 17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5">
                  <a:moveTo>
                    <a:pt x="0" y="0"/>
                  </a:moveTo>
                  <a:cubicBezTo>
                    <a:pt x="0" y="0"/>
                    <a:pt x="10" y="12"/>
                    <a:pt x="14" y="13"/>
                  </a:cubicBezTo>
                  <a:cubicBezTo>
                    <a:pt x="14" y="13"/>
                    <a:pt x="17" y="15"/>
                    <a:pt x="15" y="12"/>
                  </a:cubicBezTo>
                  <a:cubicBezTo>
                    <a:pt x="15" y="12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36" name="Freeform 1071"/>
            <p:cNvSpPr>
              <a:spLocks/>
            </p:cNvSpPr>
            <p:nvPr/>
          </p:nvSpPr>
          <p:spPr bwMode="auto">
            <a:xfrm>
              <a:off x="4923" y="-8217"/>
              <a:ext cx="79" cy="62"/>
            </a:xfrm>
            <a:custGeom>
              <a:avLst/>
              <a:gdLst>
                <a:gd name="T0" fmla="*/ 0 w 14"/>
                <a:gd name="T1" fmla="*/ 0 h 11"/>
                <a:gd name="T2" fmla="*/ 2167 w 14"/>
                <a:gd name="T3" fmla="*/ 1781 h 11"/>
                <a:gd name="T4" fmla="*/ 2167 w 14"/>
                <a:gd name="T5" fmla="*/ 1618 h 11"/>
                <a:gd name="T6" fmla="*/ 0 w 14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cubicBezTo>
                    <a:pt x="0" y="0"/>
                    <a:pt x="6" y="9"/>
                    <a:pt x="12" y="10"/>
                  </a:cubicBezTo>
                  <a:cubicBezTo>
                    <a:pt x="12" y="10"/>
                    <a:pt x="14" y="11"/>
                    <a:pt x="12" y="9"/>
                  </a:cubicBezTo>
                  <a:cubicBezTo>
                    <a:pt x="12" y="9"/>
                    <a:pt x="3" y="2"/>
                    <a:pt x="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37" name="Freeform 1072"/>
            <p:cNvSpPr>
              <a:spLocks/>
            </p:cNvSpPr>
            <p:nvPr/>
          </p:nvSpPr>
          <p:spPr bwMode="auto">
            <a:xfrm>
              <a:off x="4890" y="-8217"/>
              <a:ext cx="67" cy="68"/>
            </a:xfrm>
            <a:custGeom>
              <a:avLst/>
              <a:gdLst>
                <a:gd name="T0" fmla="*/ 0 w 12"/>
                <a:gd name="T1" fmla="*/ 0 h 12"/>
                <a:gd name="T2" fmla="*/ 1748 w 12"/>
                <a:gd name="T3" fmla="*/ 2182 h 12"/>
                <a:gd name="T4" fmla="*/ 1748 w 12"/>
                <a:gd name="T5" fmla="*/ 1830 h 12"/>
                <a:gd name="T6" fmla="*/ 0 w 12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0"/>
                  </a:moveTo>
                  <a:cubicBezTo>
                    <a:pt x="0" y="0"/>
                    <a:pt x="7" y="11"/>
                    <a:pt x="10" y="12"/>
                  </a:cubicBezTo>
                  <a:cubicBezTo>
                    <a:pt x="10" y="12"/>
                    <a:pt x="12" y="12"/>
                    <a:pt x="10" y="1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38" name="Freeform 1073"/>
            <p:cNvSpPr>
              <a:spLocks/>
            </p:cNvSpPr>
            <p:nvPr/>
          </p:nvSpPr>
          <p:spPr bwMode="auto">
            <a:xfrm>
              <a:off x="4861" y="-8205"/>
              <a:ext cx="62" cy="56"/>
            </a:xfrm>
            <a:custGeom>
              <a:avLst/>
              <a:gdLst>
                <a:gd name="T0" fmla="*/ 0 w 11"/>
                <a:gd name="T1" fmla="*/ 0 h 10"/>
                <a:gd name="T2" fmla="*/ 1781 w 11"/>
                <a:gd name="T3" fmla="*/ 1758 h 10"/>
                <a:gd name="T4" fmla="*/ 1618 w 11"/>
                <a:gd name="T5" fmla="*/ 1568 h 10"/>
                <a:gd name="T6" fmla="*/ 0 w 11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cubicBezTo>
                    <a:pt x="0" y="0"/>
                    <a:pt x="4" y="9"/>
                    <a:pt x="10" y="10"/>
                  </a:cubicBezTo>
                  <a:cubicBezTo>
                    <a:pt x="10" y="10"/>
                    <a:pt x="11" y="10"/>
                    <a:pt x="9" y="9"/>
                  </a:cubicBezTo>
                  <a:cubicBezTo>
                    <a:pt x="9" y="9"/>
                    <a:pt x="2" y="3"/>
                    <a:pt x="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39" name="Freeform 1074"/>
            <p:cNvSpPr>
              <a:spLocks/>
            </p:cNvSpPr>
            <p:nvPr/>
          </p:nvSpPr>
          <p:spPr bwMode="auto">
            <a:xfrm>
              <a:off x="4980" y="-8211"/>
              <a:ext cx="84" cy="96"/>
            </a:xfrm>
            <a:custGeom>
              <a:avLst/>
              <a:gdLst>
                <a:gd name="T0" fmla="*/ 0 w 15"/>
                <a:gd name="T1" fmla="*/ 0 h 17"/>
                <a:gd name="T2" fmla="*/ 2447 w 15"/>
                <a:gd name="T3" fmla="*/ 2519 h 17"/>
                <a:gd name="T4" fmla="*/ 2632 w 15"/>
                <a:gd name="T5" fmla="*/ 2711 h 17"/>
                <a:gd name="T6" fmla="*/ 0 w 15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7">
                  <a:moveTo>
                    <a:pt x="0" y="0"/>
                  </a:moveTo>
                  <a:cubicBezTo>
                    <a:pt x="0" y="0"/>
                    <a:pt x="10" y="6"/>
                    <a:pt x="14" y="14"/>
                  </a:cubicBezTo>
                  <a:cubicBezTo>
                    <a:pt x="14" y="14"/>
                    <a:pt x="15" y="17"/>
                    <a:pt x="15" y="15"/>
                  </a:cubicBezTo>
                  <a:cubicBezTo>
                    <a:pt x="15" y="15"/>
                    <a:pt x="13" y="5"/>
                    <a:pt x="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40" name="Freeform 1075"/>
            <p:cNvSpPr>
              <a:spLocks/>
            </p:cNvSpPr>
            <p:nvPr/>
          </p:nvSpPr>
          <p:spPr bwMode="auto">
            <a:xfrm>
              <a:off x="4698" y="-8262"/>
              <a:ext cx="231" cy="102"/>
            </a:xfrm>
            <a:custGeom>
              <a:avLst/>
              <a:gdLst>
                <a:gd name="T0" fmla="*/ 349 w 41"/>
                <a:gd name="T1" fmla="*/ 2924 h 18"/>
                <a:gd name="T2" fmla="*/ 1240 w 41"/>
                <a:gd name="T3" fmla="*/ 2374 h 18"/>
                <a:gd name="T4" fmla="*/ 2158 w 41"/>
                <a:gd name="T5" fmla="*/ 1638 h 18"/>
                <a:gd name="T6" fmla="*/ 2699 w 41"/>
                <a:gd name="T7" fmla="*/ 1094 h 18"/>
                <a:gd name="T8" fmla="*/ 3589 w 41"/>
                <a:gd name="T9" fmla="*/ 544 h 18"/>
                <a:gd name="T10" fmla="*/ 4474 w 41"/>
                <a:gd name="T11" fmla="*/ 351 h 18"/>
                <a:gd name="T12" fmla="*/ 5555 w 41"/>
                <a:gd name="T13" fmla="*/ 351 h 18"/>
                <a:gd name="T14" fmla="*/ 5905 w 41"/>
                <a:gd name="T15" fmla="*/ 351 h 18"/>
                <a:gd name="T16" fmla="*/ 6445 w 41"/>
                <a:gd name="T17" fmla="*/ 351 h 18"/>
                <a:gd name="T18" fmla="*/ 6795 w 41"/>
                <a:gd name="T19" fmla="*/ 351 h 18"/>
                <a:gd name="T20" fmla="*/ 7330 w 41"/>
                <a:gd name="T21" fmla="*/ 351 h 18"/>
                <a:gd name="T22" fmla="*/ 6445 w 41"/>
                <a:gd name="T23" fmla="*/ 193 h 18"/>
                <a:gd name="T24" fmla="*/ 5014 w 41"/>
                <a:gd name="T25" fmla="*/ 0 h 18"/>
                <a:gd name="T26" fmla="*/ 2857 w 41"/>
                <a:gd name="T27" fmla="*/ 544 h 18"/>
                <a:gd name="T28" fmla="*/ 1082 w 41"/>
                <a:gd name="T29" fmla="*/ 1830 h 18"/>
                <a:gd name="T30" fmla="*/ 541 w 41"/>
                <a:gd name="T31" fmla="*/ 2539 h 18"/>
                <a:gd name="T32" fmla="*/ 0 w 41"/>
                <a:gd name="T33" fmla="*/ 3275 h 18"/>
                <a:gd name="T34" fmla="*/ 192 w 41"/>
                <a:gd name="T35" fmla="*/ 3083 h 18"/>
                <a:gd name="T36" fmla="*/ 349 w 41"/>
                <a:gd name="T37" fmla="*/ 2924 h 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1" h="18">
                  <a:moveTo>
                    <a:pt x="2" y="16"/>
                  </a:moveTo>
                  <a:cubicBezTo>
                    <a:pt x="3" y="17"/>
                    <a:pt x="5" y="14"/>
                    <a:pt x="7" y="13"/>
                  </a:cubicBezTo>
                  <a:cubicBezTo>
                    <a:pt x="8" y="11"/>
                    <a:pt x="10" y="10"/>
                    <a:pt x="12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7" y="5"/>
                    <a:pt x="18" y="4"/>
                    <a:pt x="20" y="3"/>
                  </a:cubicBezTo>
                  <a:cubicBezTo>
                    <a:pt x="22" y="3"/>
                    <a:pt x="23" y="3"/>
                    <a:pt x="25" y="2"/>
                  </a:cubicBezTo>
                  <a:cubicBezTo>
                    <a:pt x="27" y="1"/>
                    <a:pt x="29" y="2"/>
                    <a:pt x="31" y="2"/>
                  </a:cubicBezTo>
                  <a:cubicBezTo>
                    <a:pt x="31" y="2"/>
                    <a:pt x="32" y="2"/>
                    <a:pt x="33" y="2"/>
                  </a:cubicBezTo>
                  <a:cubicBezTo>
                    <a:pt x="34" y="1"/>
                    <a:pt x="35" y="2"/>
                    <a:pt x="36" y="2"/>
                  </a:cubicBezTo>
                  <a:cubicBezTo>
                    <a:pt x="37" y="2"/>
                    <a:pt x="38" y="2"/>
                    <a:pt x="38" y="2"/>
                  </a:cubicBezTo>
                  <a:cubicBezTo>
                    <a:pt x="39" y="2"/>
                    <a:pt x="40" y="3"/>
                    <a:pt x="41" y="2"/>
                  </a:cubicBezTo>
                  <a:cubicBezTo>
                    <a:pt x="40" y="1"/>
                    <a:pt x="37" y="1"/>
                    <a:pt x="36" y="1"/>
                  </a:cubicBezTo>
                  <a:cubicBezTo>
                    <a:pt x="33" y="0"/>
                    <a:pt x="31" y="0"/>
                    <a:pt x="28" y="0"/>
                  </a:cubicBezTo>
                  <a:cubicBezTo>
                    <a:pt x="24" y="1"/>
                    <a:pt x="20" y="1"/>
                    <a:pt x="16" y="3"/>
                  </a:cubicBezTo>
                  <a:cubicBezTo>
                    <a:pt x="13" y="4"/>
                    <a:pt x="9" y="6"/>
                    <a:pt x="6" y="10"/>
                  </a:cubicBezTo>
                  <a:cubicBezTo>
                    <a:pt x="5" y="11"/>
                    <a:pt x="4" y="13"/>
                    <a:pt x="3" y="14"/>
                  </a:cubicBezTo>
                  <a:cubicBezTo>
                    <a:pt x="2" y="15"/>
                    <a:pt x="0" y="18"/>
                    <a:pt x="0" y="18"/>
                  </a:cubicBezTo>
                  <a:cubicBezTo>
                    <a:pt x="0" y="18"/>
                    <a:pt x="1" y="18"/>
                    <a:pt x="1" y="17"/>
                  </a:cubicBezTo>
                  <a:lnTo>
                    <a:pt x="2" y="16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41" name="Freeform 1076"/>
            <p:cNvSpPr>
              <a:spLocks/>
            </p:cNvSpPr>
            <p:nvPr/>
          </p:nvSpPr>
          <p:spPr bwMode="auto">
            <a:xfrm>
              <a:off x="4563" y="-8115"/>
              <a:ext cx="141" cy="175"/>
            </a:xfrm>
            <a:custGeom>
              <a:avLst/>
              <a:gdLst>
                <a:gd name="T0" fmla="*/ 541 w 25"/>
                <a:gd name="T1" fmla="*/ 5577 h 31"/>
                <a:gd name="T2" fmla="*/ 733 w 25"/>
                <a:gd name="T3" fmla="*/ 5227 h 31"/>
                <a:gd name="T4" fmla="*/ 891 w 25"/>
                <a:gd name="T5" fmla="*/ 4685 h 31"/>
                <a:gd name="T6" fmla="*/ 1083 w 25"/>
                <a:gd name="T7" fmla="*/ 3794 h 31"/>
                <a:gd name="T8" fmla="*/ 1433 w 25"/>
                <a:gd name="T9" fmla="*/ 3060 h 31"/>
                <a:gd name="T10" fmla="*/ 1782 w 25"/>
                <a:gd name="T11" fmla="*/ 2168 h 31"/>
                <a:gd name="T12" fmla="*/ 3051 w 25"/>
                <a:gd name="T13" fmla="*/ 892 h 31"/>
                <a:gd name="T14" fmla="*/ 4484 w 25"/>
                <a:gd name="T15" fmla="*/ 0 h 31"/>
                <a:gd name="T16" fmla="*/ 3756 w 25"/>
                <a:gd name="T17" fmla="*/ 350 h 31"/>
                <a:gd name="T18" fmla="*/ 3051 w 25"/>
                <a:gd name="T19" fmla="*/ 734 h 31"/>
                <a:gd name="T20" fmla="*/ 2515 w 25"/>
                <a:gd name="T21" fmla="*/ 1084 h 31"/>
                <a:gd name="T22" fmla="*/ 1782 w 25"/>
                <a:gd name="T23" fmla="*/ 1784 h 31"/>
                <a:gd name="T24" fmla="*/ 891 w 25"/>
                <a:gd name="T25" fmla="*/ 3410 h 31"/>
                <a:gd name="T26" fmla="*/ 541 w 25"/>
                <a:gd name="T27" fmla="*/ 3952 h 31"/>
                <a:gd name="T28" fmla="*/ 0 w 25"/>
                <a:gd name="T29" fmla="*/ 4685 h 31"/>
                <a:gd name="T30" fmla="*/ 541 w 25"/>
                <a:gd name="T31" fmla="*/ 5577 h 3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5" h="31">
                  <a:moveTo>
                    <a:pt x="3" y="31"/>
                  </a:moveTo>
                  <a:cubicBezTo>
                    <a:pt x="3" y="30"/>
                    <a:pt x="3" y="29"/>
                    <a:pt x="4" y="29"/>
                  </a:cubicBezTo>
                  <a:cubicBezTo>
                    <a:pt x="4" y="28"/>
                    <a:pt x="5" y="27"/>
                    <a:pt x="5" y="26"/>
                  </a:cubicBezTo>
                  <a:cubicBezTo>
                    <a:pt x="5" y="25"/>
                    <a:pt x="5" y="23"/>
                    <a:pt x="6" y="21"/>
                  </a:cubicBezTo>
                  <a:cubicBezTo>
                    <a:pt x="6" y="20"/>
                    <a:pt x="7" y="18"/>
                    <a:pt x="8" y="17"/>
                  </a:cubicBezTo>
                  <a:cubicBezTo>
                    <a:pt x="9" y="15"/>
                    <a:pt x="9" y="13"/>
                    <a:pt x="10" y="12"/>
                  </a:cubicBezTo>
                  <a:cubicBezTo>
                    <a:pt x="12" y="9"/>
                    <a:pt x="15" y="7"/>
                    <a:pt x="17" y="5"/>
                  </a:cubicBezTo>
                  <a:cubicBezTo>
                    <a:pt x="19" y="3"/>
                    <a:pt x="22" y="2"/>
                    <a:pt x="25" y="0"/>
                  </a:cubicBezTo>
                  <a:cubicBezTo>
                    <a:pt x="23" y="0"/>
                    <a:pt x="22" y="1"/>
                    <a:pt x="21" y="2"/>
                  </a:cubicBezTo>
                  <a:cubicBezTo>
                    <a:pt x="20" y="3"/>
                    <a:pt x="19" y="4"/>
                    <a:pt x="17" y="4"/>
                  </a:cubicBezTo>
                  <a:cubicBezTo>
                    <a:pt x="16" y="5"/>
                    <a:pt x="15" y="5"/>
                    <a:pt x="14" y="6"/>
                  </a:cubicBezTo>
                  <a:cubicBezTo>
                    <a:pt x="12" y="7"/>
                    <a:pt x="11" y="9"/>
                    <a:pt x="10" y="10"/>
                  </a:cubicBezTo>
                  <a:cubicBezTo>
                    <a:pt x="9" y="13"/>
                    <a:pt x="6" y="16"/>
                    <a:pt x="5" y="19"/>
                  </a:cubicBezTo>
                  <a:cubicBezTo>
                    <a:pt x="4" y="20"/>
                    <a:pt x="4" y="21"/>
                    <a:pt x="3" y="22"/>
                  </a:cubicBezTo>
                  <a:cubicBezTo>
                    <a:pt x="2" y="24"/>
                    <a:pt x="1" y="25"/>
                    <a:pt x="0" y="26"/>
                  </a:cubicBezTo>
                  <a:lnTo>
                    <a:pt x="3" y="3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42" name="Freeform 1077"/>
            <p:cNvSpPr>
              <a:spLocks/>
            </p:cNvSpPr>
            <p:nvPr/>
          </p:nvSpPr>
          <p:spPr bwMode="auto">
            <a:xfrm>
              <a:off x="4518" y="-8110"/>
              <a:ext cx="95" cy="113"/>
            </a:xfrm>
            <a:custGeom>
              <a:avLst/>
              <a:gdLst>
                <a:gd name="T0" fmla="*/ 531 w 17"/>
                <a:gd name="T1" fmla="*/ 3605 h 20"/>
                <a:gd name="T2" fmla="*/ 1218 w 17"/>
                <a:gd name="T3" fmla="*/ 2520 h 20"/>
                <a:gd name="T4" fmla="*/ 2280 w 17"/>
                <a:gd name="T5" fmla="*/ 735 h 20"/>
                <a:gd name="T6" fmla="*/ 2621 w 17"/>
                <a:gd name="T7" fmla="*/ 192 h 20"/>
                <a:gd name="T8" fmla="*/ 1062 w 17"/>
                <a:gd name="T9" fmla="*/ 1978 h 20"/>
                <a:gd name="T10" fmla="*/ 872 w 17"/>
                <a:gd name="T11" fmla="*/ 2712 h 20"/>
                <a:gd name="T12" fmla="*/ 0 w 17"/>
                <a:gd name="T13" fmla="*/ 3605 h 20"/>
                <a:gd name="T14" fmla="*/ 531 w 17"/>
                <a:gd name="T15" fmla="*/ 3605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20">
                  <a:moveTo>
                    <a:pt x="3" y="20"/>
                  </a:moveTo>
                  <a:cubicBezTo>
                    <a:pt x="3" y="20"/>
                    <a:pt x="6" y="17"/>
                    <a:pt x="7" y="14"/>
                  </a:cubicBezTo>
                  <a:cubicBezTo>
                    <a:pt x="7" y="14"/>
                    <a:pt x="10" y="7"/>
                    <a:pt x="13" y="4"/>
                  </a:cubicBezTo>
                  <a:cubicBezTo>
                    <a:pt x="13" y="4"/>
                    <a:pt x="17" y="0"/>
                    <a:pt x="15" y="1"/>
                  </a:cubicBezTo>
                  <a:cubicBezTo>
                    <a:pt x="15" y="1"/>
                    <a:pt x="7" y="9"/>
                    <a:pt x="6" y="11"/>
                  </a:cubicBezTo>
                  <a:cubicBezTo>
                    <a:pt x="6" y="11"/>
                    <a:pt x="5" y="13"/>
                    <a:pt x="5" y="15"/>
                  </a:cubicBezTo>
                  <a:cubicBezTo>
                    <a:pt x="5" y="15"/>
                    <a:pt x="2" y="19"/>
                    <a:pt x="0" y="20"/>
                  </a:cubicBezTo>
                  <a:lnTo>
                    <a:pt x="3" y="2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43" name="Freeform 1078"/>
            <p:cNvSpPr>
              <a:spLocks/>
            </p:cNvSpPr>
            <p:nvPr/>
          </p:nvSpPr>
          <p:spPr bwMode="auto">
            <a:xfrm>
              <a:off x="4196" y="-7918"/>
              <a:ext cx="169" cy="107"/>
            </a:xfrm>
            <a:custGeom>
              <a:avLst/>
              <a:gdLst>
                <a:gd name="T0" fmla="*/ 4631 w 30"/>
                <a:gd name="T1" fmla="*/ 0 h 19"/>
                <a:gd name="T2" fmla="*/ 192 w 30"/>
                <a:gd name="T3" fmla="*/ 191 h 19"/>
                <a:gd name="T4" fmla="*/ 541 w 30"/>
                <a:gd name="T5" fmla="*/ 541 h 19"/>
                <a:gd name="T6" fmla="*/ 5363 w 30"/>
                <a:gd name="T7" fmla="*/ 2664 h 19"/>
                <a:gd name="T8" fmla="*/ 4631 w 3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9">
                  <a:moveTo>
                    <a:pt x="26" y="0"/>
                  </a:moveTo>
                  <a:cubicBezTo>
                    <a:pt x="26" y="0"/>
                    <a:pt x="10" y="3"/>
                    <a:pt x="1" y="1"/>
                  </a:cubicBezTo>
                  <a:cubicBezTo>
                    <a:pt x="1" y="1"/>
                    <a:pt x="0" y="1"/>
                    <a:pt x="3" y="3"/>
                  </a:cubicBezTo>
                  <a:cubicBezTo>
                    <a:pt x="3" y="3"/>
                    <a:pt x="20" y="19"/>
                    <a:pt x="30" y="15"/>
                  </a:cubicBezTo>
                  <a:cubicBezTo>
                    <a:pt x="30" y="15"/>
                    <a:pt x="27" y="1"/>
                    <a:pt x="26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44" name="Freeform 1079"/>
            <p:cNvSpPr>
              <a:spLocks/>
            </p:cNvSpPr>
            <p:nvPr/>
          </p:nvSpPr>
          <p:spPr bwMode="auto">
            <a:xfrm>
              <a:off x="4236" y="-7912"/>
              <a:ext cx="129" cy="90"/>
            </a:xfrm>
            <a:custGeom>
              <a:avLst/>
              <a:gdLst>
                <a:gd name="T0" fmla="*/ 3522 w 23"/>
                <a:gd name="T1" fmla="*/ 0 h 16"/>
                <a:gd name="T2" fmla="*/ 690 w 23"/>
                <a:gd name="T3" fmla="*/ 349 h 16"/>
                <a:gd name="T4" fmla="*/ 348 w 23"/>
                <a:gd name="T5" fmla="*/ 726 h 16"/>
                <a:gd name="T6" fmla="*/ 4061 w 23"/>
                <a:gd name="T7" fmla="*/ 2154 h 16"/>
                <a:gd name="T8" fmla="*/ 3522 w 23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6">
                  <a:moveTo>
                    <a:pt x="20" y="0"/>
                  </a:moveTo>
                  <a:cubicBezTo>
                    <a:pt x="20" y="0"/>
                    <a:pt x="9" y="4"/>
                    <a:pt x="4" y="2"/>
                  </a:cubicBezTo>
                  <a:cubicBezTo>
                    <a:pt x="4" y="2"/>
                    <a:pt x="0" y="2"/>
                    <a:pt x="2" y="4"/>
                  </a:cubicBezTo>
                  <a:cubicBezTo>
                    <a:pt x="2" y="4"/>
                    <a:pt x="12" y="16"/>
                    <a:pt x="23" y="12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45" name="Freeform 1080"/>
            <p:cNvSpPr>
              <a:spLocks/>
            </p:cNvSpPr>
            <p:nvPr/>
          </p:nvSpPr>
          <p:spPr bwMode="auto">
            <a:xfrm>
              <a:off x="4326" y="-8019"/>
              <a:ext cx="276" cy="236"/>
            </a:xfrm>
            <a:custGeom>
              <a:avLst/>
              <a:gdLst>
                <a:gd name="T0" fmla="*/ 192 w 49"/>
                <a:gd name="T1" fmla="*/ 3377 h 42"/>
                <a:gd name="T2" fmla="*/ 1081 w 49"/>
                <a:gd name="T3" fmla="*/ 5495 h 42"/>
                <a:gd name="T4" fmla="*/ 5903 w 49"/>
                <a:gd name="T5" fmla="*/ 6569 h 42"/>
                <a:gd name="T6" fmla="*/ 7520 w 49"/>
                <a:gd name="T7" fmla="*/ 5338 h 42"/>
                <a:gd name="T8" fmla="*/ 7677 w 49"/>
                <a:gd name="T9" fmla="*/ 4956 h 42"/>
                <a:gd name="T10" fmla="*/ 8218 w 49"/>
                <a:gd name="T11" fmla="*/ 2652 h 42"/>
                <a:gd name="T12" fmla="*/ 6438 w 49"/>
                <a:gd name="T13" fmla="*/ 697 h 42"/>
                <a:gd name="T14" fmla="*/ 4630 w 49"/>
                <a:gd name="T15" fmla="*/ 697 h 42"/>
                <a:gd name="T16" fmla="*/ 3047 w 49"/>
                <a:gd name="T17" fmla="*/ 697 h 42"/>
                <a:gd name="T18" fmla="*/ 1081 w 49"/>
                <a:gd name="T19" fmla="*/ 191 h 42"/>
                <a:gd name="T20" fmla="*/ 349 w 49"/>
                <a:gd name="T21" fmla="*/ 2843 h 42"/>
                <a:gd name="T22" fmla="*/ 192 w 49"/>
                <a:gd name="T23" fmla="*/ 3377 h 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9" h="42">
                  <a:moveTo>
                    <a:pt x="1" y="19"/>
                  </a:moveTo>
                  <a:cubicBezTo>
                    <a:pt x="1" y="19"/>
                    <a:pt x="0" y="26"/>
                    <a:pt x="6" y="31"/>
                  </a:cubicBezTo>
                  <a:cubicBezTo>
                    <a:pt x="6" y="31"/>
                    <a:pt x="19" y="42"/>
                    <a:pt x="33" y="37"/>
                  </a:cubicBezTo>
                  <a:cubicBezTo>
                    <a:pt x="33" y="37"/>
                    <a:pt x="40" y="35"/>
                    <a:pt x="42" y="30"/>
                  </a:cubicBezTo>
                  <a:cubicBezTo>
                    <a:pt x="42" y="30"/>
                    <a:pt x="42" y="29"/>
                    <a:pt x="43" y="28"/>
                  </a:cubicBezTo>
                  <a:cubicBezTo>
                    <a:pt x="43" y="28"/>
                    <a:pt x="49" y="22"/>
                    <a:pt x="46" y="15"/>
                  </a:cubicBezTo>
                  <a:cubicBezTo>
                    <a:pt x="46" y="15"/>
                    <a:pt x="45" y="5"/>
                    <a:pt x="36" y="4"/>
                  </a:cubicBezTo>
                  <a:cubicBezTo>
                    <a:pt x="36" y="4"/>
                    <a:pt x="30" y="3"/>
                    <a:pt x="26" y="4"/>
                  </a:cubicBezTo>
                  <a:cubicBezTo>
                    <a:pt x="26" y="4"/>
                    <a:pt x="19" y="5"/>
                    <a:pt x="17" y="4"/>
                  </a:cubicBezTo>
                  <a:cubicBezTo>
                    <a:pt x="17" y="4"/>
                    <a:pt x="9" y="0"/>
                    <a:pt x="6" y="1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1" y="17"/>
                    <a:pt x="1" y="1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46" name="Freeform 1081"/>
            <p:cNvSpPr>
              <a:spLocks/>
            </p:cNvSpPr>
            <p:nvPr/>
          </p:nvSpPr>
          <p:spPr bwMode="auto">
            <a:xfrm>
              <a:off x="4365" y="-8014"/>
              <a:ext cx="130" cy="51"/>
            </a:xfrm>
            <a:custGeom>
              <a:avLst/>
              <a:gdLst>
                <a:gd name="T0" fmla="*/ 0 w 23"/>
                <a:gd name="T1" fmla="*/ 0 h 9"/>
                <a:gd name="T2" fmla="*/ 1978 w 23"/>
                <a:gd name="T3" fmla="*/ 544 h 9"/>
                <a:gd name="T4" fmla="*/ 3612 w 23"/>
                <a:gd name="T5" fmla="*/ 544 h 9"/>
                <a:gd name="T6" fmla="*/ 3612 w 23"/>
                <a:gd name="T7" fmla="*/ 737 h 9"/>
                <a:gd name="T8" fmla="*/ 2527 w 23"/>
                <a:gd name="T9" fmla="*/ 1094 h 9"/>
                <a:gd name="T10" fmla="*/ 1277 w 23"/>
                <a:gd name="T11" fmla="*/ 1286 h 9"/>
                <a:gd name="T12" fmla="*/ 0 w 23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9">
                  <a:moveTo>
                    <a:pt x="0" y="0"/>
                  </a:moveTo>
                  <a:cubicBezTo>
                    <a:pt x="0" y="0"/>
                    <a:pt x="7" y="1"/>
                    <a:pt x="11" y="3"/>
                  </a:cubicBezTo>
                  <a:cubicBezTo>
                    <a:pt x="11" y="3"/>
                    <a:pt x="11" y="4"/>
                    <a:pt x="20" y="3"/>
                  </a:cubicBezTo>
                  <a:cubicBezTo>
                    <a:pt x="20" y="3"/>
                    <a:pt x="23" y="4"/>
                    <a:pt x="20" y="4"/>
                  </a:cubicBezTo>
                  <a:cubicBezTo>
                    <a:pt x="20" y="4"/>
                    <a:pt x="16" y="4"/>
                    <a:pt x="14" y="6"/>
                  </a:cubicBezTo>
                  <a:cubicBezTo>
                    <a:pt x="14" y="6"/>
                    <a:pt x="11" y="9"/>
                    <a:pt x="7" y="7"/>
                  </a:cubicBezTo>
                  <a:cubicBezTo>
                    <a:pt x="7" y="7"/>
                    <a:pt x="2" y="7"/>
                    <a:pt x="0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47" name="Freeform 1082"/>
            <p:cNvSpPr>
              <a:spLocks/>
            </p:cNvSpPr>
            <p:nvPr/>
          </p:nvSpPr>
          <p:spPr bwMode="auto">
            <a:xfrm>
              <a:off x="4365" y="-8014"/>
              <a:ext cx="91" cy="34"/>
            </a:xfrm>
            <a:custGeom>
              <a:avLst/>
              <a:gdLst>
                <a:gd name="T0" fmla="*/ 0 w 16"/>
                <a:gd name="T1" fmla="*/ 0 h 6"/>
                <a:gd name="T2" fmla="*/ 1843 w 16"/>
                <a:gd name="T3" fmla="*/ 351 h 6"/>
                <a:gd name="T4" fmla="*/ 2946 w 16"/>
                <a:gd name="T5" fmla="*/ 737 h 6"/>
                <a:gd name="T6" fmla="*/ 1843 w 16"/>
                <a:gd name="T7" fmla="*/ 901 h 6"/>
                <a:gd name="T8" fmla="*/ 193 w 16"/>
                <a:gd name="T9" fmla="*/ 193 h 6"/>
                <a:gd name="T10" fmla="*/ 0 w 16"/>
                <a:gd name="T11" fmla="*/ 0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6">
                  <a:moveTo>
                    <a:pt x="0" y="0"/>
                  </a:moveTo>
                  <a:cubicBezTo>
                    <a:pt x="0" y="0"/>
                    <a:pt x="9" y="1"/>
                    <a:pt x="10" y="2"/>
                  </a:cubicBezTo>
                  <a:cubicBezTo>
                    <a:pt x="10" y="2"/>
                    <a:pt x="14" y="4"/>
                    <a:pt x="16" y="4"/>
                  </a:cubicBezTo>
                  <a:cubicBezTo>
                    <a:pt x="16" y="4"/>
                    <a:pt x="12" y="6"/>
                    <a:pt x="10" y="5"/>
                  </a:cubicBezTo>
                  <a:cubicBezTo>
                    <a:pt x="10" y="5"/>
                    <a:pt x="4" y="2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1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48" name="Freeform 1083"/>
            <p:cNvSpPr>
              <a:spLocks/>
            </p:cNvSpPr>
            <p:nvPr/>
          </p:nvSpPr>
          <p:spPr bwMode="auto">
            <a:xfrm>
              <a:off x="4411" y="-7969"/>
              <a:ext cx="112" cy="62"/>
            </a:xfrm>
            <a:custGeom>
              <a:avLst/>
              <a:gdLst>
                <a:gd name="T0" fmla="*/ 1221 w 20"/>
                <a:gd name="T1" fmla="*/ 192 h 11"/>
                <a:gd name="T2" fmla="*/ 190 w 20"/>
                <a:gd name="T3" fmla="*/ 0 h 11"/>
                <a:gd name="T4" fmla="*/ 347 w 20"/>
                <a:gd name="T5" fmla="*/ 349 h 11"/>
                <a:gd name="T6" fmla="*/ 347 w 20"/>
                <a:gd name="T7" fmla="*/ 891 h 11"/>
                <a:gd name="T8" fmla="*/ 347 w 20"/>
                <a:gd name="T9" fmla="*/ 1240 h 11"/>
                <a:gd name="T10" fmla="*/ 190 w 20"/>
                <a:gd name="T11" fmla="*/ 1618 h 11"/>
                <a:gd name="T12" fmla="*/ 532 w 20"/>
                <a:gd name="T13" fmla="*/ 1618 h 11"/>
                <a:gd name="T14" fmla="*/ 1064 w 20"/>
                <a:gd name="T15" fmla="*/ 1781 h 11"/>
                <a:gd name="T16" fmla="*/ 1943 w 20"/>
                <a:gd name="T17" fmla="*/ 1967 h 11"/>
                <a:gd name="T18" fmla="*/ 2822 w 20"/>
                <a:gd name="T19" fmla="*/ 1618 h 11"/>
                <a:gd name="T20" fmla="*/ 3170 w 20"/>
                <a:gd name="T21" fmla="*/ 1240 h 11"/>
                <a:gd name="T22" fmla="*/ 2979 w 20"/>
                <a:gd name="T23" fmla="*/ 1082 h 11"/>
                <a:gd name="T24" fmla="*/ 2979 w 20"/>
                <a:gd name="T25" fmla="*/ 891 h 11"/>
                <a:gd name="T26" fmla="*/ 2447 w 20"/>
                <a:gd name="T27" fmla="*/ 541 h 11"/>
                <a:gd name="T28" fmla="*/ 1758 w 20"/>
                <a:gd name="T29" fmla="*/ 349 h 11"/>
                <a:gd name="T30" fmla="*/ 1568 w 20"/>
                <a:gd name="T31" fmla="*/ 192 h 11"/>
                <a:gd name="T32" fmla="*/ 1221 w 20"/>
                <a:gd name="T33" fmla="*/ 192 h 1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0" h="11">
                  <a:moveTo>
                    <a:pt x="7" y="1"/>
                  </a:moveTo>
                  <a:cubicBezTo>
                    <a:pt x="5" y="0"/>
                    <a:pt x="3" y="0"/>
                    <a:pt x="1" y="0"/>
                  </a:cubicBezTo>
                  <a:cubicBezTo>
                    <a:pt x="1" y="0"/>
                    <a:pt x="2" y="1"/>
                    <a:pt x="2" y="2"/>
                  </a:cubicBezTo>
                  <a:cubicBezTo>
                    <a:pt x="3" y="3"/>
                    <a:pt x="2" y="3"/>
                    <a:pt x="2" y="5"/>
                  </a:cubicBezTo>
                  <a:cubicBezTo>
                    <a:pt x="1" y="6"/>
                    <a:pt x="2" y="6"/>
                    <a:pt x="2" y="7"/>
                  </a:cubicBezTo>
                  <a:cubicBezTo>
                    <a:pt x="1" y="8"/>
                    <a:pt x="0" y="8"/>
                    <a:pt x="1" y="9"/>
                  </a:cubicBezTo>
                  <a:cubicBezTo>
                    <a:pt x="2" y="10"/>
                    <a:pt x="3" y="9"/>
                    <a:pt x="3" y="9"/>
                  </a:cubicBezTo>
                  <a:cubicBezTo>
                    <a:pt x="4" y="9"/>
                    <a:pt x="5" y="9"/>
                    <a:pt x="6" y="10"/>
                  </a:cubicBezTo>
                  <a:cubicBezTo>
                    <a:pt x="8" y="10"/>
                    <a:pt x="10" y="11"/>
                    <a:pt x="11" y="11"/>
                  </a:cubicBezTo>
                  <a:cubicBezTo>
                    <a:pt x="13" y="11"/>
                    <a:pt x="14" y="10"/>
                    <a:pt x="16" y="9"/>
                  </a:cubicBezTo>
                  <a:cubicBezTo>
                    <a:pt x="17" y="9"/>
                    <a:pt x="20" y="9"/>
                    <a:pt x="18" y="7"/>
                  </a:cubicBezTo>
                  <a:cubicBezTo>
                    <a:pt x="18" y="6"/>
                    <a:pt x="18" y="7"/>
                    <a:pt x="17" y="6"/>
                  </a:cubicBezTo>
                  <a:cubicBezTo>
                    <a:pt x="17" y="6"/>
                    <a:pt x="17" y="6"/>
                    <a:pt x="17" y="5"/>
                  </a:cubicBezTo>
                  <a:cubicBezTo>
                    <a:pt x="16" y="4"/>
                    <a:pt x="16" y="4"/>
                    <a:pt x="14" y="3"/>
                  </a:cubicBezTo>
                  <a:cubicBezTo>
                    <a:pt x="13" y="2"/>
                    <a:pt x="11" y="2"/>
                    <a:pt x="10" y="2"/>
                  </a:cubicBezTo>
                  <a:cubicBezTo>
                    <a:pt x="9" y="2"/>
                    <a:pt x="9" y="1"/>
                    <a:pt x="9" y="1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49" name="Freeform 1084"/>
            <p:cNvSpPr>
              <a:spLocks/>
            </p:cNvSpPr>
            <p:nvPr/>
          </p:nvSpPr>
          <p:spPr bwMode="auto">
            <a:xfrm>
              <a:off x="4343" y="-7946"/>
              <a:ext cx="259" cy="175"/>
            </a:xfrm>
            <a:custGeom>
              <a:avLst/>
              <a:gdLst>
                <a:gd name="T0" fmla="*/ 541 w 46"/>
                <a:gd name="T1" fmla="*/ 3060 h 31"/>
                <a:gd name="T2" fmla="*/ 5546 w 46"/>
                <a:gd name="T3" fmla="*/ 4302 h 31"/>
                <a:gd name="T4" fmla="*/ 7325 w 46"/>
                <a:gd name="T5" fmla="*/ 2710 h 31"/>
                <a:gd name="T6" fmla="*/ 7674 w 46"/>
                <a:gd name="T7" fmla="*/ 542 h 31"/>
                <a:gd name="T8" fmla="*/ 7483 w 46"/>
                <a:gd name="T9" fmla="*/ 542 h 31"/>
                <a:gd name="T10" fmla="*/ 7134 w 46"/>
                <a:gd name="T11" fmla="*/ 350 h 31"/>
                <a:gd name="T12" fmla="*/ 6436 w 46"/>
                <a:gd name="T13" fmla="*/ 350 h 31"/>
                <a:gd name="T14" fmla="*/ 6436 w 46"/>
                <a:gd name="T15" fmla="*/ 892 h 31"/>
                <a:gd name="T16" fmla="*/ 6053 w 46"/>
                <a:gd name="T17" fmla="*/ 1084 h 31"/>
                <a:gd name="T18" fmla="*/ 5011 w 46"/>
                <a:gd name="T19" fmla="*/ 1084 h 31"/>
                <a:gd name="T20" fmla="*/ 5011 w 46"/>
                <a:gd name="T21" fmla="*/ 1434 h 31"/>
                <a:gd name="T22" fmla="*/ 3581 w 46"/>
                <a:gd name="T23" fmla="*/ 3252 h 31"/>
                <a:gd name="T24" fmla="*/ 1239 w 46"/>
                <a:gd name="T25" fmla="*/ 3252 h 31"/>
                <a:gd name="T26" fmla="*/ 541 w 46"/>
                <a:gd name="T27" fmla="*/ 3060 h 3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6" h="31">
                  <a:moveTo>
                    <a:pt x="3" y="17"/>
                  </a:moveTo>
                  <a:cubicBezTo>
                    <a:pt x="3" y="17"/>
                    <a:pt x="14" y="31"/>
                    <a:pt x="31" y="24"/>
                  </a:cubicBezTo>
                  <a:cubicBezTo>
                    <a:pt x="31" y="24"/>
                    <a:pt x="38" y="21"/>
                    <a:pt x="41" y="15"/>
                  </a:cubicBezTo>
                  <a:cubicBezTo>
                    <a:pt x="41" y="15"/>
                    <a:pt x="46" y="10"/>
                    <a:pt x="43" y="3"/>
                  </a:cubicBezTo>
                  <a:cubicBezTo>
                    <a:pt x="43" y="3"/>
                    <a:pt x="43" y="1"/>
                    <a:pt x="42" y="3"/>
                  </a:cubicBezTo>
                  <a:cubicBezTo>
                    <a:pt x="42" y="3"/>
                    <a:pt x="41" y="4"/>
                    <a:pt x="40" y="2"/>
                  </a:cubicBezTo>
                  <a:cubicBezTo>
                    <a:pt x="40" y="2"/>
                    <a:pt x="38" y="0"/>
                    <a:pt x="36" y="2"/>
                  </a:cubicBezTo>
                  <a:cubicBezTo>
                    <a:pt x="36" y="2"/>
                    <a:pt x="35" y="3"/>
                    <a:pt x="36" y="5"/>
                  </a:cubicBezTo>
                  <a:cubicBezTo>
                    <a:pt x="36" y="5"/>
                    <a:pt x="36" y="7"/>
                    <a:pt x="34" y="6"/>
                  </a:cubicBezTo>
                  <a:cubicBezTo>
                    <a:pt x="34" y="6"/>
                    <a:pt x="30" y="3"/>
                    <a:pt x="28" y="6"/>
                  </a:cubicBezTo>
                  <a:cubicBezTo>
                    <a:pt x="28" y="6"/>
                    <a:pt x="27" y="7"/>
                    <a:pt x="28" y="8"/>
                  </a:cubicBezTo>
                  <a:cubicBezTo>
                    <a:pt x="28" y="8"/>
                    <a:pt x="29" y="16"/>
                    <a:pt x="20" y="18"/>
                  </a:cubicBezTo>
                  <a:cubicBezTo>
                    <a:pt x="20" y="18"/>
                    <a:pt x="14" y="21"/>
                    <a:pt x="7" y="18"/>
                  </a:cubicBezTo>
                  <a:cubicBezTo>
                    <a:pt x="7" y="18"/>
                    <a:pt x="0" y="15"/>
                    <a:pt x="3" y="17"/>
                  </a:cubicBez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50" name="Freeform 1085"/>
            <p:cNvSpPr>
              <a:spLocks/>
            </p:cNvSpPr>
            <p:nvPr/>
          </p:nvSpPr>
          <p:spPr bwMode="auto">
            <a:xfrm>
              <a:off x="3655" y="-8188"/>
              <a:ext cx="767" cy="270"/>
            </a:xfrm>
            <a:custGeom>
              <a:avLst/>
              <a:gdLst>
                <a:gd name="T0" fmla="*/ 2515 w 136"/>
                <a:gd name="T1" fmla="*/ 4809 h 48"/>
                <a:gd name="T2" fmla="*/ 8781 w 136"/>
                <a:gd name="T3" fmla="*/ 3195 h 48"/>
                <a:gd name="T4" fmla="*/ 10749 w 136"/>
                <a:gd name="T5" fmla="*/ 3038 h 48"/>
                <a:gd name="T6" fmla="*/ 13107 w 136"/>
                <a:gd name="T7" fmla="*/ 3195 h 48"/>
                <a:gd name="T8" fmla="*/ 15774 w 136"/>
                <a:gd name="T9" fmla="*/ 4269 h 48"/>
                <a:gd name="T10" fmla="*/ 20799 w 136"/>
                <a:gd name="T11" fmla="*/ 7307 h 48"/>
                <a:gd name="T12" fmla="*/ 21690 w 136"/>
                <a:gd name="T13" fmla="*/ 8353 h 48"/>
                <a:gd name="T14" fmla="*/ 22074 w 136"/>
                <a:gd name="T15" fmla="*/ 8353 h 48"/>
                <a:gd name="T16" fmla="*/ 22965 w 136"/>
                <a:gd name="T17" fmla="*/ 8196 h 48"/>
                <a:gd name="T18" fmla="*/ 24048 w 136"/>
                <a:gd name="T19" fmla="*/ 6581 h 48"/>
                <a:gd name="T20" fmla="*/ 22232 w 136"/>
                <a:gd name="T21" fmla="*/ 5001 h 48"/>
                <a:gd name="T22" fmla="*/ 16158 w 136"/>
                <a:gd name="T23" fmla="*/ 726 h 48"/>
                <a:gd name="T24" fmla="*/ 14184 w 136"/>
                <a:gd name="T25" fmla="*/ 0 h 48"/>
                <a:gd name="T26" fmla="*/ 11832 w 136"/>
                <a:gd name="T27" fmla="*/ 0 h 48"/>
                <a:gd name="T28" fmla="*/ 8781 w 136"/>
                <a:gd name="T29" fmla="*/ 191 h 48"/>
                <a:gd name="T30" fmla="*/ 2515 w 136"/>
                <a:gd name="T31" fmla="*/ 4809 h 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6" h="48">
                  <a:moveTo>
                    <a:pt x="14" y="27"/>
                  </a:moveTo>
                  <a:cubicBezTo>
                    <a:pt x="14" y="27"/>
                    <a:pt x="42" y="21"/>
                    <a:pt x="49" y="18"/>
                  </a:cubicBezTo>
                  <a:cubicBezTo>
                    <a:pt x="49" y="18"/>
                    <a:pt x="57" y="15"/>
                    <a:pt x="60" y="17"/>
                  </a:cubicBezTo>
                  <a:cubicBezTo>
                    <a:pt x="60" y="17"/>
                    <a:pt x="70" y="18"/>
                    <a:pt x="73" y="18"/>
                  </a:cubicBezTo>
                  <a:cubicBezTo>
                    <a:pt x="73" y="18"/>
                    <a:pt x="82" y="20"/>
                    <a:pt x="88" y="24"/>
                  </a:cubicBezTo>
                  <a:cubicBezTo>
                    <a:pt x="88" y="24"/>
                    <a:pt x="114" y="38"/>
                    <a:pt x="116" y="41"/>
                  </a:cubicBezTo>
                  <a:cubicBezTo>
                    <a:pt x="116" y="41"/>
                    <a:pt x="121" y="45"/>
                    <a:pt x="121" y="47"/>
                  </a:cubicBezTo>
                  <a:cubicBezTo>
                    <a:pt x="121" y="47"/>
                    <a:pt x="122" y="48"/>
                    <a:pt x="123" y="47"/>
                  </a:cubicBezTo>
                  <a:cubicBezTo>
                    <a:pt x="123" y="47"/>
                    <a:pt x="126" y="45"/>
                    <a:pt x="128" y="46"/>
                  </a:cubicBezTo>
                  <a:cubicBezTo>
                    <a:pt x="128" y="46"/>
                    <a:pt x="136" y="42"/>
                    <a:pt x="134" y="37"/>
                  </a:cubicBezTo>
                  <a:cubicBezTo>
                    <a:pt x="134" y="37"/>
                    <a:pt x="127" y="29"/>
                    <a:pt x="124" y="28"/>
                  </a:cubicBezTo>
                  <a:cubicBezTo>
                    <a:pt x="124" y="28"/>
                    <a:pt x="98" y="8"/>
                    <a:pt x="90" y="4"/>
                  </a:cubicBezTo>
                  <a:cubicBezTo>
                    <a:pt x="90" y="4"/>
                    <a:pt x="86" y="0"/>
                    <a:pt x="79" y="0"/>
                  </a:cubicBezTo>
                  <a:cubicBezTo>
                    <a:pt x="79" y="0"/>
                    <a:pt x="69" y="0"/>
                    <a:pt x="66" y="0"/>
                  </a:cubicBezTo>
                  <a:cubicBezTo>
                    <a:pt x="66" y="0"/>
                    <a:pt x="53" y="0"/>
                    <a:pt x="49" y="1"/>
                  </a:cubicBezTo>
                  <a:cubicBezTo>
                    <a:pt x="49" y="1"/>
                    <a:pt x="0" y="25"/>
                    <a:pt x="14" y="27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51" name="Freeform 1086"/>
            <p:cNvSpPr>
              <a:spLocks/>
            </p:cNvSpPr>
            <p:nvPr/>
          </p:nvSpPr>
          <p:spPr bwMode="auto">
            <a:xfrm>
              <a:off x="3638" y="-8188"/>
              <a:ext cx="784" cy="264"/>
            </a:xfrm>
            <a:custGeom>
              <a:avLst/>
              <a:gdLst>
                <a:gd name="T0" fmla="*/ 13266 w 139"/>
                <a:gd name="T1" fmla="*/ 191 h 47"/>
                <a:gd name="T2" fmla="*/ 12724 w 139"/>
                <a:gd name="T3" fmla="*/ 191 h 47"/>
                <a:gd name="T4" fmla="*/ 12025 w 139"/>
                <a:gd name="T5" fmla="*/ 348 h 47"/>
                <a:gd name="T6" fmla="*/ 11292 w 139"/>
                <a:gd name="T7" fmla="*/ 0 h 47"/>
                <a:gd name="T8" fmla="*/ 9859 w 139"/>
                <a:gd name="T9" fmla="*/ 0 h 47"/>
                <a:gd name="T10" fmla="*/ 6808 w 139"/>
                <a:gd name="T11" fmla="*/ 882 h 47"/>
                <a:gd name="T12" fmla="*/ 4484 w 139"/>
                <a:gd name="T13" fmla="*/ 1606 h 47"/>
                <a:gd name="T14" fmla="*/ 1974 w 139"/>
                <a:gd name="T15" fmla="*/ 2494 h 47"/>
                <a:gd name="T16" fmla="*/ 1241 w 139"/>
                <a:gd name="T17" fmla="*/ 2842 h 47"/>
                <a:gd name="T18" fmla="*/ 541 w 139"/>
                <a:gd name="T19" fmla="*/ 3533 h 47"/>
                <a:gd name="T20" fmla="*/ 2166 w 139"/>
                <a:gd name="T21" fmla="*/ 4258 h 47"/>
                <a:gd name="T22" fmla="*/ 3243 w 139"/>
                <a:gd name="T23" fmla="*/ 4258 h 47"/>
                <a:gd name="T24" fmla="*/ 4134 w 139"/>
                <a:gd name="T25" fmla="*/ 3915 h 47"/>
                <a:gd name="T26" fmla="*/ 5567 w 139"/>
                <a:gd name="T27" fmla="*/ 3724 h 47"/>
                <a:gd name="T28" fmla="*/ 6650 w 139"/>
                <a:gd name="T29" fmla="*/ 3533 h 47"/>
                <a:gd name="T30" fmla="*/ 8240 w 139"/>
                <a:gd name="T31" fmla="*/ 2999 h 47"/>
                <a:gd name="T32" fmla="*/ 9510 w 139"/>
                <a:gd name="T33" fmla="*/ 2842 h 47"/>
                <a:gd name="T34" fmla="*/ 10942 w 139"/>
                <a:gd name="T35" fmla="*/ 2651 h 47"/>
                <a:gd name="T36" fmla="*/ 12025 w 139"/>
                <a:gd name="T37" fmla="*/ 2303 h 47"/>
                <a:gd name="T38" fmla="*/ 13108 w 139"/>
                <a:gd name="T39" fmla="*/ 2494 h 47"/>
                <a:gd name="T40" fmla="*/ 13999 w 139"/>
                <a:gd name="T41" fmla="*/ 2494 h 47"/>
                <a:gd name="T42" fmla="*/ 15076 w 139"/>
                <a:gd name="T43" fmla="*/ 2842 h 47"/>
                <a:gd name="T44" fmla="*/ 16317 w 139"/>
                <a:gd name="T45" fmla="*/ 3376 h 47"/>
                <a:gd name="T46" fmla="*/ 17051 w 139"/>
                <a:gd name="T47" fmla="*/ 3724 h 47"/>
                <a:gd name="T48" fmla="*/ 17592 w 139"/>
                <a:gd name="T49" fmla="*/ 4258 h 47"/>
                <a:gd name="T50" fmla="*/ 18833 w 139"/>
                <a:gd name="T51" fmla="*/ 4954 h 47"/>
                <a:gd name="T52" fmla="*/ 19916 w 139"/>
                <a:gd name="T53" fmla="*/ 5679 h 47"/>
                <a:gd name="T54" fmla="*/ 20807 w 139"/>
                <a:gd name="T55" fmla="*/ 6218 h 47"/>
                <a:gd name="T56" fmla="*/ 21348 w 139"/>
                <a:gd name="T57" fmla="*/ 6561 h 47"/>
                <a:gd name="T58" fmla="*/ 21698 w 139"/>
                <a:gd name="T59" fmla="*/ 7100 h 47"/>
                <a:gd name="T60" fmla="*/ 22240 w 139"/>
                <a:gd name="T61" fmla="*/ 7448 h 47"/>
                <a:gd name="T62" fmla="*/ 22426 w 139"/>
                <a:gd name="T63" fmla="*/ 7982 h 47"/>
                <a:gd name="T64" fmla="*/ 22618 w 139"/>
                <a:gd name="T65" fmla="*/ 8330 h 47"/>
                <a:gd name="T66" fmla="*/ 23159 w 139"/>
                <a:gd name="T67" fmla="*/ 8139 h 47"/>
                <a:gd name="T68" fmla="*/ 23858 w 139"/>
                <a:gd name="T69" fmla="*/ 7982 h 47"/>
                <a:gd name="T70" fmla="*/ 24208 w 139"/>
                <a:gd name="T71" fmla="*/ 7634 h 47"/>
                <a:gd name="T72" fmla="*/ 24592 w 139"/>
                <a:gd name="T73" fmla="*/ 7448 h 47"/>
                <a:gd name="T74" fmla="*/ 24400 w 139"/>
                <a:gd name="T75" fmla="*/ 6561 h 47"/>
                <a:gd name="T76" fmla="*/ 23700 w 139"/>
                <a:gd name="T77" fmla="*/ 5836 h 47"/>
                <a:gd name="T78" fmla="*/ 22618 w 139"/>
                <a:gd name="T79" fmla="*/ 5145 h 47"/>
                <a:gd name="T80" fmla="*/ 18675 w 139"/>
                <a:gd name="T81" fmla="*/ 2303 h 47"/>
                <a:gd name="T82" fmla="*/ 16509 w 139"/>
                <a:gd name="T83" fmla="*/ 882 h 47"/>
                <a:gd name="T84" fmla="*/ 15618 w 139"/>
                <a:gd name="T85" fmla="*/ 534 h 47"/>
                <a:gd name="T86" fmla="*/ 14349 w 139"/>
                <a:gd name="T87" fmla="*/ 348 h 47"/>
                <a:gd name="T88" fmla="*/ 13807 w 139"/>
                <a:gd name="T89" fmla="*/ 348 h 47"/>
                <a:gd name="T90" fmla="*/ 13266 w 139"/>
                <a:gd name="T91" fmla="*/ 191 h 4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39" h="47">
                  <a:moveTo>
                    <a:pt x="74" y="1"/>
                  </a:moveTo>
                  <a:cubicBezTo>
                    <a:pt x="73" y="1"/>
                    <a:pt x="72" y="1"/>
                    <a:pt x="71" y="1"/>
                  </a:cubicBezTo>
                  <a:cubicBezTo>
                    <a:pt x="70" y="1"/>
                    <a:pt x="68" y="2"/>
                    <a:pt x="67" y="2"/>
                  </a:cubicBezTo>
                  <a:cubicBezTo>
                    <a:pt x="66" y="2"/>
                    <a:pt x="64" y="1"/>
                    <a:pt x="63" y="0"/>
                  </a:cubicBezTo>
                  <a:cubicBezTo>
                    <a:pt x="60" y="0"/>
                    <a:pt x="58" y="0"/>
                    <a:pt x="55" y="0"/>
                  </a:cubicBezTo>
                  <a:cubicBezTo>
                    <a:pt x="49" y="2"/>
                    <a:pt x="43" y="2"/>
                    <a:pt x="38" y="5"/>
                  </a:cubicBezTo>
                  <a:cubicBezTo>
                    <a:pt x="34" y="6"/>
                    <a:pt x="30" y="8"/>
                    <a:pt x="25" y="9"/>
                  </a:cubicBezTo>
                  <a:cubicBezTo>
                    <a:pt x="20" y="9"/>
                    <a:pt x="16" y="13"/>
                    <a:pt x="11" y="14"/>
                  </a:cubicBezTo>
                  <a:cubicBezTo>
                    <a:pt x="9" y="14"/>
                    <a:pt x="8" y="15"/>
                    <a:pt x="7" y="16"/>
                  </a:cubicBezTo>
                  <a:cubicBezTo>
                    <a:pt x="5" y="17"/>
                    <a:pt x="3" y="18"/>
                    <a:pt x="3" y="20"/>
                  </a:cubicBezTo>
                  <a:cubicBezTo>
                    <a:pt x="0" y="23"/>
                    <a:pt x="10" y="24"/>
                    <a:pt x="12" y="24"/>
                  </a:cubicBezTo>
                  <a:cubicBezTo>
                    <a:pt x="14" y="24"/>
                    <a:pt x="16" y="24"/>
                    <a:pt x="18" y="24"/>
                  </a:cubicBezTo>
                  <a:cubicBezTo>
                    <a:pt x="20" y="24"/>
                    <a:pt x="22" y="23"/>
                    <a:pt x="23" y="22"/>
                  </a:cubicBezTo>
                  <a:cubicBezTo>
                    <a:pt x="26" y="21"/>
                    <a:pt x="29" y="21"/>
                    <a:pt x="31" y="21"/>
                  </a:cubicBezTo>
                  <a:cubicBezTo>
                    <a:pt x="33" y="21"/>
                    <a:pt x="35" y="20"/>
                    <a:pt x="37" y="20"/>
                  </a:cubicBezTo>
                  <a:cubicBezTo>
                    <a:pt x="40" y="19"/>
                    <a:pt x="43" y="18"/>
                    <a:pt x="46" y="17"/>
                  </a:cubicBezTo>
                  <a:cubicBezTo>
                    <a:pt x="48" y="17"/>
                    <a:pt x="51" y="17"/>
                    <a:pt x="53" y="16"/>
                  </a:cubicBezTo>
                  <a:cubicBezTo>
                    <a:pt x="56" y="16"/>
                    <a:pt x="59" y="16"/>
                    <a:pt x="61" y="15"/>
                  </a:cubicBezTo>
                  <a:cubicBezTo>
                    <a:pt x="63" y="15"/>
                    <a:pt x="65" y="14"/>
                    <a:pt x="67" y="13"/>
                  </a:cubicBezTo>
                  <a:cubicBezTo>
                    <a:pt x="69" y="13"/>
                    <a:pt x="71" y="14"/>
                    <a:pt x="73" y="14"/>
                  </a:cubicBezTo>
                  <a:cubicBezTo>
                    <a:pt x="75" y="14"/>
                    <a:pt x="76" y="14"/>
                    <a:pt x="78" y="14"/>
                  </a:cubicBezTo>
                  <a:cubicBezTo>
                    <a:pt x="80" y="14"/>
                    <a:pt x="82" y="15"/>
                    <a:pt x="84" y="16"/>
                  </a:cubicBezTo>
                  <a:cubicBezTo>
                    <a:pt x="87" y="17"/>
                    <a:pt x="89" y="18"/>
                    <a:pt x="91" y="19"/>
                  </a:cubicBezTo>
                  <a:cubicBezTo>
                    <a:pt x="92" y="20"/>
                    <a:pt x="93" y="20"/>
                    <a:pt x="95" y="21"/>
                  </a:cubicBezTo>
                  <a:cubicBezTo>
                    <a:pt x="96" y="22"/>
                    <a:pt x="97" y="23"/>
                    <a:pt x="98" y="24"/>
                  </a:cubicBezTo>
                  <a:cubicBezTo>
                    <a:pt x="100" y="25"/>
                    <a:pt x="103" y="26"/>
                    <a:pt x="105" y="28"/>
                  </a:cubicBezTo>
                  <a:cubicBezTo>
                    <a:pt x="106" y="30"/>
                    <a:pt x="109" y="30"/>
                    <a:pt x="111" y="32"/>
                  </a:cubicBezTo>
                  <a:cubicBezTo>
                    <a:pt x="113" y="33"/>
                    <a:pt x="114" y="34"/>
                    <a:pt x="116" y="35"/>
                  </a:cubicBezTo>
                  <a:cubicBezTo>
                    <a:pt x="117" y="36"/>
                    <a:pt x="118" y="36"/>
                    <a:pt x="119" y="37"/>
                  </a:cubicBezTo>
                  <a:cubicBezTo>
                    <a:pt x="120" y="38"/>
                    <a:pt x="120" y="39"/>
                    <a:pt x="121" y="40"/>
                  </a:cubicBezTo>
                  <a:cubicBezTo>
                    <a:pt x="122" y="41"/>
                    <a:pt x="123" y="41"/>
                    <a:pt x="124" y="42"/>
                  </a:cubicBezTo>
                  <a:cubicBezTo>
                    <a:pt x="124" y="43"/>
                    <a:pt x="125" y="44"/>
                    <a:pt x="125" y="45"/>
                  </a:cubicBezTo>
                  <a:cubicBezTo>
                    <a:pt x="125" y="45"/>
                    <a:pt x="126" y="47"/>
                    <a:pt x="126" y="47"/>
                  </a:cubicBezTo>
                  <a:cubicBezTo>
                    <a:pt x="127" y="47"/>
                    <a:pt x="128" y="47"/>
                    <a:pt x="129" y="46"/>
                  </a:cubicBezTo>
                  <a:cubicBezTo>
                    <a:pt x="130" y="46"/>
                    <a:pt x="132" y="46"/>
                    <a:pt x="133" y="45"/>
                  </a:cubicBezTo>
                  <a:cubicBezTo>
                    <a:pt x="134" y="44"/>
                    <a:pt x="134" y="44"/>
                    <a:pt x="135" y="43"/>
                  </a:cubicBezTo>
                  <a:cubicBezTo>
                    <a:pt x="136" y="43"/>
                    <a:pt x="137" y="43"/>
                    <a:pt x="137" y="42"/>
                  </a:cubicBezTo>
                  <a:cubicBezTo>
                    <a:pt x="139" y="40"/>
                    <a:pt x="138" y="38"/>
                    <a:pt x="136" y="37"/>
                  </a:cubicBezTo>
                  <a:cubicBezTo>
                    <a:pt x="135" y="36"/>
                    <a:pt x="133" y="34"/>
                    <a:pt x="132" y="33"/>
                  </a:cubicBezTo>
                  <a:cubicBezTo>
                    <a:pt x="130" y="32"/>
                    <a:pt x="128" y="30"/>
                    <a:pt x="126" y="29"/>
                  </a:cubicBezTo>
                  <a:cubicBezTo>
                    <a:pt x="119" y="23"/>
                    <a:pt x="111" y="19"/>
                    <a:pt x="104" y="13"/>
                  </a:cubicBezTo>
                  <a:cubicBezTo>
                    <a:pt x="100" y="10"/>
                    <a:pt x="97" y="8"/>
                    <a:pt x="92" y="5"/>
                  </a:cubicBezTo>
                  <a:cubicBezTo>
                    <a:pt x="91" y="5"/>
                    <a:pt x="89" y="3"/>
                    <a:pt x="87" y="3"/>
                  </a:cubicBezTo>
                  <a:cubicBezTo>
                    <a:pt x="85" y="3"/>
                    <a:pt x="83" y="2"/>
                    <a:pt x="80" y="2"/>
                  </a:cubicBezTo>
                  <a:cubicBezTo>
                    <a:pt x="79" y="2"/>
                    <a:pt x="78" y="2"/>
                    <a:pt x="77" y="2"/>
                  </a:cubicBezTo>
                  <a:cubicBezTo>
                    <a:pt x="76" y="2"/>
                    <a:pt x="75" y="1"/>
                    <a:pt x="7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52" name="Freeform 1087"/>
            <p:cNvSpPr>
              <a:spLocks/>
            </p:cNvSpPr>
            <p:nvPr/>
          </p:nvSpPr>
          <p:spPr bwMode="auto">
            <a:xfrm>
              <a:off x="3469" y="-8160"/>
              <a:ext cx="620" cy="124"/>
            </a:xfrm>
            <a:custGeom>
              <a:avLst/>
              <a:gdLst>
                <a:gd name="T0" fmla="*/ 11628 w 110"/>
                <a:gd name="T1" fmla="*/ 0 h 22"/>
                <a:gd name="T2" fmla="*/ 9306 w 110"/>
                <a:gd name="T3" fmla="*/ 541 h 22"/>
                <a:gd name="T4" fmla="*/ 6640 w 110"/>
                <a:gd name="T5" fmla="*/ 1082 h 22"/>
                <a:gd name="T6" fmla="*/ 2317 w 110"/>
                <a:gd name="T7" fmla="*/ 2508 h 22"/>
                <a:gd name="T8" fmla="*/ 1082 w 110"/>
                <a:gd name="T9" fmla="*/ 3049 h 22"/>
                <a:gd name="T10" fmla="*/ 0 w 110"/>
                <a:gd name="T11" fmla="*/ 3748 h 22"/>
                <a:gd name="T12" fmla="*/ 1082 w 110"/>
                <a:gd name="T13" fmla="*/ 3748 h 22"/>
                <a:gd name="T14" fmla="*/ 3049 w 110"/>
                <a:gd name="T15" fmla="*/ 3399 h 22"/>
                <a:gd name="T16" fmla="*/ 6256 w 110"/>
                <a:gd name="T17" fmla="*/ 3207 h 22"/>
                <a:gd name="T18" fmla="*/ 8421 w 110"/>
                <a:gd name="T19" fmla="*/ 3049 h 22"/>
                <a:gd name="T20" fmla="*/ 10388 w 110"/>
                <a:gd name="T21" fmla="*/ 2700 h 22"/>
                <a:gd name="T22" fmla="*/ 12547 w 110"/>
                <a:gd name="T23" fmla="*/ 2317 h 22"/>
                <a:gd name="T24" fmla="*/ 15027 w 110"/>
                <a:gd name="T25" fmla="*/ 1781 h 22"/>
                <a:gd name="T26" fmla="*/ 16109 w 110"/>
                <a:gd name="T27" fmla="*/ 1618 h 22"/>
                <a:gd name="T28" fmla="*/ 17185 w 110"/>
                <a:gd name="T29" fmla="*/ 1240 h 22"/>
                <a:gd name="T30" fmla="*/ 18076 w 110"/>
                <a:gd name="T31" fmla="*/ 1240 h 22"/>
                <a:gd name="T32" fmla="*/ 19158 w 110"/>
                <a:gd name="T33" fmla="*/ 1432 h 22"/>
                <a:gd name="T34" fmla="*/ 19699 w 110"/>
                <a:gd name="T35" fmla="*/ 1240 h 22"/>
                <a:gd name="T36" fmla="*/ 18809 w 110"/>
                <a:gd name="T37" fmla="*/ 891 h 22"/>
                <a:gd name="T38" fmla="*/ 17726 w 110"/>
                <a:gd name="T39" fmla="*/ 733 h 22"/>
                <a:gd name="T40" fmla="*/ 16644 w 110"/>
                <a:gd name="T41" fmla="*/ 733 h 22"/>
                <a:gd name="T42" fmla="*/ 16109 w 110"/>
                <a:gd name="T43" fmla="*/ 733 h 22"/>
                <a:gd name="T44" fmla="*/ 15410 w 110"/>
                <a:gd name="T45" fmla="*/ 733 h 22"/>
                <a:gd name="T46" fmla="*/ 14328 w 110"/>
                <a:gd name="T47" fmla="*/ 891 h 22"/>
                <a:gd name="T48" fmla="*/ 13245 w 110"/>
                <a:gd name="T49" fmla="*/ 1082 h 22"/>
                <a:gd name="T50" fmla="*/ 12361 w 110"/>
                <a:gd name="T51" fmla="*/ 1082 h 22"/>
                <a:gd name="T52" fmla="*/ 11278 w 110"/>
                <a:gd name="T53" fmla="*/ 891 h 22"/>
                <a:gd name="T54" fmla="*/ 10929 w 110"/>
                <a:gd name="T55" fmla="*/ 541 h 22"/>
                <a:gd name="T56" fmla="*/ 11470 w 110"/>
                <a:gd name="T57" fmla="*/ 349 h 22"/>
                <a:gd name="T58" fmla="*/ 12011 w 110"/>
                <a:gd name="T59" fmla="*/ 0 h 22"/>
                <a:gd name="T60" fmla="*/ 11819 w 110"/>
                <a:gd name="T61" fmla="*/ 0 h 22"/>
                <a:gd name="T62" fmla="*/ 11628 w 110"/>
                <a:gd name="T63" fmla="*/ 0 h 2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10" h="22">
                  <a:moveTo>
                    <a:pt x="65" y="0"/>
                  </a:moveTo>
                  <a:cubicBezTo>
                    <a:pt x="61" y="1"/>
                    <a:pt x="57" y="2"/>
                    <a:pt x="52" y="3"/>
                  </a:cubicBezTo>
                  <a:cubicBezTo>
                    <a:pt x="48" y="5"/>
                    <a:pt x="42" y="5"/>
                    <a:pt x="37" y="6"/>
                  </a:cubicBezTo>
                  <a:cubicBezTo>
                    <a:pt x="29" y="7"/>
                    <a:pt x="21" y="10"/>
                    <a:pt x="13" y="14"/>
                  </a:cubicBezTo>
                  <a:cubicBezTo>
                    <a:pt x="11" y="15"/>
                    <a:pt x="8" y="16"/>
                    <a:pt x="6" y="17"/>
                  </a:cubicBezTo>
                  <a:cubicBezTo>
                    <a:pt x="4" y="18"/>
                    <a:pt x="0" y="19"/>
                    <a:pt x="0" y="21"/>
                  </a:cubicBezTo>
                  <a:cubicBezTo>
                    <a:pt x="2" y="22"/>
                    <a:pt x="4" y="21"/>
                    <a:pt x="6" y="21"/>
                  </a:cubicBezTo>
                  <a:cubicBezTo>
                    <a:pt x="10" y="20"/>
                    <a:pt x="14" y="20"/>
                    <a:pt x="17" y="19"/>
                  </a:cubicBezTo>
                  <a:cubicBezTo>
                    <a:pt x="23" y="18"/>
                    <a:pt x="29" y="17"/>
                    <a:pt x="35" y="18"/>
                  </a:cubicBezTo>
                  <a:cubicBezTo>
                    <a:pt x="39" y="18"/>
                    <a:pt x="43" y="18"/>
                    <a:pt x="47" y="17"/>
                  </a:cubicBezTo>
                  <a:cubicBezTo>
                    <a:pt x="50" y="16"/>
                    <a:pt x="54" y="16"/>
                    <a:pt x="58" y="15"/>
                  </a:cubicBezTo>
                  <a:cubicBezTo>
                    <a:pt x="62" y="14"/>
                    <a:pt x="66" y="14"/>
                    <a:pt x="70" y="13"/>
                  </a:cubicBezTo>
                  <a:cubicBezTo>
                    <a:pt x="75" y="12"/>
                    <a:pt x="79" y="10"/>
                    <a:pt x="84" y="10"/>
                  </a:cubicBezTo>
                  <a:cubicBezTo>
                    <a:pt x="86" y="10"/>
                    <a:pt x="88" y="10"/>
                    <a:pt x="90" y="9"/>
                  </a:cubicBezTo>
                  <a:cubicBezTo>
                    <a:pt x="92" y="9"/>
                    <a:pt x="94" y="8"/>
                    <a:pt x="96" y="7"/>
                  </a:cubicBezTo>
                  <a:cubicBezTo>
                    <a:pt x="98" y="7"/>
                    <a:pt x="100" y="8"/>
                    <a:pt x="101" y="7"/>
                  </a:cubicBezTo>
                  <a:cubicBezTo>
                    <a:pt x="103" y="7"/>
                    <a:pt x="105" y="8"/>
                    <a:pt x="107" y="8"/>
                  </a:cubicBezTo>
                  <a:cubicBezTo>
                    <a:pt x="108" y="8"/>
                    <a:pt x="109" y="8"/>
                    <a:pt x="110" y="7"/>
                  </a:cubicBezTo>
                  <a:cubicBezTo>
                    <a:pt x="108" y="6"/>
                    <a:pt x="106" y="6"/>
                    <a:pt x="105" y="5"/>
                  </a:cubicBezTo>
                  <a:cubicBezTo>
                    <a:pt x="103" y="5"/>
                    <a:pt x="101" y="4"/>
                    <a:pt x="99" y="4"/>
                  </a:cubicBezTo>
                  <a:cubicBezTo>
                    <a:pt x="97" y="4"/>
                    <a:pt x="95" y="4"/>
                    <a:pt x="93" y="4"/>
                  </a:cubicBezTo>
                  <a:cubicBezTo>
                    <a:pt x="92" y="4"/>
                    <a:pt x="91" y="4"/>
                    <a:pt x="90" y="4"/>
                  </a:cubicBezTo>
                  <a:cubicBezTo>
                    <a:pt x="89" y="5"/>
                    <a:pt x="87" y="4"/>
                    <a:pt x="86" y="4"/>
                  </a:cubicBezTo>
                  <a:cubicBezTo>
                    <a:pt x="84" y="4"/>
                    <a:pt x="82" y="5"/>
                    <a:pt x="80" y="5"/>
                  </a:cubicBezTo>
                  <a:cubicBezTo>
                    <a:pt x="78" y="6"/>
                    <a:pt x="76" y="5"/>
                    <a:pt x="74" y="6"/>
                  </a:cubicBezTo>
                  <a:cubicBezTo>
                    <a:pt x="72" y="6"/>
                    <a:pt x="71" y="7"/>
                    <a:pt x="69" y="6"/>
                  </a:cubicBezTo>
                  <a:cubicBezTo>
                    <a:pt x="67" y="6"/>
                    <a:pt x="65" y="6"/>
                    <a:pt x="63" y="5"/>
                  </a:cubicBezTo>
                  <a:cubicBezTo>
                    <a:pt x="63" y="4"/>
                    <a:pt x="62" y="4"/>
                    <a:pt x="61" y="3"/>
                  </a:cubicBezTo>
                  <a:cubicBezTo>
                    <a:pt x="62" y="3"/>
                    <a:pt x="63" y="2"/>
                    <a:pt x="64" y="2"/>
                  </a:cubicBezTo>
                  <a:cubicBezTo>
                    <a:pt x="65" y="1"/>
                    <a:pt x="66" y="1"/>
                    <a:pt x="67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53" name="Freeform 1088"/>
            <p:cNvSpPr>
              <a:spLocks/>
            </p:cNvSpPr>
            <p:nvPr/>
          </p:nvSpPr>
          <p:spPr bwMode="auto">
            <a:xfrm>
              <a:off x="4101" y="-8126"/>
              <a:ext cx="191" cy="118"/>
            </a:xfrm>
            <a:custGeom>
              <a:avLst/>
              <a:gdLst>
                <a:gd name="T0" fmla="*/ 539 w 34"/>
                <a:gd name="T1" fmla="*/ 0 h 21"/>
                <a:gd name="T2" fmla="*/ 0 w 34"/>
                <a:gd name="T3" fmla="*/ 0 h 21"/>
                <a:gd name="T4" fmla="*/ 348 w 34"/>
                <a:gd name="T5" fmla="*/ 348 h 21"/>
                <a:gd name="T6" fmla="*/ 882 w 34"/>
                <a:gd name="T7" fmla="*/ 882 h 21"/>
                <a:gd name="T8" fmla="*/ 2112 w 34"/>
                <a:gd name="T9" fmla="*/ 1422 h 21"/>
                <a:gd name="T10" fmla="*/ 1612 w 34"/>
                <a:gd name="T11" fmla="*/ 1073 h 21"/>
                <a:gd name="T12" fmla="*/ 2494 w 34"/>
                <a:gd name="T13" fmla="*/ 1422 h 21"/>
                <a:gd name="T14" fmla="*/ 3915 w 34"/>
                <a:gd name="T15" fmla="*/ 2304 h 21"/>
                <a:gd name="T16" fmla="*/ 4955 w 34"/>
                <a:gd name="T17" fmla="*/ 3192 h 21"/>
                <a:gd name="T18" fmla="*/ 6028 w 34"/>
                <a:gd name="T19" fmla="*/ 3725 h 21"/>
                <a:gd name="T20" fmla="*/ 4797 w 34"/>
                <a:gd name="T21" fmla="*/ 2843 h 21"/>
                <a:gd name="T22" fmla="*/ 4258 w 34"/>
                <a:gd name="T23" fmla="*/ 2304 h 21"/>
                <a:gd name="T24" fmla="*/ 3533 w 34"/>
                <a:gd name="T25" fmla="*/ 1613 h 21"/>
                <a:gd name="T26" fmla="*/ 1955 w 34"/>
                <a:gd name="T27" fmla="*/ 697 h 21"/>
                <a:gd name="T28" fmla="*/ 539 w 34"/>
                <a:gd name="T29" fmla="*/ 191 h 21"/>
                <a:gd name="T30" fmla="*/ 539 w 34"/>
                <a:gd name="T31" fmla="*/ 0 h 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4" h="21">
                  <a:moveTo>
                    <a:pt x="3" y="0"/>
                  </a:moveTo>
                  <a:cubicBezTo>
                    <a:pt x="2" y="1"/>
                    <a:pt x="1" y="0"/>
                    <a:pt x="0" y="0"/>
                  </a:cubicBezTo>
                  <a:cubicBezTo>
                    <a:pt x="0" y="1"/>
                    <a:pt x="1" y="2"/>
                    <a:pt x="2" y="2"/>
                  </a:cubicBezTo>
                  <a:cubicBezTo>
                    <a:pt x="3" y="3"/>
                    <a:pt x="4" y="4"/>
                    <a:pt x="5" y="5"/>
                  </a:cubicBezTo>
                  <a:cubicBezTo>
                    <a:pt x="7" y="6"/>
                    <a:pt x="9" y="8"/>
                    <a:pt x="12" y="8"/>
                  </a:cubicBezTo>
                  <a:cubicBezTo>
                    <a:pt x="12" y="7"/>
                    <a:pt x="10" y="6"/>
                    <a:pt x="9" y="6"/>
                  </a:cubicBezTo>
                  <a:cubicBezTo>
                    <a:pt x="11" y="5"/>
                    <a:pt x="13" y="8"/>
                    <a:pt x="14" y="8"/>
                  </a:cubicBezTo>
                  <a:cubicBezTo>
                    <a:pt x="16" y="10"/>
                    <a:pt x="20" y="11"/>
                    <a:pt x="22" y="13"/>
                  </a:cubicBezTo>
                  <a:cubicBezTo>
                    <a:pt x="24" y="15"/>
                    <a:pt x="25" y="17"/>
                    <a:pt x="28" y="18"/>
                  </a:cubicBezTo>
                  <a:cubicBezTo>
                    <a:pt x="30" y="19"/>
                    <a:pt x="32" y="20"/>
                    <a:pt x="34" y="21"/>
                  </a:cubicBezTo>
                  <a:cubicBezTo>
                    <a:pt x="33" y="19"/>
                    <a:pt x="29" y="17"/>
                    <a:pt x="27" y="16"/>
                  </a:cubicBezTo>
                  <a:cubicBezTo>
                    <a:pt x="26" y="15"/>
                    <a:pt x="25" y="14"/>
                    <a:pt x="24" y="13"/>
                  </a:cubicBezTo>
                  <a:cubicBezTo>
                    <a:pt x="23" y="11"/>
                    <a:pt x="21" y="10"/>
                    <a:pt x="20" y="9"/>
                  </a:cubicBezTo>
                  <a:cubicBezTo>
                    <a:pt x="17" y="7"/>
                    <a:pt x="14" y="6"/>
                    <a:pt x="11" y="4"/>
                  </a:cubicBezTo>
                  <a:cubicBezTo>
                    <a:pt x="9" y="3"/>
                    <a:pt x="6" y="0"/>
                    <a:pt x="3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54" name="Freeform 1089"/>
            <p:cNvSpPr>
              <a:spLocks/>
            </p:cNvSpPr>
            <p:nvPr/>
          </p:nvSpPr>
          <p:spPr bwMode="auto">
            <a:xfrm>
              <a:off x="4112" y="-8172"/>
              <a:ext cx="203" cy="124"/>
            </a:xfrm>
            <a:custGeom>
              <a:avLst/>
              <a:gdLst>
                <a:gd name="T0" fmla="*/ 891 w 36"/>
                <a:gd name="T1" fmla="*/ 192 h 22"/>
                <a:gd name="T2" fmla="*/ 0 w 36"/>
                <a:gd name="T3" fmla="*/ 192 h 22"/>
                <a:gd name="T4" fmla="*/ 733 w 36"/>
                <a:gd name="T5" fmla="*/ 541 h 22"/>
                <a:gd name="T6" fmla="*/ 1624 w 36"/>
                <a:gd name="T7" fmla="*/ 891 h 22"/>
                <a:gd name="T8" fmla="*/ 2323 w 36"/>
                <a:gd name="T9" fmla="*/ 1432 h 22"/>
                <a:gd name="T10" fmla="*/ 3051 w 36"/>
                <a:gd name="T11" fmla="*/ 1781 h 22"/>
                <a:gd name="T12" fmla="*/ 4675 w 36"/>
                <a:gd name="T13" fmla="*/ 2858 h 22"/>
                <a:gd name="T14" fmla="*/ 5374 w 36"/>
                <a:gd name="T15" fmla="*/ 3590 h 22"/>
                <a:gd name="T16" fmla="*/ 6457 w 36"/>
                <a:gd name="T17" fmla="*/ 3940 h 22"/>
                <a:gd name="T18" fmla="*/ 5915 w 36"/>
                <a:gd name="T19" fmla="*/ 3590 h 22"/>
                <a:gd name="T20" fmla="*/ 5374 w 36"/>
                <a:gd name="T21" fmla="*/ 3207 h 22"/>
                <a:gd name="T22" fmla="*/ 4133 w 36"/>
                <a:gd name="T23" fmla="*/ 2159 h 22"/>
                <a:gd name="T24" fmla="*/ 2701 w 36"/>
                <a:gd name="T25" fmla="*/ 1082 h 22"/>
                <a:gd name="T26" fmla="*/ 1083 w 36"/>
                <a:gd name="T27" fmla="*/ 192 h 22"/>
                <a:gd name="T28" fmla="*/ 891 w 36"/>
                <a:gd name="T29" fmla="*/ 192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6" h="22">
                  <a:moveTo>
                    <a:pt x="5" y="1"/>
                  </a:moveTo>
                  <a:cubicBezTo>
                    <a:pt x="3" y="1"/>
                    <a:pt x="1" y="0"/>
                    <a:pt x="0" y="1"/>
                  </a:cubicBezTo>
                  <a:cubicBezTo>
                    <a:pt x="1" y="2"/>
                    <a:pt x="2" y="2"/>
                    <a:pt x="4" y="3"/>
                  </a:cubicBezTo>
                  <a:cubicBezTo>
                    <a:pt x="6" y="3"/>
                    <a:pt x="7" y="4"/>
                    <a:pt x="9" y="5"/>
                  </a:cubicBezTo>
                  <a:cubicBezTo>
                    <a:pt x="10" y="6"/>
                    <a:pt x="12" y="7"/>
                    <a:pt x="13" y="8"/>
                  </a:cubicBezTo>
                  <a:cubicBezTo>
                    <a:pt x="14" y="9"/>
                    <a:pt x="16" y="9"/>
                    <a:pt x="17" y="10"/>
                  </a:cubicBezTo>
                  <a:cubicBezTo>
                    <a:pt x="20" y="12"/>
                    <a:pt x="23" y="14"/>
                    <a:pt x="26" y="16"/>
                  </a:cubicBezTo>
                  <a:cubicBezTo>
                    <a:pt x="28" y="17"/>
                    <a:pt x="29" y="19"/>
                    <a:pt x="30" y="20"/>
                  </a:cubicBezTo>
                  <a:cubicBezTo>
                    <a:pt x="32" y="21"/>
                    <a:pt x="34" y="22"/>
                    <a:pt x="36" y="22"/>
                  </a:cubicBezTo>
                  <a:cubicBezTo>
                    <a:pt x="35" y="21"/>
                    <a:pt x="34" y="21"/>
                    <a:pt x="33" y="20"/>
                  </a:cubicBezTo>
                  <a:cubicBezTo>
                    <a:pt x="32" y="20"/>
                    <a:pt x="31" y="19"/>
                    <a:pt x="30" y="18"/>
                  </a:cubicBezTo>
                  <a:cubicBezTo>
                    <a:pt x="27" y="16"/>
                    <a:pt x="25" y="13"/>
                    <a:pt x="23" y="12"/>
                  </a:cubicBezTo>
                  <a:cubicBezTo>
                    <a:pt x="20" y="10"/>
                    <a:pt x="17" y="8"/>
                    <a:pt x="15" y="6"/>
                  </a:cubicBezTo>
                  <a:cubicBezTo>
                    <a:pt x="12" y="4"/>
                    <a:pt x="9" y="3"/>
                    <a:pt x="6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55" name="Freeform 1090"/>
            <p:cNvSpPr>
              <a:spLocks/>
            </p:cNvSpPr>
            <p:nvPr/>
          </p:nvSpPr>
          <p:spPr bwMode="auto">
            <a:xfrm>
              <a:off x="3458" y="-8160"/>
              <a:ext cx="361" cy="152"/>
            </a:xfrm>
            <a:custGeom>
              <a:avLst/>
              <a:gdLst>
                <a:gd name="T0" fmla="*/ 350 w 64"/>
                <a:gd name="T1" fmla="*/ 4087 h 27"/>
                <a:gd name="T2" fmla="*/ 891 w 64"/>
                <a:gd name="T3" fmla="*/ 3580 h 27"/>
                <a:gd name="T4" fmla="*/ 2166 w 64"/>
                <a:gd name="T5" fmla="*/ 3203 h 27"/>
                <a:gd name="T6" fmla="*/ 6808 w 64"/>
                <a:gd name="T7" fmla="*/ 1616 h 27"/>
                <a:gd name="T8" fmla="*/ 8241 w 64"/>
                <a:gd name="T9" fmla="*/ 1239 h 27"/>
                <a:gd name="T10" fmla="*/ 10243 w 64"/>
                <a:gd name="T11" fmla="*/ 889 h 27"/>
                <a:gd name="T12" fmla="*/ 8782 w 64"/>
                <a:gd name="T13" fmla="*/ 1616 h 27"/>
                <a:gd name="T14" fmla="*/ 9516 w 64"/>
                <a:gd name="T15" fmla="*/ 1616 h 27"/>
                <a:gd name="T16" fmla="*/ 8782 w 64"/>
                <a:gd name="T17" fmla="*/ 1965 h 27"/>
                <a:gd name="T18" fmla="*/ 8241 w 64"/>
                <a:gd name="T19" fmla="*/ 2314 h 27"/>
                <a:gd name="T20" fmla="*/ 8433 w 64"/>
                <a:gd name="T21" fmla="*/ 2314 h 27"/>
                <a:gd name="T22" fmla="*/ 8974 w 64"/>
                <a:gd name="T23" fmla="*/ 2505 h 27"/>
                <a:gd name="T24" fmla="*/ 7891 w 64"/>
                <a:gd name="T25" fmla="*/ 2854 h 27"/>
                <a:gd name="T26" fmla="*/ 7192 w 64"/>
                <a:gd name="T27" fmla="*/ 3389 h 27"/>
                <a:gd name="T28" fmla="*/ 7542 w 64"/>
                <a:gd name="T29" fmla="*/ 3389 h 27"/>
                <a:gd name="T30" fmla="*/ 8083 w 64"/>
                <a:gd name="T31" fmla="*/ 3389 h 27"/>
                <a:gd name="T32" fmla="*/ 8625 w 64"/>
                <a:gd name="T33" fmla="*/ 3580 h 27"/>
                <a:gd name="T34" fmla="*/ 8241 w 64"/>
                <a:gd name="T35" fmla="*/ 3929 h 27"/>
                <a:gd name="T36" fmla="*/ 6650 w 64"/>
                <a:gd name="T37" fmla="*/ 3929 h 27"/>
                <a:gd name="T38" fmla="*/ 5917 w 64"/>
                <a:gd name="T39" fmla="*/ 4087 h 27"/>
                <a:gd name="T40" fmla="*/ 4484 w 64"/>
                <a:gd name="T41" fmla="*/ 4087 h 27"/>
                <a:gd name="T42" fmla="*/ 2324 w 64"/>
                <a:gd name="T43" fmla="*/ 4470 h 27"/>
                <a:gd name="T44" fmla="*/ 733 w 64"/>
                <a:gd name="T45" fmla="*/ 4470 h 27"/>
                <a:gd name="T46" fmla="*/ 891 w 64"/>
                <a:gd name="T47" fmla="*/ 4087 h 27"/>
                <a:gd name="T48" fmla="*/ 1433 w 64"/>
                <a:gd name="T49" fmla="*/ 3929 h 27"/>
                <a:gd name="T50" fmla="*/ 891 w 64"/>
                <a:gd name="T51" fmla="*/ 4087 h 27"/>
                <a:gd name="T52" fmla="*/ 350 w 64"/>
                <a:gd name="T53" fmla="*/ 4087 h 2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4" h="27">
                  <a:moveTo>
                    <a:pt x="2" y="23"/>
                  </a:moveTo>
                  <a:cubicBezTo>
                    <a:pt x="2" y="23"/>
                    <a:pt x="0" y="21"/>
                    <a:pt x="5" y="20"/>
                  </a:cubicBezTo>
                  <a:cubicBezTo>
                    <a:pt x="5" y="20"/>
                    <a:pt x="9" y="19"/>
                    <a:pt x="12" y="18"/>
                  </a:cubicBezTo>
                  <a:cubicBezTo>
                    <a:pt x="12" y="18"/>
                    <a:pt x="26" y="11"/>
                    <a:pt x="38" y="9"/>
                  </a:cubicBezTo>
                  <a:cubicBezTo>
                    <a:pt x="38" y="9"/>
                    <a:pt x="43" y="8"/>
                    <a:pt x="46" y="7"/>
                  </a:cubicBezTo>
                  <a:cubicBezTo>
                    <a:pt x="46" y="7"/>
                    <a:pt x="64" y="0"/>
                    <a:pt x="57" y="5"/>
                  </a:cubicBezTo>
                  <a:cubicBezTo>
                    <a:pt x="57" y="5"/>
                    <a:pt x="51" y="8"/>
                    <a:pt x="49" y="9"/>
                  </a:cubicBezTo>
                  <a:cubicBezTo>
                    <a:pt x="49" y="9"/>
                    <a:pt x="57" y="7"/>
                    <a:pt x="53" y="9"/>
                  </a:cubicBezTo>
                  <a:cubicBezTo>
                    <a:pt x="53" y="9"/>
                    <a:pt x="51" y="11"/>
                    <a:pt x="49" y="11"/>
                  </a:cubicBezTo>
                  <a:cubicBezTo>
                    <a:pt x="49" y="11"/>
                    <a:pt x="47" y="12"/>
                    <a:pt x="46" y="13"/>
                  </a:cubicBezTo>
                  <a:cubicBezTo>
                    <a:pt x="46" y="13"/>
                    <a:pt x="45" y="14"/>
                    <a:pt x="47" y="13"/>
                  </a:cubicBezTo>
                  <a:cubicBezTo>
                    <a:pt x="47" y="13"/>
                    <a:pt x="54" y="12"/>
                    <a:pt x="50" y="14"/>
                  </a:cubicBezTo>
                  <a:cubicBezTo>
                    <a:pt x="50" y="14"/>
                    <a:pt x="46" y="16"/>
                    <a:pt x="44" y="16"/>
                  </a:cubicBezTo>
                  <a:cubicBezTo>
                    <a:pt x="44" y="16"/>
                    <a:pt x="35" y="19"/>
                    <a:pt x="40" y="19"/>
                  </a:cubicBezTo>
                  <a:cubicBezTo>
                    <a:pt x="40" y="19"/>
                    <a:pt x="42" y="18"/>
                    <a:pt x="42" y="19"/>
                  </a:cubicBezTo>
                  <a:cubicBezTo>
                    <a:pt x="42" y="19"/>
                    <a:pt x="44" y="18"/>
                    <a:pt x="45" y="19"/>
                  </a:cubicBezTo>
                  <a:cubicBezTo>
                    <a:pt x="45" y="19"/>
                    <a:pt x="44" y="20"/>
                    <a:pt x="48" y="20"/>
                  </a:cubicBezTo>
                  <a:cubicBezTo>
                    <a:pt x="48" y="20"/>
                    <a:pt x="53" y="22"/>
                    <a:pt x="46" y="22"/>
                  </a:cubicBezTo>
                  <a:cubicBezTo>
                    <a:pt x="46" y="22"/>
                    <a:pt x="41" y="24"/>
                    <a:pt x="37" y="22"/>
                  </a:cubicBezTo>
                  <a:cubicBezTo>
                    <a:pt x="37" y="22"/>
                    <a:pt x="35" y="22"/>
                    <a:pt x="33" y="23"/>
                  </a:cubicBezTo>
                  <a:cubicBezTo>
                    <a:pt x="33" y="23"/>
                    <a:pt x="29" y="24"/>
                    <a:pt x="25" y="23"/>
                  </a:cubicBezTo>
                  <a:cubicBezTo>
                    <a:pt x="25" y="23"/>
                    <a:pt x="17" y="26"/>
                    <a:pt x="13" y="25"/>
                  </a:cubicBezTo>
                  <a:cubicBezTo>
                    <a:pt x="13" y="25"/>
                    <a:pt x="6" y="27"/>
                    <a:pt x="4" y="25"/>
                  </a:cubicBezTo>
                  <a:cubicBezTo>
                    <a:pt x="4" y="25"/>
                    <a:pt x="4" y="24"/>
                    <a:pt x="5" y="23"/>
                  </a:cubicBezTo>
                  <a:cubicBezTo>
                    <a:pt x="5" y="23"/>
                    <a:pt x="10" y="22"/>
                    <a:pt x="8" y="22"/>
                  </a:cubicBezTo>
                  <a:cubicBezTo>
                    <a:pt x="8" y="22"/>
                    <a:pt x="6" y="22"/>
                    <a:pt x="5" y="23"/>
                  </a:cubicBezTo>
                  <a:cubicBezTo>
                    <a:pt x="5" y="23"/>
                    <a:pt x="2" y="24"/>
                    <a:pt x="2" y="23"/>
                  </a:cubicBezTo>
                  <a:close/>
                </a:path>
              </a:pathLst>
            </a:custGeom>
            <a:solidFill>
              <a:srgbClr val="949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56" name="Freeform 1091"/>
            <p:cNvSpPr>
              <a:spLocks/>
            </p:cNvSpPr>
            <p:nvPr/>
          </p:nvSpPr>
          <p:spPr bwMode="auto">
            <a:xfrm>
              <a:off x="4546" y="-7935"/>
              <a:ext cx="22" cy="23"/>
            </a:xfrm>
            <a:custGeom>
              <a:avLst/>
              <a:gdLst>
                <a:gd name="T0" fmla="*/ 666 w 4"/>
                <a:gd name="T1" fmla="*/ 397 h 4"/>
                <a:gd name="T2" fmla="*/ 517 w 4"/>
                <a:gd name="T3" fmla="*/ 201 h 4"/>
                <a:gd name="T4" fmla="*/ 182 w 4"/>
                <a:gd name="T5" fmla="*/ 397 h 4"/>
                <a:gd name="T6" fmla="*/ 336 w 4"/>
                <a:gd name="T7" fmla="*/ 759 h 4"/>
                <a:gd name="T8" fmla="*/ 666 w 4"/>
                <a:gd name="T9" fmla="*/ 397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4" y="2"/>
                    <a:pt x="4" y="1"/>
                    <a:pt x="3" y="1"/>
                  </a:cubicBezTo>
                  <a:cubicBezTo>
                    <a:pt x="3" y="1"/>
                    <a:pt x="2" y="0"/>
                    <a:pt x="1" y="2"/>
                  </a:cubicBezTo>
                  <a:cubicBezTo>
                    <a:pt x="1" y="2"/>
                    <a:pt x="0" y="3"/>
                    <a:pt x="2" y="4"/>
                  </a:cubicBezTo>
                  <a:cubicBezTo>
                    <a:pt x="2" y="4"/>
                    <a:pt x="3" y="4"/>
                    <a:pt x="4" y="2"/>
                  </a:cubicBez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57" name="Freeform 1092"/>
            <p:cNvSpPr>
              <a:spLocks/>
            </p:cNvSpPr>
            <p:nvPr/>
          </p:nvSpPr>
          <p:spPr bwMode="auto">
            <a:xfrm>
              <a:off x="4551" y="-7929"/>
              <a:ext cx="12" cy="11"/>
            </a:xfrm>
            <a:custGeom>
              <a:avLst/>
              <a:gdLst>
                <a:gd name="T0" fmla="*/ 0 w 2"/>
                <a:gd name="T1" fmla="*/ 336 h 2"/>
                <a:gd name="T2" fmla="*/ 432 w 2"/>
                <a:gd name="T3" fmla="*/ 336 h 2"/>
                <a:gd name="T4" fmla="*/ 432 w 2"/>
                <a:gd name="T5" fmla="*/ 182 h 2"/>
                <a:gd name="T6" fmla="*/ 216 w 2"/>
                <a:gd name="T7" fmla="*/ 0 h 2"/>
                <a:gd name="T8" fmla="*/ 0 w 2"/>
                <a:gd name="T9" fmla="*/ 336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58" name="Freeform 1093"/>
            <p:cNvSpPr>
              <a:spLocks/>
            </p:cNvSpPr>
            <p:nvPr/>
          </p:nvSpPr>
          <p:spPr bwMode="auto">
            <a:xfrm>
              <a:off x="4512" y="-7907"/>
              <a:ext cx="17" cy="40"/>
            </a:xfrm>
            <a:custGeom>
              <a:avLst/>
              <a:gdLst>
                <a:gd name="T0" fmla="*/ 0 w 3"/>
                <a:gd name="T1" fmla="*/ 194 h 7"/>
                <a:gd name="T2" fmla="*/ 351 w 3"/>
                <a:gd name="T3" fmla="*/ 0 h 7"/>
                <a:gd name="T4" fmla="*/ 544 w 3"/>
                <a:gd name="T5" fmla="*/ 194 h 7"/>
                <a:gd name="T6" fmla="*/ 544 w 3"/>
                <a:gd name="T7" fmla="*/ 949 h 7"/>
                <a:gd name="T8" fmla="*/ 351 w 3"/>
                <a:gd name="T9" fmla="*/ 949 h 7"/>
                <a:gd name="T10" fmla="*/ 0 w 3"/>
                <a:gd name="T11" fmla="*/ 194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" h="7">
                  <a:moveTo>
                    <a:pt x="0" y="1"/>
                  </a:moveTo>
                  <a:cubicBezTo>
                    <a:pt x="0" y="1"/>
                    <a:pt x="0" y="0"/>
                    <a:pt x="2" y="0"/>
                  </a:cubicBezTo>
                  <a:cubicBezTo>
                    <a:pt x="2" y="0"/>
                    <a:pt x="3" y="0"/>
                    <a:pt x="3" y="1"/>
                  </a:cubicBezTo>
                  <a:cubicBezTo>
                    <a:pt x="3" y="1"/>
                    <a:pt x="2" y="4"/>
                    <a:pt x="3" y="5"/>
                  </a:cubicBezTo>
                  <a:cubicBezTo>
                    <a:pt x="3" y="5"/>
                    <a:pt x="2" y="7"/>
                    <a:pt x="2" y="5"/>
                  </a:cubicBezTo>
                  <a:cubicBezTo>
                    <a:pt x="2" y="5"/>
                    <a:pt x="0" y="3"/>
                    <a:pt x="0" y="1"/>
                  </a:cubicBezTo>
                  <a:close/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59" name="Freeform 1094"/>
            <p:cNvSpPr>
              <a:spLocks/>
            </p:cNvSpPr>
            <p:nvPr/>
          </p:nvSpPr>
          <p:spPr bwMode="auto">
            <a:xfrm>
              <a:off x="4512" y="-7912"/>
              <a:ext cx="11" cy="34"/>
            </a:xfrm>
            <a:custGeom>
              <a:avLst/>
              <a:gdLst>
                <a:gd name="T0" fmla="*/ 0 w 2"/>
                <a:gd name="T1" fmla="*/ 544 h 6"/>
                <a:gd name="T2" fmla="*/ 182 w 2"/>
                <a:gd name="T3" fmla="*/ 193 h 6"/>
                <a:gd name="T4" fmla="*/ 336 w 2"/>
                <a:gd name="T5" fmla="*/ 351 h 6"/>
                <a:gd name="T6" fmla="*/ 336 w 2"/>
                <a:gd name="T7" fmla="*/ 1094 h 6"/>
                <a:gd name="T8" fmla="*/ 182 w 2"/>
                <a:gd name="T9" fmla="*/ 901 h 6"/>
                <a:gd name="T10" fmla="*/ 0 w 2"/>
                <a:gd name="T11" fmla="*/ 544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" h="6">
                  <a:moveTo>
                    <a:pt x="0" y="3"/>
                  </a:moveTo>
                  <a:cubicBezTo>
                    <a:pt x="0" y="3"/>
                    <a:pt x="0" y="0"/>
                    <a:pt x="1" y="1"/>
                  </a:cubicBezTo>
                  <a:cubicBezTo>
                    <a:pt x="1" y="1"/>
                    <a:pt x="2" y="1"/>
                    <a:pt x="2" y="2"/>
                  </a:cubicBezTo>
                  <a:cubicBezTo>
                    <a:pt x="2" y="2"/>
                    <a:pt x="2" y="5"/>
                    <a:pt x="2" y="6"/>
                  </a:cubicBezTo>
                  <a:cubicBezTo>
                    <a:pt x="2" y="6"/>
                    <a:pt x="2" y="6"/>
                    <a:pt x="1" y="5"/>
                  </a:cubicBezTo>
                  <a:cubicBezTo>
                    <a:pt x="1" y="5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D5AA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60" name="Freeform 1095"/>
            <p:cNvSpPr>
              <a:spLocks/>
            </p:cNvSpPr>
            <p:nvPr/>
          </p:nvSpPr>
          <p:spPr bwMode="auto">
            <a:xfrm>
              <a:off x="4315" y="-8048"/>
              <a:ext cx="101" cy="113"/>
            </a:xfrm>
            <a:custGeom>
              <a:avLst/>
              <a:gdLst>
                <a:gd name="T0" fmla="*/ 348 w 18"/>
                <a:gd name="T1" fmla="*/ 0 h 20"/>
                <a:gd name="T2" fmla="*/ 1414 w 18"/>
                <a:gd name="T3" fmla="*/ 1085 h 20"/>
                <a:gd name="T4" fmla="*/ 2486 w 18"/>
                <a:gd name="T5" fmla="*/ 1819 h 20"/>
                <a:gd name="T6" fmla="*/ 2991 w 18"/>
                <a:gd name="T7" fmla="*/ 2876 h 20"/>
                <a:gd name="T8" fmla="*/ 2643 w 18"/>
                <a:gd name="T9" fmla="*/ 3254 h 20"/>
                <a:gd name="T10" fmla="*/ 2301 w 18"/>
                <a:gd name="T11" fmla="*/ 3605 h 20"/>
                <a:gd name="T12" fmla="*/ 2486 w 18"/>
                <a:gd name="T13" fmla="*/ 3062 h 20"/>
                <a:gd name="T14" fmla="*/ 2486 w 18"/>
                <a:gd name="T15" fmla="*/ 2712 h 20"/>
                <a:gd name="T16" fmla="*/ 1953 w 18"/>
                <a:gd name="T17" fmla="*/ 1627 h 20"/>
                <a:gd name="T18" fmla="*/ 1414 w 18"/>
                <a:gd name="T19" fmla="*/ 1435 h 20"/>
                <a:gd name="T20" fmla="*/ 881 w 18"/>
                <a:gd name="T21" fmla="*/ 735 h 20"/>
                <a:gd name="T22" fmla="*/ 348 w 18"/>
                <a:gd name="T23" fmla="*/ 350 h 20"/>
                <a:gd name="T24" fmla="*/ 0 w 18"/>
                <a:gd name="T25" fmla="*/ 0 h 20"/>
                <a:gd name="T26" fmla="*/ 191 w 18"/>
                <a:gd name="T27" fmla="*/ 0 h 20"/>
                <a:gd name="T28" fmla="*/ 348 w 18"/>
                <a:gd name="T29" fmla="*/ 0 h 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" h="20">
                  <a:moveTo>
                    <a:pt x="2" y="0"/>
                  </a:moveTo>
                  <a:cubicBezTo>
                    <a:pt x="4" y="2"/>
                    <a:pt x="6" y="4"/>
                    <a:pt x="8" y="6"/>
                  </a:cubicBezTo>
                  <a:cubicBezTo>
                    <a:pt x="10" y="7"/>
                    <a:pt x="12" y="9"/>
                    <a:pt x="14" y="10"/>
                  </a:cubicBezTo>
                  <a:cubicBezTo>
                    <a:pt x="15" y="11"/>
                    <a:pt x="18" y="14"/>
                    <a:pt x="17" y="16"/>
                  </a:cubicBezTo>
                  <a:cubicBezTo>
                    <a:pt x="17" y="16"/>
                    <a:pt x="16" y="17"/>
                    <a:pt x="15" y="18"/>
                  </a:cubicBezTo>
                  <a:cubicBezTo>
                    <a:pt x="15" y="19"/>
                    <a:pt x="14" y="19"/>
                    <a:pt x="13" y="20"/>
                  </a:cubicBezTo>
                  <a:cubicBezTo>
                    <a:pt x="13" y="19"/>
                    <a:pt x="14" y="18"/>
                    <a:pt x="14" y="17"/>
                  </a:cubicBezTo>
                  <a:cubicBezTo>
                    <a:pt x="15" y="16"/>
                    <a:pt x="15" y="16"/>
                    <a:pt x="14" y="15"/>
                  </a:cubicBezTo>
                  <a:cubicBezTo>
                    <a:pt x="14" y="13"/>
                    <a:pt x="12" y="11"/>
                    <a:pt x="11" y="9"/>
                  </a:cubicBezTo>
                  <a:cubicBezTo>
                    <a:pt x="10" y="9"/>
                    <a:pt x="9" y="8"/>
                    <a:pt x="8" y="8"/>
                  </a:cubicBezTo>
                  <a:cubicBezTo>
                    <a:pt x="7" y="7"/>
                    <a:pt x="6" y="6"/>
                    <a:pt x="5" y="4"/>
                  </a:cubicBezTo>
                  <a:cubicBezTo>
                    <a:pt x="4" y="3"/>
                    <a:pt x="3" y="3"/>
                    <a:pt x="2" y="2"/>
                  </a:cubicBezTo>
                  <a:cubicBezTo>
                    <a:pt x="1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61" name="Freeform 1096"/>
            <p:cNvSpPr>
              <a:spLocks/>
            </p:cNvSpPr>
            <p:nvPr/>
          </p:nvSpPr>
          <p:spPr bwMode="auto">
            <a:xfrm>
              <a:off x="4551" y="-7924"/>
              <a:ext cx="6" cy="6"/>
            </a:xfrm>
            <a:custGeom>
              <a:avLst/>
              <a:gdLst>
                <a:gd name="T0" fmla="*/ 216 w 1"/>
                <a:gd name="T1" fmla="*/ 0 h 1"/>
                <a:gd name="T2" fmla="*/ 216 w 1"/>
                <a:gd name="T3" fmla="*/ 216 h 1"/>
                <a:gd name="T4" fmla="*/ 0 w 1"/>
                <a:gd name="T5" fmla="*/ 216 h 1"/>
                <a:gd name="T6" fmla="*/ 216 w 1"/>
                <a:gd name="T7" fmla="*/ 0 h 1"/>
                <a:gd name="T8" fmla="*/ 216 w 1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62" name="Freeform 1097"/>
            <p:cNvSpPr>
              <a:spLocks/>
            </p:cNvSpPr>
            <p:nvPr/>
          </p:nvSpPr>
          <p:spPr bwMode="auto">
            <a:xfrm>
              <a:off x="4365" y="-7907"/>
              <a:ext cx="226" cy="119"/>
            </a:xfrm>
            <a:custGeom>
              <a:avLst/>
              <a:gdLst>
                <a:gd name="T0" fmla="*/ 192 w 40"/>
                <a:gd name="T1" fmla="*/ 2182 h 21"/>
                <a:gd name="T2" fmla="*/ 4339 w 40"/>
                <a:gd name="T3" fmla="*/ 3275 h 21"/>
                <a:gd name="T4" fmla="*/ 7215 w 40"/>
                <a:gd name="T5" fmla="*/ 193 h 21"/>
                <a:gd name="T6" fmla="*/ 7023 w 40"/>
                <a:gd name="T7" fmla="*/ 193 h 21"/>
                <a:gd name="T8" fmla="*/ 5780 w 40"/>
                <a:gd name="T9" fmla="*/ 1638 h 21"/>
                <a:gd name="T10" fmla="*/ 4695 w 40"/>
                <a:gd name="T11" fmla="*/ 2374 h 21"/>
                <a:gd name="T12" fmla="*/ 542 w 40"/>
                <a:gd name="T13" fmla="*/ 2374 h 21"/>
                <a:gd name="T14" fmla="*/ 192 w 40"/>
                <a:gd name="T15" fmla="*/ 2182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0" h="21">
                  <a:moveTo>
                    <a:pt x="1" y="12"/>
                  </a:moveTo>
                  <a:cubicBezTo>
                    <a:pt x="1" y="12"/>
                    <a:pt x="10" y="21"/>
                    <a:pt x="24" y="18"/>
                  </a:cubicBezTo>
                  <a:cubicBezTo>
                    <a:pt x="24" y="18"/>
                    <a:pt x="36" y="15"/>
                    <a:pt x="40" y="1"/>
                  </a:cubicBezTo>
                  <a:cubicBezTo>
                    <a:pt x="40" y="1"/>
                    <a:pt x="39" y="0"/>
                    <a:pt x="39" y="1"/>
                  </a:cubicBezTo>
                  <a:cubicBezTo>
                    <a:pt x="39" y="1"/>
                    <a:pt x="36" y="9"/>
                    <a:pt x="32" y="9"/>
                  </a:cubicBezTo>
                  <a:cubicBezTo>
                    <a:pt x="32" y="9"/>
                    <a:pt x="27" y="11"/>
                    <a:pt x="26" y="13"/>
                  </a:cubicBezTo>
                  <a:cubicBezTo>
                    <a:pt x="26" y="13"/>
                    <a:pt x="17" y="20"/>
                    <a:pt x="3" y="13"/>
                  </a:cubicBezTo>
                  <a:cubicBezTo>
                    <a:pt x="3" y="13"/>
                    <a:pt x="0" y="11"/>
                    <a:pt x="1" y="12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63" name="Freeform 1098"/>
            <p:cNvSpPr>
              <a:spLocks/>
            </p:cNvSpPr>
            <p:nvPr/>
          </p:nvSpPr>
          <p:spPr bwMode="auto">
            <a:xfrm>
              <a:off x="4473" y="-8002"/>
              <a:ext cx="84" cy="73"/>
            </a:xfrm>
            <a:custGeom>
              <a:avLst/>
              <a:gdLst>
                <a:gd name="T0" fmla="*/ 347 w 15"/>
                <a:gd name="T1" fmla="*/ 533 h 13"/>
                <a:gd name="T2" fmla="*/ 2100 w 15"/>
                <a:gd name="T3" fmla="*/ 533 h 13"/>
                <a:gd name="T4" fmla="*/ 2447 w 15"/>
                <a:gd name="T5" fmla="*/ 1230 h 13"/>
                <a:gd name="T6" fmla="*/ 2447 w 15"/>
                <a:gd name="T7" fmla="*/ 1421 h 13"/>
                <a:gd name="T8" fmla="*/ 2290 w 15"/>
                <a:gd name="T9" fmla="*/ 1763 h 13"/>
                <a:gd name="T10" fmla="*/ 2100 w 15"/>
                <a:gd name="T11" fmla="*/ 1954 h 13"/>
                <a:gd name="T12" fmla="*/ 1758 w 15"/>
                <a:gd name="T13" fmla="*/ 1606 h 13"/>
                <a:gd name="T14" fmla="*/ 1568 w 15"/>
                <a:gd name="T15" fmla="*/ 1073 h 13"/>
                <a:gd name="T16" fmla="*/ 1221 w 15"/>
                <a:gd name="T17" fmla="*/ 533 h 13"/>
                <a:gd name="T18" fmla="*/ 532 w 15"/>
                <a:gd name="T19" fmla="*/ 533 h 13"/>
                <a:gd name="T20" fmla="*/ 347 w 15"/>
                <a:gd name="T21" fmla="*/ 533 h 1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" h="13">
                  <a:moveTo>
                    <a:pt x="2" y="3"/>
                  </a:moveTo>
                  <a:cubicBezTo>
                    <a:pt x="2" y="3"/>
                    <a:pt x="7" y="0"/>
                    <a:pt x="12" y="3"/>
                  </a:cubicBezTo>
                  <a:cubicBezTo>
                    <a:pt x="12" y="3"/>
                    <a:pt x="15" y="4"/>
                    <a:pt x="14" y="7"/>
                  </a:cubicBezTo>
                  <a:cubicBezTo>
                    <a:pt x="14" y="7"/>
                    <a:pt x="15" y="8"/>
                    <a:pt x="14" y="8"/>
                  </a:cubicBezTo>
                  <a:cubicBezTo>
                    <a:pt x="14" y="8"/>
                    <a:pt x="13" y="8"/>
                    <a:pt x="13" y="10"/>
                  </a:cubicBezTo>
                  <a:cubicBezTo>
                    <a:pt x="13" y="10"/>
                    <a:pt x="13" y="13"/>
                    <a:pt x="12" y="11"/>
                  </a:cubicBezTo>
                  <a:cubicBezTo>
                    <a:pt x="12" y="11"/>
                    <a:pt x="12" y="10"/>
                    <a:pt x="10" y="9"/>
                  </a:cubicBezTo>
                  <a:cubicBezTo>
                    <a:pt x="10" y="9"/>
                    <a:pt x="9" y="7"/>
                    <a:pt x="9" y="6"/>
                  </a:cubicBezTo>
                  <a:cubicBezTo>
                    <a:pt x="9" y="6"/>
                    <a:pt x="10" y="4"/>
                    <a:pt x="7" y="3"/>
                  </a:cubicBezTo>
                  <a:cubicBezTo>
                    <a:pt x="7" y="3"/>
                    <a:pt x="4" y="3"/>
                    <a:pt x="3" y="3"/>
                  </a:cubicBezTo>
                  <a:cubicBezTo>
                    <a:pt x="3" y="3"/>
                    <a:pt x="0" y="3"/>
                    <a:pt x="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64" name="Freeform 1099"/>
            <p:cNvSpPr>
              <a:spLocks/>
            </p:cNvSpPr>
            <p:nvPr/>
          </p:nvSpPr>
          <p:spPr bwMode="auto">
            <a:xfrm>
              <a:off x="4456" y="-7952"/>
              <a:ext cx="56" cy="34"/>
            </a:xfrm>
            <a:custGeom>
              <a:avLst/>
              <a:gdLst>
                <a:gd name="T0" fmla="*/ 347 w 10"/>
                <a:gd name="T1" fmla="*/ 0 h 6"/>
                <a:gd name="T2" fmla="*/ 190 w 10"/>
                <a:gd name="T3" fmla="*/ 351 h 6"/>
                <a:gd name="T4" fmla="*/ 0 w 10"/>
                <a:gd name="T5" fmla="*/ 544 h 6"/>
                <a:gd name="T6" fmla="*/ 190 w 10"/>
                <a:gd name="T7" fmla="*/ 737 h 6"/>
                <a:gd name="T8" fmla="*/ 1064 w 10"/>
                <a:gd name="T9" fmla="*/ 901 h 6"/>
                <a:gd name="T10" fmla="*/ 1411 w 10"/>
                <a:gd name="T11" fmla="*/ 901 h 6"/>
                <a:gd name="T12" fmla="*/ 1411 w 10"/>
                <a:gd name="T13" fmla="*/ 544 h 6"/>
                <a:gd name="T14" fmla="*/ 1064 w 10"/>
                <a:gd name="T15" fmla="*/ 0 h 6"/>
                <a:gd name="T16" fmla="*/ 532 w 10"/>
                <a:gd name="T17" fmla="*/ 0 h 6"/>
                <a:gd name="T18" fmla="*/ 347 w 10"/>
                <a:gd name="T19" fmla="*/ 0 h 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" h="6">
                  <a:moveTo>
                    <a:pt x="2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0" y="2"/>
                    <a:pt x="1" y="4"/>
                    <a:pt x="1" y="4"/>
                  </a:cubicBezTo>
                  <a:cubicBezTo>
                    <a:pt x="2" y="5"/>
                    <a:pt x="4" y="6"/>
                    <a:pt x="6" y="5"/>
                  </a:cubicBezTo>
                  <a:cubicBezTo>
                    <a:pt x="7" y="5"/>
                    <a:pt x="8" y="5"/>
                    <a:pt x="8" y="5"/>
                  </a:cubicBezTo>
                  <a:cubicBezTo>
                    <a:pt x="10" y="4"/>
                    <a:pt x="9" y="4"/>
                    <a:pt x="8" y="3"/>
                  </a:cubicBezTo>
                  <a:cubicBezTo>
                    <a:pt x="8" y="1"/>
                    <a:pt x="7" y="1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65" name="Freeform 1100"/>
            <p:cNvSpPr>
              <a:spLocks/>
            </p:cNvSpPr>
            <p:nvPr/>
          </p:nvSpPr>
          <p:spPr bwMode="auto">
            <a:xfrm>
              <a:off x="4473" y="-7952"/>
              <a:ext cx="33" cy="34"/>
            </a:xfrm>
            <a:custGeom>
              <a:avLst/>
              <a:gdLst>
                <a:gd name="T0" fmla="*/ 182 w 6"/>
                <a:gd name="T1" fmla="*/ 544 h 6"/>
                <a:gd name="T2" fmla="*/ 182 w 6"/>
                <a:gd name="T3" fmla="*/ 193 h 6"/>
                <a:gd name="T4" fmla="*/ 847 w 6"/>
                <a:gd name="T5" fmla="*/ 351 h 6"/>
                <a:gd name="T6" fmla="*/ 666 w 6"/>
                <a:gd name="T7" fmla="*/ 901 h 6"/>
                <a:gd name="T8" fmla="*/ 182 w 6"/>
                <a:gd name="T9" fmla="*/ 54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3"/>
                  </a:moveTo>
                  <a:cubicBezTo>
                    <a:pt x="1" y="3"/>
                    <a:pt x="0" y="1"/>
                    <a:pt x="1" y="1"/>
                  </a:cubicBezTo>
                  <a:cubicBezTo>
                    <a:pt x="1" y="1"/>
                    <a:pt x="3" y="0"/>
                    <a:pt x="5" y="2"/>
                  </a:cubicBezTo>
                  <a:cubicBezTo>
                    <a:pt x="5" y="2"/>
                    <a:pt x="6" y="4"/>
                    <a:pt x="4" y="5"/>
                  </a:cubicBezTo>
                  <a:cubicBezTo>
                    <a:pt x="4" y="5"/>
                    <a:pt x="2" y="6"/>
                    <a:pt x="1" y="3"/>
                  </a:cubicBezTo>
                  <a:close/>
                </a:path>
              </a:pathLst>
            </a:custGeom>
            <a:solidFill>
              <a:srgbClr val="949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66" name="Freeform 1101"/>
            <p:cNvSpPr>
              <a:spLocks/>
            </p:cNvSpPr>
            <p:nvPr/>
          </p:nvSpPr>
          <p:spPr bwMode="auto">
            <a:xfrm>
              <a:off x="4478" y="-7946"/>
              <a:ext cx="23" cy="22"/>
            </a:xfrm>
            <a:custGeom>
              <a:avLst/>
              <a:gdLst>
                <a:gd name="T0" fmla="*/ 564 w 4"/>
                <a:gd name="T1" fmla="*/ 336 h 4"/>
                <a:gd name="T2" fmla="*/ 397 w 4"/>
                <a:gd name="T3" fmla="*/ 517 h 4"/>
                <a:gd name="T4" fmla="*/ 0 w 4"/>
                <a:gd name="T5" fmla="*/ 182 h 4"/>
                <a:gd name="T6" fmla="*/ 397 w 4"/>
                <a:gd name="T7" fmla="*/ 0 h 4"/>
                <a:gd name="T8" fmla="*/ 564 w 4"/>
                <a:gd name="T9" fmla="*/ 33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2"/>
                  </a:moveTo>
                  <a:cubicBezTo>
                    <a:pt x="3" y="3"/>
                    <a:pt x="3" y="4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1" y="0"/>
                    <a:pt x="2" y="0"/>
                  </a:cubicBezTo>
                  <a:cubicBezTo>
                    <a:pt x="3" y="1"/>
                    <a:pt x="4" y="2"/>
                    <a:pt x="3" y="2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67" name="Freeform 1102"/>
            <p:cNvSpPr>
              <a:spLocks/>
            </p:cNvSpPr>
            <p:nvPr/>
          </p:nvSpPr>
          <p:spPr bwMode="auto">
            <a:xfrm>
              <a:off x="4489" y="-7940"/>
              <a:ext cx="6" cy="5"/>
            </a:xfrm>
            <a:custGeom>
              <a:avLst/>
              <a:gdLst>
                <a:gd name="T0" fmla="*/ 216 w 1"/>
                <a:gd name="T1" fmla="*/ 0 h 1"/>
                <a:gd name="T2" fmla="*/ 216 w 1"/>
                <a:gd name="T3" fmla="*/ 125 h 1"/>
                <a:gd name="T4" fmla="*/ 0 w 1"/>
                <a:gd name="T5" fmla="*/ 125 h 1"/>
                <a:gd name="T6" fmla="*/ 216 w 1"/>
                <a:gd name="T7" fmla="*/ 0 h 1"/>
                <a:gd name="T8" fmla="*/ 216 w 1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68" name="Freeform 1103"/>
            <p:cNvSpPr>
              <a:spLocks/>
            </p:cNvSpPr>
            <p:nvPr/>
          </p:nvSpPr>
          <p:spPr bwMode="auto">
            <a:xfrm>
              <a:off x="3436" y="-8110"/>
              <a:ext cx="248" cy="108"/>
            </a:xfrm>
            <a:custGeom>
              <a:avLst/>
              <a:gdLst>
                <a:gd name="T0" fmla="*/ 7147 w 44"/>
                <a:gd name="T1" fmla="*/ 0 h 19"/>
                <a:gd name="T2" fmla="*/ 2700 w 44"/>
                <a:gd name="T3" fmla="*/ 1455 h 19"/>
                <a:gd name="T4" fmla="*/ 349 w 44"/>
                <a:gd name="T5" fmla="*/ 2586 h 19"/>
                <a:gd name="T6" fmla="*/ 2858 w 44"/>
                <a:gd name="T7" fmla="*/ 1842 h 19"/>
                <a:gd name="T8" fmla="*/ 6256 w 44"/>
                <a:gd name="T9" fmla="*/ 551 h 19"/>
                <a:gd name="T10" fmla="*/ 7147 w 44"/>
                <a:gd name="T11" fmla="*/ 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19">
                  <a:moveTo>
                    <a:pt x="40" y="0"/>
                  </a:moveTo>
                  <a:cubicBezTo>
                    <a:pt x="40" y="0"/>
                    <a:pt x="25" y="3"/>
                    <a:pt x="15" y="8"/>
                  </a:cubicBezTo>
                  <a:cubicBezTo>
                    <a:pt x="15" y="8"/>
                    <a:pt x="2" y="12"/>
                    <a:pt x="2" y="14"/>
                  </a:cubicBezTo>
                  <a:cubicBezTo>
                    <a:pt x="2" y="14"/>
                    <a:pt x="0" y="19"/>
                    <a:pt x="16" y="10"/>
                  </a:cubicBezTo>
                  <a:cubicBezTo>
                    <a:pt x="16" y="10"/>
                    <a:pt x="30" y="5"/>
                    <a:pt x="35" y="3"/>
                  </a:cubicBezTo>
                  <a:cubicBezTo>
                    <a:pt x="35" y="3"/>
                    <a:pt x="44" y="0"/>
                    <a:pt x="4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69" name="Freeform 1104"/>
            <p:cNvSpPr>
              <a:spLocks/>
            </p:cNvSpPr>
            <p:nvPr/>
          </p:nvSpPr>
          <p:spPr bwMode="auto">
            <a:xfrm>
              <a:off x="3458" y="-8110"/>
              <a:ext cx="242" cy="102"/>
            </a:xfrm>
            <a:custGeom>
              <a:avLst/>
              <a:gdLst>
                <a:gd name="T0" fmla="*/ 1075 w 43"/>
                <a:gd name="T1" fmla="*/ 3083 h 18"/>
                <a:gd name="T2" fmla="*/ 2504 w 43"/>
                <a:gd name="T3" fmla="*/ 2731 h 18"/>
                <a:gd name="T4" fmla="*/ 7665 w 43"/>
                <a:gd name="T5" fmla="*/ 0 h 18"/>
                <a:gd name="T6" fmla="*/ 3039 w 43"/>
                <a:gd name="T7" fmla="*/ 2182 h 18"/>
                <a:gd name="T8" fmla="*/ 1075 w 43"/>
                <a:gd name="T9" fmla="*/ 3083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8">
                  <a:moveTo>
                    <a:pt x="6" y="17"/>
                  </a:moveTo>
                  <a:cubicBezTo>
                    <a:pt x="6" y="17"/>
                    <a:pt x="8" y="18"/>
                    <a:pt x="14" y="15"/>
                  </a:cubicBezTo>
                  <a:cubicBezTo>
                    <a:pt x="14" y="15"/>
                    <a:pt x="37" y="6"/>
                    <a:pt x="43" y="0"/>
                  </a:cubicBezTo>
                  <a:cubicBezTo>
                    <a:pt x="43" y="0"/>
                    <a:pt x="32" y="6"/>
                    <a:pt x="17" y="12"/>
                  </a:cubicBezTo>
                  <a:cubicBezTo>
                    <a:pt x="17" y="12"/>
                    <a:pt x="0" y="16"/>
                    <a:pt x="6" y="17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70" name="Freeform 1105"/>
            <p:cNvSpPr>
              <a:spLocks/>
            </p:cNvSpPr>
            <p:nvPr/>
          </p:nvSpPr>
          <p:spPr bwMode="auto">
            <a:xfrm>
              <a:off x="3554" y="-8104"/>
              <a:ext cx="163" cy="85"/>
            </a:xfrm>
            <a:custGeom>
              <a:avLst/>
              <a:gdLst>
                <a:gd name="T0" fmla="*/ 697 w 29"/>
                <a:gd name="T1" fmla="*/ 2539 h 15"/>
                <a:gd name="T2" fmla="*/ 1613 w 29"/>
                <a:gd name="T3" fmla="*/ 2374 h 15"/>
                <a:gd name="T4" fmla="*/ 5149 w 29"/>
                <a:gd name="T5" fmla="*/ 0 h 15"/>
                <a:gd name="T6" fmla="*/ 2496 w 29"/>
                <a:gd name="T7" fmla="*/ 1830 h 15"/>
                <a:gd name="T8" fmla="*/ 697 w 29"/>
                <a:gd name="T9" fmla="*/ 2539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5">
                  <a:moveTo>
                    <a:pt x="4" y="14"/>
                  </a:moveTo>
                  <a:cubicBezTo>
                    <a:pt x="4" y="14"/>
                    <a:pt x="7" y="15"/>
                    <a:pt x="9" y="13"/>
                  </a:cubicBezTo>
                  <a:cubicBezTo>
                    <a:pt x="9" y="13"/>
                    <a:pt x="25" y="6"/>
                    <a:pt x="29" y="0"/>
                  </a:cubicBezTo>
                  <a:cubicBezTo>
                    <a:pt x="29" y="0"/>
                    <a:pt x="20" y="6"/>
                    <a:pt x="14" y="10"/>
                  </a:cubicBezTo>
                  <a:cubicBezTo>
                    <a:pt x="14" y="10"/>
                    <a:pt x="0" y="15"/>
                    <a:pt x="4" y="14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71" name="Freeform 1106"/>
            <p:cNvSpPr>
              <a:spLocks/>
            </p:cNvSpPr>
            <p:nvPr/>
          </p:nvSpPr>
          <p:spPr bwMode="auto">
            <a:xfrm>
              <a:off x="3633" y="-8110"/>
              <a:ext cx="118" cy="85"/>
            </a:xfrm>
            <a:custGeom>
              <a:avLst/>
              <a:gdLst>
                <a:gd name="T0" fmla="*/ 697 w 21"/>
                <a:gd name="T1" fmla="*/ 2539 h 15"/>
                <a:gd name="T2" fmla="*/ 1770 w 21"/>
                <a:gd name="T3" fmla="*/ 1989 h 15"/>
                <a:gd name="T4" fmla="*/ 3725 w 21"/>
                <a:gd name="T5" fmla="*/ 0 h 15"/>
                <a:gd name="T6" fmla="*/ 1422 w 21"/>
                <a:gd name="T7" fmla="*/ 1830 h 15"/>
                <a:gd name="T8" fmla="*/ 697 w 21"/>
                <a:gd name="T9" fmla="*/ 2539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5">
                  <a:moveTo>
                    <a:pt x="4" y="14"/>
                  </a:moveTo>
                  <a:cubicBezTo>
                    <a:pt x="4" y="14"/>
                    <a:pt x="7" y="14"/>
                    <a:pt x="10" y="11"/>
                  </a:cubicBezTo>
                  <a:cubicBezTo>
                    <a:pt x="10" y="11"/>
                    <a:pt x="18" y="5"/>
                    <a:pt x="21" y="0"/>
                  </a:cubicBezTo>
                  <a:cubicBezTo>
                    <a:pt x="21" y="0"/>
                    <a:pt x="12" y="9"/>
                    <a:pt x="8" y="10"/>
                  </a:cubicBezTo>
                  <a:cubicBezTo>
                    <a:pt x="8" y="10"/>
                    <a:pt x="0" y="15"/>
                    <a:pt x="4" y="14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72" name="Freeform 1107"/>
            <p:cNvSpPr>
              <a:spLocks/>
            </p:cNvSpPr>
            <p:nvPr/>
          </p:nvSpPr>
          <p:spPr bwMode="auto">
            <a:xfrm>
              <a:off x="3678" y="-8098"/>
              <a:ext cx="101" cy="62"/>
            </a:xfrm>
            <a:custGeom>
              <a:avLst/>
              <a:gdLst>
                <a:gd name="T0" fmla="*/ 881 w 18"/>
                <a:gd name="T1" fmla="*/ 1967 h 11"/>
                <a:gd name="T2" fmla="*/ 1762 w 18"/>
                <a:gd name="T3" fmla="*/ 1432 h 11"/>
                <a:gd name="T4" fmla="*/ 3182 w 18"/>
                <a:gd name="T5" fmla="*/ 0 h 11"/>
                <a:gd name="T6" fmla="*/ 1605 w 18"/>
                <a:gd name="T7" fmla="*/ 1240 h 11"/>
                <a:gd name="T8" fmla="*/ 881 w 18"/>
                <a:gd name="T9" fmla="*/ 1967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1">
                  <a:moveTo>
                    <a:pt x="5" y="11"/>
                  </a:moveTo>
                  <a:cubicBezTo>
                    <a:pt x="5" y="11"/>
                    <a:pt x="8" y="11"/>
                    <a:pt x="10" y="8"/>
                  </a:cubicBezTo>
                  <a:cubicBezTo>
                    <a:pt x="10" y="8"/>
                    <a:pt x="15" y="5"/>
                    <a:pt x="18" y="0"/>
                  </a:cubicBezTo>
                  <a:cubicBezTo>
                    <a:pt x="18" y="0"/>
                    <a:pt x="12" y="6"/>
                    <a:pt x="9" y="7"/>
                  </a:cubicBezTo>
                  <a:cubicBezTo>
                    <a:pt x="9" y="7"/>
                    <a:pt x="0" y="11"/>
                    <a:pt x="5" y="1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73" name="Freeform 1108"/>
            <p:cNvSpPr>
              <a:spLocks/>
            </p:cNvSpPr>
            <p:nvPr/>
          </p:nvSpPr>
          <p:spPr bwMode="auto">
            <a:xfrm>
              <a:off x="3458" y="-8098"/>
              <a:ext cx="203" cy="73"/>
            </a:xfrm>
            <a:custGeom>
              <a:avLst/>
              <a:gdLst>
                <a:gd name="T0" fmla="*/ 891 w 36"/>
                <a:gd name="T1" fmla="*/ 2111 h 13"/>
                <a:gd name="T2" fmla="*/ 2160 w 36"/>
                <a:gd name="T3" fmla="*/ 1954 h 13"/>
                <a:gd name="T4" fmla="*/ 6457 w 36"/>
                <a:gd name="T5" fmla="*/ 0 h 13"/>
                <a:gd name="T6" fmla="*/ 2323 w 36"/>
                <a:gd name="T7" fmla="*/ 1606 h 13"/>
                <a:gd name="T8" fmla="*/ 891 w 36"/>
                <a:gd name="T9" fmla="*/ 2111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13">
                  <a:moveTo>
                    <a:pt x="5" y="12"/>
                  </a:moveTo>
                  <a:cubicBezTo>
                    <a:pt x="5" y="12"/>
                    <a:pt x="8" y="13"/>
                    <a:pt x="12" y="11"/>
                  </a:cubicBezTo>
                  <a:cubicBezTo>
                    <a:pt x="12" y="11"/>
                    <a:pt x="31" y="6"/>
                    <a:pt x="36" y="0"/>
                  </a:cubicBezTo>
                  <a:cubicBezTo>
                    <a:pt x="36" y="0"/>
                    <a:pt x="26" y="6"/>
                    <a:pt x="13" y="9"/>
                  </a:cubicBezTo>
                  <a:cubicBezTo>
                    <a:pt x="13" y="9"/>
                    <a:pt x="0" y="13"/>
                    <a:pt x="5" y="12"/>
                  </a:cubicBez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74" name="Freeform 1109"/>
            <p:cNvSpPr>
              <a:spLocks/>
            </p:cNvSpPr>
            <p:nvPr/>
          </p:nvSpPr>
          <p:spPr bwMode="auto">
            <a:xfrm>
              <a:off x="3554" y="-8115"/>
              <a:ext cx="175" cy="101"/>
            </a:xfrm>
            <a:custGeom>
              <a:avLst/>
              <a:gdLst>
                <a:gd name="T0" fmla="*/ 0 w 31"/>
                <a:gd name="T1" fmla="*/ 2643 h 18"/>
                <a:gd name="T2" fmla="*/ 1276 w 31"/>
                <a:gd name="T3" fmla="*/ 2643 h 18"/>
                <a:gd name="T4" fmla="*/ 5577 w 31"/>
                <a:gd name="T5" fmla="*/ 0 h 18"/>
                <a:gd name="T6" fmla="*/ 1434 w 31"/>
                <a:gd name="T7" fmla="*/ 2110 h 18"/>
                <a:gd name="T8" fmla="*/ 0 w 31"/>
                <a:gd name="T9" fmla="*/ 2643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18">
                  <a:moveTo>
                    <a:pt x="0" y="15"/>
                  </a:moveTo>
                  <a:cubicBezTo>
                    <a:pt x="0" y="15"/>
                    <a:pt x="0" y="18"/>
                    <a:pt x="7" y="15"/>
                  </a:cubicBezTo>
                  <a:cubicBezTo>
                    <a:pt x="7" y="15"/>
                    <a:pt x="25" y="7"/>
                    <a:pt x="31" y="0"/>
                  </a:cubicBezTo>
                  <a:cubicBezTo>
                    <a:pt x="31" y="0"/>
                    <a:pt x="19" y="9"/>
                    <a:pt x="8" y="12"/>
                  </a:cubicBezTo>
                  <a:cubicBezTo>
                    <a:pt x="8" y="12"/>
                    <a:pt x="1" y="14"/>
                    <a:pt x="0" y="15"/>
                  </a:cubicBez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75" name="Freeform 1110"/>
            <p:cNvSpPr>
              <a:spLocks/>
            </p:cNvSpPr>
            <p:nvPr/>
          </p:nvSpPr>
          <p:spPr bwMode="auto">
            <a:xfrm>
              <a:off x="3616" y="-8121"/>
              <a:ext cx="146" cy="85"/>
            </a:xfrm>
            <a:custGeom>
              <a:avLst/>
              <a:gdLst>
                <a:gd name="T0" fmla="*/ 882 w 26"/>
                <a:gd name="T1" fmla="*/ 2539 h 15"/>
                <a:gd name="T2" fmla="*/ 4605 w 26"/>
                <a:gd name="T3" fmla="*/ 0 h 15"/>
                <a:gd name="T4" fmla="*/ 2302 w 26"/>
                <a:gd name="T5" fmla="*/ 1638 h 15"/>
                <a:gd name="T6" fmla="*/ 882 w 26"/>
                <a:gd name="T7" fmla="*/ 2539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15">
                  <a:moveTo>
                    <a:pt x="5" y="14"/>
                  </a:moveTo>
                  <a:cubicBezTo>
                    <a:pt x="5" y="14"/>
                    <a:pt x="15" y="11"/>
                    <a:pt x="26" y="0"/>
                  </a:cubicBezTo>
                  <a:cubicBezTo>
                    <a:pt x="26" y="0"/>
                    <a:pt x="16" y="8"/>
                    <a:pt x="13" y="9"/>
                  </a:cubicBezTo>
                  <a:cubicBezTo>
                    <a:pt x="13" y="9"/>
                    <a:pt x="0" y="15"/>
                    <a:pt x="5" y="14"/>
                  </a:cubicBez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76" name="Freeform 1111"/>
            <p:cNvSpPr>
              <a:spLocks/>
            </p:cNvSpPr>
            <p:nvPr/>
          </p:nvSpPr>
          <p:spPr bwMode="auto">
            <a:xfrm>
              <a:off x="3684" y="-8121"/>
              <a:ext cx="118" cy="68"/>
            </a:xfrm>
            <a:custGeom>
              <a:avLst/>
              <a:gdLst>
                <a:gd name="T0" fmla="*/ 697 w 21"/>
                <a:gd name="T1" fmla="*/ 1989 h 12"/>
                <a:gd name="T2" fmla="*/ 3725 w 21"/>
                <a:gd name="T3" fmla="*/ 0 h 12"/>
                <a:gd name="T4" fmla="*/ 1770 w 21"/>
                <a:gd name="T5" fmla="*/ 1286 h 12"/>
                <a:gd name="T6" fmla="*/ 697 w 21"/>
                <a:gd name="T7" fmla="*/ 1989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2">
                  <a:moveTo>
                    <a:pt x="4" y="11"/>
                  </a:moveTo>
                  <a:cubicBezTo>
                    <a:pt x="4" y="11"/>
                    <a:pt x="12" y="12"/>
                    <a:pt x="21" y="0"/>
                  </a:cubicBezTo>
                  <a:cubicBezTo>
                    <a:pt x="21" y="0"/>
                    <a:pt x="16" y="5"/>
                    <a:pt x="10" y="7"/>
                  </a:cubicBezTo>
                  <a:cubicBezTo>
                    <a:pt x="10" y="7"/>
                    <a:pt x="0" y="12"/>
                    <a:pt x="4" y="11"/>
                  </a:cubicBez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77" name="Freeform 1112"/>
            <p:cNvSpPr>
              <a:spLocks/>
            </p:cNvSpPr>
            <p:nvPr/>
          </p:nvSpPr>
          <p:spPr bwMode="auto">
            <a:xfrm>
              <a:off x="3706" y="-8132"/>
              <a:ext cx="158" cy="90"/>
            </a:xfrm>
            <a:custGeom>
              <a:avLst/>
              <a:gdLst>
                <a:gd name="T0" fmla="*/ 1433 w 28"/>
                <a:gd name="T1" fmla="*/ 2661 h 16"/>
                <a:gd name="T2" fmla="*/ 5033 w 28"/>
                <a:gd name="T3" fmla="*/ 0 h 16"/>
                <a:gd name="T4" fmla="*/ 2709 w 28"/>
                <a:gd name="T5" fmla="*/ 1614 h 16"/>
                <a:gd name="T6" fmla="*/ 1433 w 28"/>
                <a:gd name="T7" fmla="*/ 2661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6">
                  <a:moveTo>
                    <a:pt x="8" y="15"/>
                  </a:moveTo>
                  <a:cubicBezTo>
                    <a:pt x="8" y="15"/>
                    <a:pt x="23" y="11"/>
                    <a:pt x="28" y="0"/>
                  </a:cubicBezTo>
                  <a:cubicBezTo>
                    <a:pt x="28" y="0"/>
                    <a:pt x="23" y="7"/>
                    <a:pt x="15" y="9"/>
                  </a:cubicBezTo>
                  <a:cubicBezTo>
                    <a:pt x="15" y="9"/>
                    <a:pt x="0" y="16"/>
                    <a:pt x="8" y="15"/>
                  </a:cubicBez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208985" name="Group 1113"/>
          <p:cNvGrpSpPr>
            <a:grpSpLocks/>
          </p:cNvGrpSpPr>
          <p:nvPr/>
        </p:nvGrpSpPr>
        <p:grpSpPr bwMode="auto">
          <a:xfrm rot="20744434">
            <a:off x="6523110" y="-1597819"/>
            <a:ext cx="2327275" cy="2838450"/>
            <a:chOff x="15517" y="1470"/>
            <a:chExt cx="2367" cy="3129"/>
          </a:xfrm>
        </p:grpSpPr>
        <p:sp>
          <p:nvSpPr>
            <p:cNvPr id="99005" name="Freeform 1114"/>
            <p:cNvSpPr>
              <a:spLocks/>
            </p:cNvSpPr>
            <p:nvPr/>
          </p:nvSpPr>
          <p:spPr bwMode="auto">
            <a:xfrm>
              <a:off x="16960" y="3748"/>
              <a:ext cx="924" cy="778"/>
            </a:xfrm>
            <a:custGeom>
              <a:avLst/>
              <a:gdLst>
                <a:gd name="T0" fmla="*/ 14857 w 164"/>
                <a:gd name="T1" fmla="*/ 541 h 138"/>
                <a:gd name="T2" fmla="*/ 15905 w 164"/>
                <a:gd name="T3" fmla="*/ 0 h 138"/>
                <a:gd name="T4" fmla="*/ 22728 w 164"/>
                <a:gd name="T5" fmla="*/ 4290 h 138"/>
                <a:gd name="T6" fmla="*/ 25934 w 164"/>
                <a:gd name="T7" fmla="*/ 11631 h 138"/>
                <a:gd name="T8" fmla="*/ 23968 w 164"/>
                <a:gd name="T9" fmla="*/ 23994 h 138"/>
                <a:gd name="T10" fmla="*/ 22886 w 164"/>
                <a:gd name="T11" fmla="*/ 23295 h 138"/>
                <a:gd name="T12" fmla="*/ 20379 w 164"/>
                <a:gd name="T13" fmla="*/ 20978 h 138"/>
                <a:gd name="T14" fmla="*/ 18063 w 164"/>
                <a:gd name="T15" fmla="*/ 19704 h 138"/>
                <a:gd name="T16" fmla="*/ 14666 w 164"/>
                <a:gd name="T17" fmla="*/ 17037 h 138"/>
                <a:gd name="T18" fmla="*/ 11618 w 164"/>
                <a:gd name="T19" fmla="*/ 14872 h 138"/>
                <a:gd name="T20" fmla="*/ 7679 w 164"/>
                <a:gd name="T21" fmla="*/ 11473 h 138"/>
                <a:gd name="T22" fmla="*/ 4288 w 164"/>
                <a:gd name="T23" fmla="*/ 10204 h 138"/>
                <a:gd name="T24" fmla="*/ 192 w 164"/>
                <a:gd name="T25" fmla="*/ 8073 h 138"/>
                <a:gd name="T26" fmla="*/ 14857 w 164"/>
                <a:gd name="T27" fmla="*/ 541 h 1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4" h="138">
                  <a:moveTo>
                    <a:pt x="83" y="3"/>
                  </a:moveTo>
                  <a:cubicBezTo>
                    <a:pt x="89" y="0"/>
                    <a:pt x="89" y="0"/>
                    <a:pt x="89" y="0"/>
                  </a:cubicBezTo>
                  <a:cubicBezTo>
                    <a:pt x="89" y="0"/>
                    <a:pt x="120" y="7"/>
                    <a:pt x="127" y="24"/>
                  </a:cubicBezTo>
                  <a:cubicBezTo>
                    <a:pt x="127" y="24"/>
                    <a:pt x="136" y="52"/>
                    <a:pt x="145" y="65"/>
                  </a:cubicBezTo>
                  <a:cubicBezTo>
                    <a:pt x="145" y="65"/>
                    <a:pt x="164" y="110"/>
                    <a:pt x="134" y="134"/>
                  </a:cubicBezTo>
                  <a:cubicBezTo>
                    <a:pt x="134" y="134"/>
                    <a:pt x="127" y="138"/>
                    <a:pt x="128" y="130"/>
                  </a:cubicBezTo>
                  <a:cubicBezTo>
                    <a:pt x="128" y="130"/>
                    <a:pt x="123" y="116"/>
                    <a:pt x="114" y="117"/>
                  </a:cubicBezTo>
                  <a:cubicBezTo>
                    <a:pt x="114" y="117"/>
                    <a:pt x="104" y="117"/>
                    <a:pt x="101" y="110"/>
                  </a:cubicBezTo>
                  <a:cubicBezTo>
                    <a:pt x="101" y="110"/>
                    <a:pt x="90" y="97"/>
                    <a:pt x="82" y="95"/>
                  </a:cubicBezTo>
                  <a:cubicBezTo>
                    <a:pt x="82" y="95"/>
                    <a:pt x="69" y="94"/>
                    <a:pt x="65" y="83"/>
                  </a:cubicBezTo>
                  <a:cubicBezTo>
                    <a:pt x="65" y="83"/>
                    <a:pt x="51" y="62"/>
                    <a:pt x="43" y="64"/>
                  </a:cubicBezTo>
                  <a:cubicBezTo>
                    <a:pt x="43" y="64"/>
                    <a:pt x="29" y="63"/>
                    <a:pt x="24" y="57"/>
                  </a:cubicBezTo>
                  <a:cubicBezTo>
                    <a:pt x="24" y="57"/>
                    <a:pt x="0" y="52"/>
                    <a:pt x="1" y="45"/>
                  </a:cubicBezTo>
                  <a:lnTo>
                    <a:pt x="8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06" name="Freeform 1115"/>
            <p:cNvSpPr>
              <a:spLocks/>
            </p:cNvSpPr>
            <p:nvPr/>
          </p:nvSpPr>
          <p:spPr bwMode="auto">
            <a:xfrm>
              <a:off x="17118" y="3787"/>
              <a:ext cx="665" cy="536"/>
            </a:xfrm>
            <a:custGeom>
              <a:avLst/>
              <a:gdLst>
                <a:gd name="T0" fmla="*/ 9496 w 118"/>
                <a:gd name="T1" fmla="*/ 192 h 95"/>
                <a:gd name="T2" fmla="*/ 16834 w 118"/>
                <a:gd name="T3" fmla="*/ 3058 h 95"/>
                <a:gd name="T4" fmla="*/ 18609 w 118"/>
                <a:gd name="T5" fmla="*/ 7543 h 95"/>
                <a:gd name="T6" fmla="*/ 19882 w 118"/>
                <a:gd name="T7" fmla="*/ 10793 h 95"/>
                <a:gd name="T8" fmla="*/ 20773 w 118"/>
                <a:gd name="T9" fmla="*/ 15820 h 95"/>
                <a:gd name="T10" fmla="*/ 19499 w 118"/>
                <a:gd name="T11" fmla="*/ 14545 h 95"/>
                <a:gd name="T12" fmla="*/ 16450 w 118"/>
                <a:gd name="T13" fmla="*/ 10252 h 95"/>
                <a:gd name="T14" fmla="*/ 13244 w 118"/>
                <a:gd name="T15" fmla="*/ 8977 h 95"/>
                <a:gd name="T16" fmla="*/ 8763 w 118"/>
                <a:gd name="T17" fmla="*/ 6268 h 95"/>
                <a:gd name="T18" fmla="*/ 3748 w 118"/>
                <a:gd name="T19" fmla="*/ 5761 h 95"/>
                <a:gd name="T20" fmla="*/ 0 w 118"/>
                <a:gd name="T21" fmla="*/ 5219 h 95"/>
                <a:gd name="T22" fmla="*/ 9496 w 118"/>
                <a:gd name="T23" fmla="*/ 192 h 9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8" h="95">
                  <a:moveTo>
                    <a:pt x="53" y="1"/>
                  </a:moveTo>
                  <a:cubicBezTo>
                    <a:pt x="53" y="1"/>
                    <a:pt x="83" y="0"/>
                    <a:pt x="94" y="17"/>
                  </a:cubicBezTo>
                  <a:cubicBezTo>
                    <a:pt x="94" y="17"/>
                    <a:pt x="104" y="28"/>
                    <a:pt x="104" y="42"/>
                  </a:cubicBezTo>
                  <a:cubicBezTo>
                    <a:pt x="104" y="42"/>
                    <a:pt x="105" y="55"/>
                    <a:pt x="111" y="60"/>
                  </a:cubicBezTo>
                  <a:cubicBezTo>
                    <a:pt x="111" y="60"/>
                    <a:pt x="118" y="75"/>
                    <a:pt x="116" y="88"/>
                  </a:cubicBezTo>
                  <a:cubicBezTo>
                    <a:pt x="116" y="88"/>
                    <a:pt x="113" y="95"/>
                    <a:pt x="109" y="81"/>
                  </a:cubicBezTo>
                  <a:cubicBezTo>
                    <a:pt x="109" y="81"/>
                    <a:pt x="100" y="55"/>
                    <a:pt x="92" y="57"/>
                  </a:cubicBezTo>
                  <a:cubicBezTo>
                    <a:pt x="92" y="57"/>
                    <a:pt x="78" y="57"/>
                    <a:pt x="74" y="50"/>
                  </a:cubicBezTo>
                  <a:cubicBezTo>
                    <a:pt x="74" y="50"/>
                    <a:pt x="58" y="32"/>
                    <a:pt x="49" y="35"/>
                  </a:cubicBezTo>
                  <a:cubicBezTo>
                    <a:pt x="49" y="35"/>
                    <a:pt x="23" y="37"/>
                    <a:pt x="21" y="32"/>
                  </a:cubicBezTo>
                  <a:cubicBezTo>
                    <a:pt x="21" y="32"/>
                    <a:pt x="3" y="26"/>
                    <a:pt x="0" y="29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07" name="Freeform 1116"/>
            <p:cNvSpPr>
              <a:spLocks/>
            </p:cNvSpPr>
            <p:nvPr/>
          </p:nvSpPr>
          <p:spPr bwMode="auto">
            <a:xfrm>
              <a:off x="17191" y="3781"/>
              <a:ext cx="530" cy="271"/>
            </a:xfrm>
            <a:custGeom>
              <a:avLst/>
              <a:gdLst>
                <a:gd name="T0" fmla="*/ 7691 w 94"/>
                <a:gd name="T1" fmla="*/ 0 h 48"/>
                <a:gd name="T2" fmla="*/ 10938 w 94"/>
                <a:gd name="T3" fmla="*/ 1084 h 48"/>
                <a:gd name="T4" fmla="*/ 13797 w 94"/>
                <a:gd name="T5" fmla="*/ 3060 h 48"/>
                <a:gd name="T6" fmla="*/ 15607 w 94"/>
                <a:gd name="T7" fmla="*/ 6120 h 48"/>
                <a:gd name="T8" fmla="*/ 15770 w 94"/>
                <a:gd name="T9" fmla="*/ 8288 h 48"/>
                <a:gd name="T10" fmla="*/ 14688 w 94"/>
                <a:gd name="T11" fmla="*/ 6854 h 48"/>
                <a:gd name="T12" fmla="*/ 13098 w 94"/>
                <a:gd name="T13" fmla="*/ 6312 h 48"/>
                <a:gd name="T14" fmla="*/ 10397 w 94"/>
                <a:gd name="T15" fmla="*/ 5036 h 48"/>
                <a:gd name="T16" fmla="*/ 6805 w 94"/>
                <a:gd name="T17" fmla="*/ 5036 h 48"/>
                <a:gd name="T18" fmla="*/ 5565 w 94"/>
                <a:gd name="T19" fmla="*/ 4844 h 48"/>
                <a:gd name="T20" fmla="*/ 3592 w 94"/>
                <a:gd name="T21" fmla="*/ 5036 h 48"/>
                <a:gd name="T22" fmla="*/ 192 w 94"/>
                <a:gd name="T23" fmla="*/ 3952 h 48"/>
                <a:gd name="T24" fmla="*/ 3400 w 94"/>
                <a:gd name="T25" fmla="*/ 1084 h 48"/>
                <a:gd name="T26" fmla="*/ 7691 w 94"/>
                <a:gd name="T27" fmla="*/ 0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4" h="48">
                  <a:moveTo>
                    <a:pt x="43" y="0"/>
                  </a:moveTo>
                  <a:cubicBezTo>
                    <a:pt x="47" y="5"/>
                    <a:pt x="56" y="4"/>
                    <a:pt x="61" y="6"/>
                  </a:cubicBezTo>
                  <a:cubicBezTo>
                    <a:pt x="67" y="9"/>
                    <a:pt x="72" y="12"/>
                    <a:pt x="77" y="17"/>
                  </a:cubicBezTo>
                  <a:cubicBezTo>
                    <a:pt x="81" y="21"/>
                    <a:pt x="85" y="28"/>
                    <a:pt x="87" y="34"/>
                  </a:cubicBezTo>
                  <a:cubicBezTo>
                    <a:pt x="88" y="36"/>
                    <a:pt x="94" y="48"/>
                    <a:pt x="88" y="46"/>
                  </a:cubicBezTo>
                  <a:cubicBezTo>
                    <a:pt x="86" y="46"/>
                    <a:pt x="84" y="40"/>
                    <a:pt x="82" y="38"/>
                  </a:cubicBezTo>
                  <a:cubicBezTo>
                    <a:pt x="79" y="35"/>
                    <a:pt x="77" y="36"/>
                    <a:pt x="73" y="35"/>
                  </a:cubicBezTo>
                  <a:cubicBezTo>
                    <a:pt x="67" y="34"/>
                    <a:pt x="63" y="30"/>
                    <a:pt x="58" y="28"/>
                  </a:cubicBezTo>
                  <a:cubicBezTo>
                    <a:pt x="50" y="24"/>
                    <a:pt x="45" y="28"/>
                    <a:pt x="38" y="28"/>
                  </a:cubicBezTo>
                  <a:cubicBezTo>
                    <a:pt x="36" y="28"/>
                    <a:pt x="33" y="27"/>
                    <a:pt x="31" y="27"/>
                  </a:cubicBezTo>
                  <a:cubicBezTo>
                    <a:pt x="27" y="26"/>
                    <a:pt x="24" y="27"/>
                    <a:pt x="20" y="28"/>
                  </a:cubicBezTo>
                  <a:cubicBezTo>
                    <a:pt x="16" y="28"/>
                    <a:pt x="3" y="28"/>
                    <a:pt x="1" y="22"/>
                  </a:cubicBezTo>
                  <a:cubicBezTo>
                    <a:pt x="0" y="16"/>
                    <a:pt x="15" y="9"/>
                    <a:pt x="19" y="6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08" name="Freeform 1117"/>
            <p:cNvSpPr>
              <a:spLocks/>
            </p:cNvSpPr>
            <p:nvPr/>
          </p:nvSpPr>
          <p:spPr bwMode="auto">
            <a:xfrm>
              <a:off x="16982" y="3962"/>
              <a:ext cx="767" cy="496"/>
            </a:xfrm>
            <a:custGeom>
              <a:avLst/>
              <a:gdLst>
                <a:gd name="T0" fmla="*/ 22232 w 136"/>
                <a:gd name="T1" fmla="*/ 13787 h 88"/>
                <a:gd name="T2" fmla="*/ 22615 w 136"/>
                <a:gd name="T3" fmla="*/ 15759 h 88"/>
                <a:gd name="T4" fmla="*/ 20100 w 136"/>
                <a:gd name="T5" fmla="*/ 13595 h 88"/>
                <a:gd name="T6" fmla="*/ 17748 w 136"/>
                <a:gd name="T7" fmla="*/ 12011 h 88"/>
                <a:gd name="T8" fmla="*/ 16507 w 136"/>
                <a:gd name="T9" fmla="*/ 10929 h 88"/>
                <a:gd name="T10" fmla="*/ 15233 w 136"/>
                <a:gd name="T11" fmla="*/ 9847 h 88"/>
                <a:gd name="T12" fmla="*/ 12024 w 136"/>
                <a:gd name="T13" fmla="*/ 8071 h 88"/>
                <a:gd name="T14" fmla="*/ 7191 w 136"/>
                <a:gd name="T15" fmla="*/ 3940 h 88"/>
                <a:gd name="T16" fmla="*/ 3942 w 136"/>
                <a:gd name="T17" fmla="*/ 2700 h 88"/>
                <a:gd name="T18" fmla="*/ 733 w 136"/>
                <a:gd name="T19" fmla="*/ 1967 h 88"/>
                <a:gd name="T20" fmla="*/ 0 w 136"/>
                <a:gd name="T21" fmla="*/ 1240 h 88"/>
                <a:gd name="T22" fmla="*/ 1624 w 136"/>
                <a:gd name="T23" fmla="*/ 733 h 88"/>
                <a:gd name="T24" fmla="*/ 3051 w 136"/>
                <a:gd name="T25" fmla="*/ 192 h 88"/>
                <a:gd name="T26" fmla="*/ 5375 w 136"/>
                <a:gd name="T27" fmla="*/ 1618 h 88"/>
                <a:gd name="T28" fmla="*/ 11291 w 136"/>
                <a:gd name="T29" fmla="*/ 5557 h 88"/>
                <a:gd name="T30" fmla="*/ 16316 w 136"/>
                <a:gd name="T31" fmla="*/ 9847 h 88"/>
                <a:gd name="T32" fmla="*/ 21341 w 136"/>
                <a:gd name="T33" fmla="*/ 13437 h 88"/>
                <a:gd name="T34" fmla="*/ 22232 w 136"/>
                <a:gd name="T35" fmla="*/ 13787 h 8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36" h="88">
                  <a:moveTo>
                    <a:pt x="124" y="77"/>
                  </a:moveTo>
                  <a:cubicBezTo>
                    <a:pt x="125" y="79"/>
                    <a:pt x="136" y="87"/>
                    <a:pt x="126" y="88"/>
                  </a:cubicBezTo>
                  <a:cubicBezTo>
                    <a:pt x="123" y="81"/>
                    <a:pt x="119" y="78"/>
                    <a:pt x="112" y="76"/>
                  </a:cubicBezTo>
                  <a:cubicBezTo>
                    <a:pt x="105" y="73"/>
                    <a:pt x="104" y="72"/>
                    <a:pt x="99" y="67"/>
                  </a:cubicBezTo>
                  <a:cubicBezTo>
                    <a:pt x="97" y="64"/>
                    <a:pt x="94" y="63"/>
                    <a:pt x="92" y="61"/>
                  </a:cubicBezTo>
                  <a:cubicBezTo>
                    <a:pt x="89" y="59"/>
                    <a:pt x="87" y="57"/>
                    <a:pt x="85" y="55"/>
                  </a:cubicBezTo>
                  <a:cubicBezTo>
                    <a:pt x="79" y="51"/>
                    <a:pt x="73" y="50"/>
                    <a:pt x="67" y="45"/>
                  </a:cubicBezTo>
                  <a:cubicBezTo>
                    <a:pt x="59" y="38"/>
                    <a:pt x="51" y="26"/>
                    <a:pt x="40" y="22"/>
                  </a:cubicBezTo>
                  <a:cubicBezTo>
                    <a:pt x="34" y="20"/>
                    <a:pt x="28" y="17"/>
                    <a:pt x="22" y="15"/>
                  </a:cubicBezTo>
                  <a:cubicBezTo>
                    <a:pt x="16" y="12"/>
                    <a:pt x="9" y="14"/>
                    <a:pt x="4" y="11"/>
                  </a:cubicBezTo>
                  <a:cubicBezTo>
                    <a:pt x="2" y="10"/>
                    <a:pt x="0" y="10"/>
                    <a:pt x="0" y="7"/>
                  </a:cubicBezTo>
                  <a:cubicBezTo>
                    <a:pt x="3" y="6"/>
                    <a:pt x="6" y="5"/>
                    <a:pt x="9" y="4"/>
                  </a:cubicBezTo>
                  <a:cubicBezTo>
                    <a:pt x="12" y="3"/>
                    <a:pt x="13" y="1"/>
                    <a:pt x="17" y="1"/>
                  </a:cubicBezTo>
                  <a:cubicBezTo>
                    <a:pt x="23" y="0"/>
                    <a:pt x="26" y="5"/>
                    <a:pt x="30" y="9"/>
                  </a:cubicBezTo>
                  <a:cubicBezTo>
                    <a:pt x="40" y="18"/>
                    <a:pt x="53" y="23"/>
                    <a:pt x="63" y="31"/>
                  </a:cubicBezTo>
                  <a:cubicBezTo>
                    <a:pt x="72" y="39"/>
                    <a:pt x="80" y="49"/>
                    <a:pt x="91" y="55"/>
                  </a:cubicBezTo>
                  <a:cubicBezTo>
                    <a:pt x="101" y="61"/>
                    <a:pt x="109" y="68"/>
                    <a:pt x="119" y="75"/>
                  </a:cubicBezTo>
                  <a:lnTo>
                    <a:pt x="124" y="77"/>
                  </a:ln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09" name="Freeform 1118"/>
            <p:cNvSpPr>
              <a:spLocks/>
            </p:cNvSpPr>
            <p:nvPr/>
          </p:nvSpPr>
          <p:spPr bwMode="auto">
            <a:xfrm>
              <a:off x="15539" y="1527"/>
              <a:ext cx="2041" cy="3072"/>
            </a:xfrm>
            <a:custGeom>
              <a:avLst/>
              <a:gdLst>
                <a:gd name="T0" fmla="*/ 64342 w 362"/>
                <a:gd name="T1" fmla="*/ 68599 h 545"/>
                <a:gd name="T2" fmla="*/ 63260 w 362"/>
                <a:gd name="T3" fmla="*/ 69484 h 545"/>
                <a:gd name="T4" fmla="*/ 61670 w 362"/>
                <a:gd name="T5" fmla="*/ 70915 h 545"/>
                <a:gd name="T6" fmla="*/ 46791 w 362"/>
                <a:gd name="T7" fmla="*/ 78987 h 545"/>
                <a:gd name="T8" fmla="*/ 33344 w 362"/>
                <a:gd name="T9" fmla="*/ 83277 h 545"/>
                <a:gd name="T10" fmla="*/ 30643 w 362"/>
                <a:gd name="T11" fmla="*/ 84167 h 545"/>
                <a:gd name="T12" fmla="*/ 27593 w 362"/>
                <a:gd name="T13" fmla="*/ 84894 h 545"/>
                <a:gd name="T14" fmla="*/ 25078 w 362"/>
                <a:gd name="T15" fmla="*/ 86326 h 545"/>
                <a:gd name="T16" fmla="*/ 16497 w 362"/>
                <a:gd name="T17" fmla="*/ 89375 h 545"/>
                <a:gd name="T18" fmla="*/ 3749 w 362"/>
                <a:gd name="T19" fmla="*/ 95824 h 545"/>
                <a:gd name="T20" fmla="*/ 3208 w 362"/>
                <a:gd name="T21" fmla="*/ 95097 h 545"/>
                <a:gd name="T22" fmla="*/ 9314 w 362"/>
                <a:gd name="T23" fmla="*/ 91348 h 545"/>
                <a:gd name="T24" fmla="*/ 17196 w 362"/>
                <a:gd name="T25" fmla="*/ 86326 h 545"/>
                <a:gd name="T26" fmla="*/ 9664 w 362"/>
                <a:gd name="T27" fmla="*/ 88485 h 545"/>
                <a:gd name="T28" fmla="*/ 7533 w 362"/>
                <a:gd name="T29" fmla="*/ 88643 h 545"/>
                <a:gd name="T30" fmla="*/ 1432 w 362"/>
                <a:gd name="T31" fmla="*/ 91157 h 545"/>
                <a:gd name="T32" fmla="*/ 1083 w 362"/>
                <a:gd name="T33" fmla="*/ 90616 h 545"/>
                <a:gd name="T34" fmla="*/ 10583 w 362"/>
                <a:gd name="T35" fmla="*/ 86134 h 545"/>
                <a:gd name="T36" fmla="*/ 17929 w 362"/>
                <a:gd name="T37" fmla="*/ 82578 h 545"/>
                <a:gd name="T38" fmla="*/ 23494 w 362"/>
                <a:gd name="T39" fmla="*/ 80064 h 545"/>
                <a:gd name="T40" fmla="*/ 30451 w 362"/>
                <a:gd name="T41" fmla="*/ 73238 h 545"/>
                <a:gd name="T42" fmla="*/ 31726 w 362"/>
                <a:gd name="T43" fmla="*/ 68057 h 545"/>
                <a:gd name="T44" fmla="*/ 31726 w 362"/>
                <a:gd name="T45" fmla="*/ 66276 h 545"/>
                <a:gd name="T46" fmla="*/ 27785 w 362"/>
                <a:gd name="T47" fmla="*/ 54264 h 545"/>
                <a:gd name="T48" fmla="*/ 26894 w 362"/>
                <a:gd name="T49" fmla="*/ 49597 h 545"/>
                <a:gd name="T50" fmla="*/ 26510 w 362"/>
                <a:gd name="T51" fmla="*/ 48008 h 545"/>
                <a:gd name="T52" fmla="*/ 24920 w 362"/>
                <a:gd name="T53" fmla="*/ 41909 h 545"/>
                <a:gd name="T54" fmla="*/ 21870 w 362"/>
                <a:gd name="T55" fmla="*/ 36188 h 545"/>
                <a:gd name="T56" fmla="*/ 19547 w 362"/>
                <a:gd name="T57" fmla="*/ 31520 h 545"/>
                <a:gd name="T58" fmla="*/ 17738 w 362"/>
                <a:gd name="T59" fmla="*/ 27766 h 545"/>
                <a:gd name="T60" fmla="*/ 15956 w 362"/>
                <a:gd name="T61" fmla="*/ 22908 h 545"/>
                <a:gd name="T62" fmla="*/ 13605 w 362"/>
                <a:gd name="T63" fmla="*/ 17378 h 545"/>
                <a:gd name="T64" fmla="*/ 11474 w 362"/>
                <a:gd name="T65" fmla="*/ 12170 h 545"/>
                <a:gd name="T66" fmla="*/ 9506 w 362"/>
                <a:gd name="T67" fmla="*/ 7147 h 545"/>
                <a:gd name="T68" fmla="*/ 7183 w 362"/>
                <a:gd name="T69" fmla="*/ 3591 h 545"/>
                <a:gd name="T70" fmla="*/ 6642 w 362"/>
                <a:gd name="T71" fmla="*/ 1240 h 545"/>
                <a:gd name="T72" fmla="*/ 29561 w 362"/>
                <a:gd name="T73" fmla="*/ 20777 h 545"/>
                <a:gd name="T74" fmla="*/ 35858 w 362"/>
                <a:gd name="T75" fmla="*/ 27930 h 545"/>
                <a:gd name="T76" fmla="*/ 43008 w 362"/>
                <a:gd name="T77" fmla="*/ 38696 h 545"/>
                <a:gd name="T78" fmla="*/ 44631 w 362"/>
                <a:gd name="T79" fmla="*/ 45116 h 545"/>
                <a:gd name="T80" fmla="*/ 50354 w 362"/>
                <a:gd name="T81" fmla="*/ 62844 h 545"/>
                <a:gd name="T82" fmla="*/ 55214 w 362"/>
                <a:gd name="T83" fmla="*/ 64309 h 545"/>
                <a:gd name="T84" fmla="*/ 64342 w 362"/>
                <a:gd name="T85" fmla="*/ 68599 h 54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62" h="545">
                  <a:moveTo>
                    <a:pt x="359" y="383"/>
                  </a:moveTo>
                  <a:cubicBezTo>
                    <a:pt x="359" y="383"/>
                    <a:pt x="358" y="387"/>
                    <a:pt x="353" y="388"/>
                  </a:cubicBezTo>
                  <a:cubicBezTo>
                    <a:pt x="353" y="388"/>
                    <a:pt x="346" y="390"/>
                    <a:pt x="344" y="396"/>
                  </a:cubicBezTo>
                  <a:cubicBezTo>
                    <a:pt x="344" y="396"/>
                    <a:pt x="312" y="431"/>
                    <a:pt x="261" y="441"/>
                  </a:cubicBezTo>
                  <a:cubicBezTo>
                    <a:pt x="261" y="441"/>
                    <a:pt x="222" y="461"/>
                    <a:pt x="186" y="465"/>
                  </a:cubicBezTo>
                  <a:cubicBezTo>
                    <a:pt x="186" y="465"/>
                    <a:pt x="174" y="467"/>
                    <a:pt x="171" y="470"/>
                  </a:cubicBezTo>
                  <a:cubicBezTo>
                    <a:pt x="171" y="470"/>
                    <a:pt x="162" y="474"/>
                    <a:pt x="154" y="474"/>
                  </a:cubicBezTo>
                  <a:cubicBezTo>
                    <a:pt x="154" y="474"/>
                    <a:pt x="147" y="476"/>
                    <a:pt x="140" y="482"/>
                  </a:cubicBezTo>
                  <a:cubicBezTo>
                    <a:pt x="140" y="482"/>
                    <a:pt x="104" y="498"/>
                    <a:pt x="92" y="499"/>
                  </a:cubicBezTo>
                  <a:cubicBezTo>
                    <a:pt x="92" y="499"/>
                    <a:pt x="35" y="521"/>
                    <a:pt x="21" y="535"/>
                  </a:cubicBezTo>
                  <a:cubicBezTo>
                    <a:pt x="21" y="535"/>
                    <a:pt x="11" y="545"/>
                    <a:pt x="18" y="531"/>
                  </a:cubicBezTo>
                  <a:cubicBezTo>
                    <a:pt x="18" y="531"/>
                    <a:pt x="37" y="517"/>
                    <a:pt x="52" y="510"/>
                  </a:cubicBezTo>
                  <a:cubicBezTo>
                    <a:pt x="52" y="510"/>
                    <a:pt x="88" y="493"/>
                    <a:pt x="96" y="482"/>
                  </a:cubicBezTo>
                  <a:cubicBezTo>
                    <a:pt x="96" y="482"/>
                    <a:pt x="66" y="493"/>
                    <a:pt x="54" y="494"/>
                  </a:cubicBezTo>
                  <a:cubicBezTo>
                    <a:pt x="42" y="495"/>
                    <a:pt x="42" y="495"/>
                    <a:pt x="42" y="495"/>
                  </a:cubicBezTo>
                  <a:cubicBezTo>
                    <a:pt x="42" y="495"/>
                    <a:pt x="25" y="501"/>
                    <a:pt x="8" y="509"/>
                  </a:cubicBezTo>
                  <a:cubicBezTo>
                    <a:pt x="8" y="509"/>
                    <a:pt x="0" y="516"/>
                    <a:pt x="6" y="506"/>
                  </a:cubicBezTo>
                  <a:cubicBezTo>
                    <a:pt x="6" y="506"/>
                    <a:pt x="47" y="485"/>
                    <a:pt x="59" y="481"/>
                  </a:cubicBezTo>
                  <a:cubicBezTo>
                    <a:pt x="59" y="481"/>
                    <a:pt x="92" y="469"/>
                    <a:pt x="100" y="461"/>
                  </a:cubicBezTo>
                  <a:cubicBezTo>
                    <a:pt x="100" y="461"/>
                    <a:pt x="126" y="449"/>
                    <a:pt x="131" y="447"/>
                  </a:cubicBezTo>
                  <a:cubicBezTo>
                    <a:pt x="131" y="447"/>
                    <a:pt x="168" y="418"/>
                    <a:pt x="170" y="409"/>
                  </a:cubicBezTo>
                  <a:cubicBezTo>
                    <a:pt x="170" y="409"/>
                    <a:pt x="173" y="387"/>
                    <a:pt x="177" y="380"/>
                  </a:cubicBezTo>
                  <a:cubicBezTo>
                    <a:pt x="177" y="380"/>
                    <a:pt x="181" y="377"/>
                    <a:pt x="177" y="370"/>
                  </a:cubicBezTo>
                  <a:cubicBezTo>
                    <a:pt x="177" y="370"/>
                    <a:pt x="158" y="323"/>
                    <a:pt x="155" y="303"/>
                  </a:cubicBezTo>
                  <a:cubicBezTo>
                    <a:pt x="155" y="303"/>
                    <a:pt x="149" y="286"/>
                    <a:pt x="150" y="277"/>
                  </a:cubicBezTo>
                  <a:cubicBezTo>
                    <a:pt x="150" y="277"/>
                    <a:pt x="152" y="273"/>
                    <a:pt x="148" y="268"/>
                  </a:cubicBezTo>
                  <a:cubicBezTo>
                    <a:pt x="148" y="268"/>
                    <a:pt x="139" y="246"/>
                    <a:pt x="139" y="234"/>
                  </a:cubicBezTo>
                  <a:cubicBezTo>
                    <a:pt x="139" y="234"/>
                    <a:pt x="123" y="209"/>
                    <a:pt x="122" y="202"/>
                  </a:cubicBezTo>
                  <a:cubicBezTo>
                    <a:pt x="122" y="202"/>
                    <a:pt x="110" y="185"/>
                    <a:pt x="109" y="176"/>
                  </a:cubicBezTo>
                  <a:cubicBezTo>
                    <a:pt x="109" y="176"/>
                    <a:pt x="105" y="164"/>
                    <a:pt x="99" y="155"/>
                  </a:cubicBezTo>
                  <a:cubicBezTo>
                    <a:pt x="99" y="155"/>
                    <a:pt x="90" y="140"/>
                    <a:pt x="89" y="128"/>
                  </a:cubicBezTo>
                  <a:cubicBezTo>
                    <a:pt x="89" y="128"/>
                    <a:pt x="78" y="106"/>
                    <a:pt x="76" y="97"/>
                  </a:cubicBezTo>
                  <a:cubicBezTo>
                    <a:pt x="76" y="97"/>
                    <a:pt x="56" y="73"/>
                    <a:pt x="64" y="68"/>
                  </a:cubicBezTo>
                  <a:cubicBezTo>
                    <a:pt x="64" y="68"/>
                    <a:pt x="46" y="44"/>
                    <a:pt x="53" y="40"/>
                  </a:cubicBezTo>
                  <a:cubicBezTo>
                    <a:pt x="53" y="40"/>
                    <a:pt x="42" y="28"/>
                    <a:pt x="40" y="20"/>
                  </a:cubicBezTo>
                  <a:cubicBezTo>
                    <a:pt x="40" y="20"/>
                    <a:pt x="15" y="0"/>
                    <a:pt x="37" y="7"/>
                  </a:cubicBezTo>
                  <a:cubicBezTo>
                    <a:pt x="37" y="7"/>
                    <a:pt x="90" y="28"/>
                    <a:pt x="165" y="116"/>
                  </a:cubicBezTo>
                  <a:cubicBezTo>
                    <a:pt x="165" y="116"/>
                    <a:pt x="196" y="146"/>
                    <a:pt x="200" y="156"/>
                  </a:cubicBezTo>
                  <a:cubicBezTo>
                    <a:pt x="200" y="156"/>
                    <a:pt x="234" y="193"/>
                    <a:pt x="240" y="216"/>
                  </a:cubicBezTo>
                  <a:cubicBezTo>
                    <a:pt x="240" y="216"/>
                    <a:pt x="246" y="223"/>
                    <a:pt x="249" y="252"/>
                  </a:cubicBezTo>
                  <a:cubicBezTo>
                    <a:pt x="249" y="252"/>
                    <a:pt x="266" y="342"/>
                    <a:pt x="281" y="351"/>
                  </a:cubicBezTo>
                  <a:cubicBezTo>
                    <a:pt x="281" y="351"/>
                    <a:pt x="296" y="359"/>
                    <a:pt x="308" y="359"/>
                  </a:cubicBezTo>
                  <a:cubicBezTo>
                    <a:pt x="308" y="359"/>
                    <a:pt x="362" y="370"/>
                    <a:pt x="359" y="3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10" name="Freeform 1119"/>
            <p:cNvSpPr>
              <a:spLocks/>
            </p:cNvSpPr>
            <p:nvPr/>
          </p:nvSpPr>
          <p:spPr bwMode="auto">
            <a:xfrm>
              <a:off x="15517" y="1527"/>
              <a:ext cx="2063" cy="3072"/>
            </a:xfrm>
            <a:custGeom>
              <a:avLst/>
              <a:gdLst>
                <a:gd name="T0" fmla="*/ 65007 w 366"/>
                <a:gd name="T1" fmla="*/ 68599 h 545"/>
                <a:gd name="T2" fmla="*/ 62335 w 366"/>
                <a:gd name="T3" fmla="*/ 70915 h 545"/>
                <a:gd name="T4" fmla="*/ 34028 w 366"/>
                <a:gd name="T5" fmla="*/ 83277 h 545"/>
                <a:gd name="T6" fmla="*/ 28307 w 366"/>
                <a:gd name="T7" fmla="*/ 84894 h 545"/>
                <a:gd name="T8" fmla="*/ 17186 w 366"/>
                <a:gd name="T9" fmla="*/ 89375 h 545"/>
                <a:gd name="T10" fmla="*/ 3940 w 366"/>
                <a:gd name="T11" fmla="*/ 95097 h 545"/>
                <a:gd name="T12" fmla="*/ 17919 w 366"/>
                <a:gd name="T13" fmla="*/ 86326 h 545"/>
                <a:gd name="T14" fmla="*/ 8229 w 366"/>
                <a:gd name="T15" fmla="*/ 88643 h 545"/>
                <a:gd name="T16" fmla="*/ 1781 w 366"/>
                <a:gd name="T17" fmla="*/ 90616 h 545"/>
                <a:gd name="T18" fmla="*/ 16301 w 366"/>
                <a:gd name="T19" fmla="*/ 85435 h 545"/>
                <a:gd name="T20" fmla="*/ 30088 w 366"/>
                <a:gd name="T21" fmla="*/ 77364 h 545"/>
                <a:gd name="T22" fmla="*/ 35268 w 366"/>
                <a:gd name="T23" fmla="*/ 71998 h 545"/>
                <a:gd name="T24" fmla="*/ 34028 w 366"/>
                <a:gd name="T25" fmla="*/ 70566 h 545"/>
                <a:gd name="T26" fmla="*/ 33679 w 366"/>
                <a:gd name="T27" fmla="*/ 66276 h 545"/>
                <a:gd name="T28" fmla="*/ 31869 w 366"/>
                <a:gd name="T29" fmla="*/ 56429 h 545"/>
                <a:gd name="T30" fmla="*/ 32247 w 366"/>
                <a:gd name="T31" fmla="*/ 51948 h 545"/>
                <a:gd name="T32" fmla="*/ 30438 w 366"/>
                <a:gd name="T33" fmla="*/ 52489 h 545"/>
                <a:gd name="T34" fmla="*/ 31170 w 366"/>
                <a:gd name="T35" fmla="*/ 49248 h 545"/>
                <a:gd name="T36" fmla="*/ 33487 w 366"/>
                <a:gd name="T37" fmla="*/ 46390 h 545"/>
                <a:gd name="T38" fmla="*/ 30088 w 366"/>
                <a:gd name="T39" fmla="*/ 47089 h 545"/>
                <a:gd name="T40" fmla="*/ 30438 w 366"/>
                <a:gd name="T41" fmla="*/ 45499 h 545"/>
                <a:gd name="T42" fmla="*/ 30979 w 366"/>
                <a:gd name="T43" fmla="*/ 44068 h 545"/>
                <a:gd name="T44" fmla="*/ 30088 w 366"/>
                <a:gd name="T45" fmla="*/ 43527 h 545"/>
                <a:gd name="T46" fmla="*/ 30787 w 366"/>
                <a:gd name="T47" fmla="*/ 42100 h 545"/>
                <a:gd name="T48" fmla="*/ 30438 w 366"/>
                <a:gd name="T49" fmla="*/ 40669 h 545"/>
                <a:gd name="T50" fmla="*/ 30438 w 366"/>
                <a:gd name="T51" fmla="*/ 39401 h 545"/>
                <a:gd name="T52" fmla="*/ 29355 w 366"/>
                <a:gd name="T53" fmla="*/ 36729 h 545"/>
                <a:gd name="T54" fmla="*/ 24367 w 366"/>
                <a:gd name="T55" fmla="*/ 34570 h 545"/>
                <a:gd name="T56" fmla="*/ 29198 w 366"/>
                <a:gd name="T57" fmla="*/ 35460 h 545"/>
                <a:gd name="T58" fmla="*/ 29355 w 366"/>
                <a:gd name="T59" fmla="*/ 34220 h 545"/>
                <a:gd name="T60" fmla="*/ 23989 w 366"/>
                <a:gd name="T61" fmla="*/ 31329 h 545"/>
                <a:gd name="T62" fmla="*/ 27929 w 366"/>
                <a:gd name="T63" fmla="*/ 32405 h 545"/>
                <a:gd name="T64" fmla="*/ 28465 w 366"/>
                <a:gd name="T65" fmla="*/ 31520 h 545"/>
                <a:gd name="T66" fmla="*/ 25258 w 366"/>
                <a:gd name="T67" fmla="*/ 28465 h 545"/>
                <a:gd name="T68" fmla="*/ 28814 w 366"/>
                <a:gd name="T69" fmla="*/ 29548 h 545"/>
                <a:gd name="T70" fmla="*/ 22907 w 366"/>
                <a:gd name="T71" fmla="*/ 24367 h 545"/>
                <a:gd name="T72" fmla="*/ 28657 w 366"/>
                <a:gd name="T73" fmla="*/ 26881 h 545"/>
                <a:gd name="T74" fmla="*/ 20427 w 366"/>
                <a:gd name="T75" fmla="*/ 19351 h 545"/>
                <a:gd name="T76" fmla="*/ 30979 w 366"/>
                <a:gd name="T77" fmla="*/ 27231 h 545"/>
                <a:gd name="T78" fmla="*/ 21318 w 366"/>
                <a:gd name="T79" fmla="*/ 15760 h 545"/>
                <a:gd name="T80" fmla="*/ 30979 w 366"/>
                <a:gd name="T81" fmla="*/ 24531 h 545"/>
                <a:gd name="T82" fmla="*/ 14520 w 366"/>
                <a:gd name="T83" fmla="*/ 8072 h 545"/>
                <a:gd name="T84" fmla="*/ 17919 w 366"/>
                <a:gd name="T85" fmla="*/ 14520 h 545"/>
                <a:gd name="T86" fmla="*/ 15219 w 366"/>
                <a:gd name="T87" fmla="*/ 13438 h 545"/>
                <a:gd name="T88" fmla="*/ 19350 w 366"/>
                <a:gd name="T89" fmla="*/ 19509 h 545"/>
                <a:gd name="T90" fmla="*/ 16109 w 366"/>
                <a:gd name="T91" fmla="*/ 17919 h 545"/>
                <a:gd name="T92" fmla="*/ 21475 w 366"/>
                <a:gd name="T93" fmla="*/ 23291 h 545"/>
                <a:gd name="T94" fmla="*/ 18618 w 366"/>
                <a:gd name="T95" fmla="*/ 22558 h 545"/>
                <a:gd name="T96" fmla="*/ 22749 w 366"/>
                <a:gd name="T97" fmla="*/ 28465 h 545"/>
                <a:gd name="T98" fmla="*/ 19892 w 366"/>
                <a:gd name="T99" fmla="*/ 27039 h 545"/>
                <a:gd name="T100" fmla="*/ 22400 w 366"/>
                <a:gd name="T101" fmla="*/ 30821 h 545"/>
                <a:gd name="T102" fmla="*/ 16651 w 366"/>
                <a:gd name="T103" fmla="*/ 22908 h 545"/>
                <a:gd name="T104" fmla="*/ 12169 w 366"/>
                <a:gd name="T105" fmla="*/ 12170 h 545"/>
                <a:gd name="T106" fmla="*/ 7880 w 366"/>
                <a:gd name="T107" fmla="*/ 3591 h 545"/>
                <a:gd name="T108" fmla="*/ 30280 w 366"/>
                <a:gd name="T109" fmla="*/ 20777 h 545"/>
                <a:gd name="T110" fmla="*/ 43684 w 366"/>
                <a:gd name="T111" fmla="*/ 38696 h 545"/>
                <a:gd name="T112" fmla="*/ 49788 w 366"/>
                <a:gd name="T113" fmla="*/ 63035 h 545"/>
                <a:gd name="T114" fmla="*/ 48548 w 366"/>
                <a:gd name="T115" fmla="*/ 68407 h 545"/>
                <a:gd name="T116" fmla="*/ 50865 w 366"/>
                <a:gd name="T117" fmla="*/ 68057 h 545"/>
                <a:gd name="T118" fmla="*/ 58553 w 366"/>
                <a:gd name="T119" fmla="*/ 65899 h 54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66" h="545">
                  <a:moveTo>
                    <a:pt x="327" y="368"/>
                  </a:moveTo>
                  <a:cubicBezTo>
                    <a:pt x="327" y="368"/>
                    <a:pt x="366" y="370"/>
                    <a:pt x="363" y="383"/>
                  </a:cubicBezTo>
                  <a:cubicBezTo>
                    <a:pt x="363" y="383"/>
                    <a:pt x="362" y="387"/>
                    <a:pt x="357" y="388"/>
                  </a:cubicBezTo>
                  <a:cubicBezTo>
                    <a:pt x="357" y="388"/>
                    <a:pt x="350" y="390"/>
                    <a:pt x="348" y="396"/>
                  </a:cubicBezTo>
                  <a:cubicBezTo>
                    <a:pt x="348" y="396"/>
                    <a:pt x="316" y="431"/>
                    <a:pt x="265" y="441"/>
                  </a:cubicBezTo>
                  <a:cubicBezTo>
                    <a:pt x="265" y="441"/>
                    <a:pt x="226" y="461"/>
                    <a:pt x="190" y="465"/>
                  </a:cubicBezTo>
                  <a:cubicBezTo>
                    <a:pt x="190" y="465"/>
                    <a:pt x="178" y="467"/>
                    <a:pt x="175" y="470"/>
                  </a:cubicBezTo>
                  <a:cubicBezTo>
                    <a:pt x="175" y="470"/>
                    <a:pt x="166" y="474"/>
                    <a:pt x="158" y="474"/>
                  </a:cubicBezTo>
                  <a:cubicBezTo>
                    <a:pt x="158" y="474"/>
                    <a:pt x="151" y="476"/>
                    <a:pt x="144" y="482"/>
                  </a:cubicBezTo>
                  <a:cubicBezTo>
                    <a:pt x="144" y="482"/>
                    <a:pt x="108" y="498"/>
                    <a:pt x="96" y="499"/>
                  </a:cubicBezTo>
                  <a:cubicBezTo>
                    <a:pt x="96" y="499"/>
                    <a:pt x="39" y="521"/>
                    <a:pt x="25" y="535"/>
                  </a:cubicBezTo>
                  <a:cubicBezTo>
                    <a:pt x="25" y="535"/>
                    <a:pt x="15" y="545"/>
                    <a:pt x="22" y="531"/>
                  </a:cubicBezTo>
                  <a:cubicBezTo>
                    <a:pt x="22" y="531"/>
                    <a:pt x="41" y="517"/>
                    <a:pt x="56" y="510"/>
                  </a:cubicBezTo>
                  <a:cubicBezTo>
                    <a:pt x="56" y="510"/>
                    <a:pt x="92" y="493"/>
                    <a:pt x="100" y="482"/>
                  </a:cubicBezTo>
                  <a:cubicBezTo>
                    <a:pt x="100" y="482"/>
                    <a:pt x="70" y="493"/>
                    <a:pt x="58" y="494"/>
                  </a:cubicBezTo>
                  <a:cubicBezTo>
                    <a:pt x="46" y="495"/>
                    <a:pt x="46" y="495"/>
                    <a:pt x="46" y="495"/>
                  </a:cubicBezTo>
                  <a:cubicBezTo>
                    <a:pt x="46" y="495"/>
                    <a:pt x="29" y="501"/>
                    <a:pt x="12" y="509"/>
                  </a:cubicBezTo>
                  <a:cubicBezTo>
                    <a:pt x="12" y="509"/>
                    <a:pt x="0" y="512"/>
                    <a:pt x="10" y="506"/>
                  </a:cubicBezTo>
                  <a:cubicBezTo>
                    <a:pt x="18" y="501"/>
                    <a:pt x="55" y="491"/>
                    <a:pt x="55" y="491"/>
                  </a:cubicBezTo>
                  <a:cubicBezTo>
                    <a:pt x="63" y="491"/>
                    <a:pt x="91" y="477"/>
                    <a:pt x="91" y="477"/>
                  </a:cubicBezTo>
                  <a:cubicBezTo>
                    <a:pt x="99" y="469"/>
                    <a:pt x="130" y="458"/>
                    <a:pt x="130" y="458"/>
                  </a:cubicBezTo>
                  <a:cubicBezTo>
                    <a:pt x="141" y="456"/>
                    <a:pt x="168" y="432"/>
                    <a:pt x="168" y="432"/>
                  </a:cubicBezTo>
                  <a:cubicBezTo>
                    <a:pt x="174" y="427"/>
                    <a:pt x="179" y="418"/>
                    <a:pt x="179" y="418"/>
                  </a:cubicBezTo>
                  <a:cubicBezTo>
                    <a:pt x="182" y="405"/>
                    <a:pt x="197" y="402"/>
                    <a:pt x="197" y="402"/>
                  </a:cubicBezTo>
                  <a:cubicBezTo>
                    <a:pt x="203" y="401"/>
                    <a:pt x="196" y="396"/>
                    <a:pt x="196" y="396"/>
                  </a:cubicBezTo>
                  <a:cubicBezTo>
                    <a:pt x="191" y="403"/>
                    <a:pt x="190" y="394"/>
                    <a:pt x="190" y="394"/>
                  </a:cubicBezTo>
                  <a:cubicBezTo>
                    <a:pt x="192" y="387"/>
                    <a:pt x="190" y="386"/>
                    <a:pt x="190" y="386"/>
                  </a:cubicBezTo>
                  <a:cubicBezTo>
                    <a:pt x="186" y="383"/>
                    <a:pt x="188" y="370"/>
                    <a:pt x="188" y="370"/>
                  </a:cubicBezTo>
                  <a:cubicBezTo>
                    <a:pt x="189" y="358"/>
                    <a:pt x="184" y="352"/>
                    <a:pt x="184" y="352"/>
                  </a:cubicBezTo>
                  <a:cubicBezTo>
                    <a:pt x="170" y="337"/>
                    <a:pt x="178" y="315"/>
                    <a:pt x="178" y="315"/>
                  </a:cubicBezTo>
                  <a:cubicBezTo>
                    <a:pt x="177" y="309"/>
                    <a:pt x="172" y="310"/>
                    <a:pt x="172" y="310"/>
                  </a:cubicBezTo>
                  <a:cubicBezTo>
                    <a:pt x="165" y="303"/>
                    <a:pt x="180" y="290"/>
                    <a:pt x="180" y="290"/>
                  </a:cubicBezTo>
                  <a:cubicBezTo>
                    <a:pt x="176" y="290"/>
                    <a:pt x="173" y="294"/>
                    <a:pt x="173" y="294"/>
                  </a:cubicBezTo>
                  <a:cubicBezTo>
                    <a:pt x="167" y="302"/>
                    <a:pt x="170" y="293"/>
                    <a:pt x="170" y="293"/>
                  </a:cubicBezTo>
                  <a:cubicBezTo>
                    <a:pt x="172" y="281"/>
                    <a:pt x="184" y="271"/>
                    <a:pt x="184" y="271"/>
                  </a:cubicBezTo>
                  <a:cubicBezTo>
                    <a:pt x="178" y="270"/>
                    <a:pt x="174" y="275"/>
                    <a:pt x="174" y="275"/>
                  </a:cubicBezTo>
                  <a:cubicBezTo>
                    <a:pt x="172" y="282"/>
                    <a:pt x="169" y="276"/>
                    <a:pt x="169" y="276"/>
                  </a:cubicBezTo>
                  <a:cubicBezTo>
                    <a:pt x="174" y="261"/>
                    <a:pt x="187" y="259"/>
                    <a:pt x="187" y="259"/>
                  </a:cubicBezTo>
                  <a:cubicBezTo>
                    <a:pt x="181" y="257"/>
                    <a:pt x="173" y="262"/>
                    <a:pt x="173" y="262"/>
                  </a:cubicBezTo>
                  <a:cubicBezTo>
                    <a:pt x="172" y="267"/>
                    <a:pt x="168" y="263"/>
                    <a:pt x="168" y="263"/>
                  </a:cubicBezTo>
                  <a:cubicBezTo>
                    <a:pt x="172" y="255"/>
                    <a:pt x="182" y="251"/>
                    <a:pt x="182" y="251"/>
                  </a:cubicBezTo>
                  <a:cubicBezTo>
                    <a:pt x="176" y="247"/>
                    <a:pt x="170" y="254"/>
                    <a:pt x="170" y="254"/>
                  </a:cubicBezTo>
                  <a:cubicBezTo>
                    <a:pt x="168" y="258"/>
                    <a:pt x="165" y="255"/>
                    <a:pt x="165" y="255"/>
                  </a:cubicBezTo>
                  <a:cubicBezTo>
                    <a:pt x="166" y="247"/>
                    <a:pt x="173" y="246"/>
                    <a:pt x="173" y="246"/>
                  </a:cubicBezTo>
                  <a:cubicBezTo>
                    <a:pt x="178" y="245"/>
                    <a:pt x="176" y="242"/>
                    <a:pt x="176" y="242"/>
                  </a:cubicBezTo>
                  <a:cubicBezTo>
                    <a:pt x="169" y="240"/>
                    <a:pt x="168" y="243"/>
                    <a:pt x="168" y="243"/>
                  </a:cubicBezTo>
                  <a:cubicBezTo>
                    <a:pt x="167" y="246"/>
                    <a:pt x="165" y="244"/>
                    <a:pt x="165" y="244"/>
                  </a:cubicBezTo>
                  <a:cubicBezTo>
                    <a:pt x="164" y="238"/>
                    <a:pt x="172" y="235"/>
                    <a:pt x="172" y="235"/>
                  </a:cubicBezTo>
                  <a:cubicBezTo>
                    <a:pt x="179" y="231"/>
                    <a:pt x="166" y="233"/>
                    <a:pt x="166" y="233"/>
                  </a:cubicBezTo>
                  <a:cubicBezTo>
                    <a:pt x="159" y="233"/>
                    <a:pt x="170" y="227"/>
                    <a:pt x="170" y="227"/>
                  </a:cubicBezTo>
                  <a:cubicBezTo>
                    <a:pt x="176" y="224"/>
                    <a:pt x="170" y="224"/>
                    <a:pt x="170" y="224"/>
                  </a:cubicBezTo>
                  <a:cubicBezTo>
                    <a:pt x="166" y="221"/>
                    <a:pt x="170" y="220"/>
                    <a:pt x="170" y="220"/>
                  </a:cubicBezTo>
                  <a:cubicBezTo>
                    <a:pt x="174" y="215"/>
                    <a:pt x="166" y="212"/>
                    <a:pt x="166" y="212"/>
                  </a:cubicBezTo>
                  <a:cubicBezTo>
                    <a:pt x="162" y="209"/>
                    <a:pt x="164" y="205"/>
                    <a:pt x="164" y="205"/>
                  </a:cubicBezTo>
                  <a:cubicBezTo>
                    <a:pt x="161" y="200"/>
                    <a:pt x="149" y="198"/>
                    <a:pt x="149" y="198"/>
                  </a:cubicBezTo>
                  <a:cubicBezTo>
                    <a:pt x="142" y="199"/>
                    <a:pt x="136" y="193"/>
                    <a:pt x="136" y="193"/>
                  </a:cubicBezTo>
                  <a:cubicBezTo>
                    <a:pt x="128" y="188"/>
                    <a:pt x="150" y="194"/>
                    <a:pt x="150" y="194"/>
                  </a:cubicBezTo>
                  <a:cubicBezTo>
                    <a:pt x="155" y="194"/>
                    <a:pt x="163" y="198"/>
                    <a:pt x="163" y="198"/>
                  </a:cubicBezTo>
                  <a:cubicBezTo>
                    <a:pt x="171" y="202"/>
                    <a:pt x="166" y="195"/>
                    <a:pt x="166" y="195"/>
                  </a:cubicBezTo>
                  <a:cubicBezTo>
                    <a:pt x="163" y="194"/>
                    <a:pt x="164" y="191"/>
                    <a:pt x="164" y="191"/>
                  </a:cubicBezTo>
                  <a:cubicBezTo>
                    <a:pt x="163" y="186"/>
                    <a:pt x="147" y="182"/>
                    <a:pt x="147" y="182"/>
                  </a:cubicBezTo>
                  <a:cubicBezTo>
                    <a:pt x="143" y="181"/>
                    <a:pt x="134" y="175"/>
                    <a:pt x="134" y="175"/>
                  </a:cubicBezTo>
                  <a:cubicBezTo>
                    <a:pt x="128" y="168"/>
                    <a:pt x="144" y="176"/>
                    <a:pt x="144" y="176"/>
                  </a:cubicBezTo>
                  <a:cubicBezTo>
                    <a:pt x="151" y="175"/>
                    <a:pt x="156" y="181"/>
                    <a:pt x="156" y="181"/>
                  </a:cubicBezTo>
                  <a:cubicBezTo>
                    <a:pt x="164" y="186"/>
                    <a:pt x="164" y="182"/>
                    <a:pt x="164" y="182"/>
                  </a:cubicBezTo>
                  <a:cubicBezTo>
                    <a:pt x="161" y="181"/>
                    <a:pt x="159" y="176"/>
                    <a:pt x="159" y="176"/>
                  </a:cubicBezTo>
                  <a:cubicBezTo>
                    <a:pt x="153" y="168"/>
                    <a:pt x="142" y="162"/>
                    <a:pt x="142" y="162"/>
                  </a:cubicBezTo>
                  <a:cubicBezTo>
                    <a:pt x="138" y="159"/>
                    <a:pt x="141" y="159"/>
                    <a:pt x="141" y="159"/>
                  </a:cubicBezTo>
                  <a:cubicBezTo>
                    <a:pt x="149" y="159"/>
                    <a:pt x="157" y="167"/>
                    <a:pt x="157" y="167"/>
                  </a:cubicBezTo>
                  <a:cubicBezTo>
                    <a:pt x="167" y="177"/>
                    <a:pt x="161" y="165"/>
                    <a:pt x="161" y="165"/>
                  </a:cubicBezTo>
                  <a:cubicBezTo>
                    <a:pt x="151" y="149"/>
                    <a:pt x="132" y="139"/>
                    <a:pt x="132" y="139"/>
                  </a:cubicBezTo>
                  <a:cubicBezTo>
                    <a:pt x="129" y="137"/>
                    <a:pt x="128" y="136"/>
                    <a:pt x="128" y="136"/>
                  </a:cubicBezTo>
                  <a:cubicBezTo>
                    <a:pt x="135" y="131"/>
                    <a:pt x="152" y="147"/>
                    <a:pt x="152" y="147"/>
                  </a:cubicBezTo>
                  <a:cubicBezTo>
                    <a:pt x="164" y="156"/>
                    <a:pt x="160" y="150"/>
                    <a:pt x="160" y="150"/>
                  </a:cubicBezTo>
                  <a:cubicBezTo>
                    <a:pt x="155" y="139"/>
                    <a:pt x="119" y="116"/>
                    <a:pt x="119" y="116"/>
                  </a:cubicBezTo>
                  <a:cubicBezTo>
                    <a:pt x="110" y="110"/>
                    <a:pt x="114" y="108"/>
                    <a:pt x="114" y="108"/>
                  </a:cubicBezTo>
                  <a:cubicBezTo>
                    <a:pt x="139" y="117"/>
                    <a:pt x="166" y="146"/>
                    <a:pt x="166" y="146"/>
                  </a:cubicBezTo>
                  <a:cubicBezTo>
                    <a:pt x="175" y="156"/>
                    <a:pt x="173" y="152"/>
                    <a:pt x="173" y="152"/>
                  </a:cubicBezTo>
                  <a:cubicBezTo>
                    <a:pt x="169" y="135"/>
                    <a:pt x="120" y="94"/>
                    <a:pt x="120" y="94"/>
                  </a:cubicBezTo>
                  <a:cubicBezTo>
                    <a:pt x="107" y="84"/>
                    <a:pt x="119" y="88"/>
                    <a:pt x="119" y="88"/>
                  </a:cubicBezTo>
                  <a:cubicBezTo>
                    <a:pt x="145" y="100"/>
                    <a:pt x="166" y="131"/>
                    <a:pt x="166" y="131"/>
                  </a:cubicBezTo>
                  <a:cubicBezTo>
                    <a:pt x="171" y="138"/>
                    <a:pt x="173" y="137"/>
                    <a:pt x="173" y="137"/>
                  </a:cubicBezTo>
                  <a:cubicBezTo>
                    <a:pt x="174" y="132"/>
                    <a:pt x="160" y="115"/>
                    <a:pt x="160" y="115"/>
                  </a:cubicBezTo>
                  <a:cubicBezTo>
                    <a:pt x="147" y="94"/>
                    <a:pt x="81" y="45"/>
                    <a:pt x="81" y="45"/>
                  </a:cubicBezTo>
                  <a:cubicBezTo>
                    <a:pt x="69" y="34"/>
                    <a:pt x="73" y="45"/>
                    <a:pt x="73" y="45"/>
                  </a:cubicBezTo>
                  <a:cubicBezTo>
                    <a:pt x="77" y="58"/>
                    <a:pt x="95" y="77"/>
                    <a:pt x="100" y="81"/>
                  </a:cubicBezTo>
                  <a:cubicBezTo>
                    <a:pt x="106" y="84"/>
                    <a:pt x="109" y="89"/>
                    <a:pt x="109" y="89"/>
                  </a:cubicBezTo>
                  <a:cubicBezTo>
                    <a:pt x="114" y="95"/>
                    <a:pt x="85" y="75"/>
                    <a:pt x="85" y="75"/>
                  </a:cubicBezTo>
                  <a:cubicBezTo>
                    <a:pt x="85" y="85"/>
                    <a:pt x="105" y="103"/>
                    <a:pt x="105" y="103"/>
                  </a:cubicBezTo>
                  <a:cubicBezTo>
                    <a:pt x="109" y="109"/>
                    <a:pt x="108" y="109"/>
                    <a:pt x="108" y="109"/>
                  </a:cubicBezTo>
                  <a:cubicBezTo>
                    <a:pt x="104" y="107"/>
                    <a:pt x="99" y="103"/>
                    <a:pt x="99" y="103"/>
                  </a:cubicBezTo>
                  <a:cubicBezTo>
                    <a:pt x="84" y="88"/>
                    <a:pt x="90" y="100"/>
                    <a:pt x="90" y="100"/>
                  </a:cubicBezTo>
                  <a:cubicBezTo>
                    <a:pt x="90" y="100"/>
                    <a:pt x="89" y="91"/>
                    <a:pt x="92" y="103"/>
                  </a:cubicBezTo>
                  <a:cubicBezTo>
                    <a:pt x="95" y="115"/>
                    <a:pt x="120" y="130"/>
                    <a:pt x="120" y="130"/>
                  </a:cubicBezTo>
                  <a:cubicBezTo>
                    <a:pt x="128" y="137"/>
                    <a:pt x="122" y="135"/>
                    <a:pt x="122" y="135"/>
                  </a:cubicBezTo>
                  <a:cubicBezTo>
                    <a:pt x="114" y="128"/>
                    <a:pt x="104" y="126"/>
                    <a:pt x="104" y="126"/>
                  </a:cubicBezTo>
                  <a:cubicBezTo>
                    <a:pt x="105" y="135"/>
                    <a:pt x="123" y="154"/>
                    <a:pt x="123" y="154"/>
                  </a:cubicBezTo>
                  <a:cubicBezTo>
                    <a:pt x="129" y="158"/>
                    <a:pt x="127" y="159"/>
                    <a:pt x="127" y="159"/>
                  </a:cubicBezTo>
                  <a:cubicBezTo>
                    <a:pt x="120" y="160"/>
                    <a:pt x="116" y="155"/>
                    <a:pt x="116" y="155"/>
                  </a:cubicBezTo>
                  <a:cubicBezTo>
                    <a:pt x="113" y="149"/>
                    <a:pt x="111" y="151"/>
                    <a:pt x="111" y="151"/>
                  </a:cubicBezTo>
                  <a:cubicBezTo>
                    <a:pt x="110" y="161"/>
                    <a:pt x="122" y="167"/>
                    <a:pt x="122" y="167"/>
                  </a:cubicBezTo>
                  <a:cubicBezTo>
                    <a:pt x="126" y="171"/>
                    <a:pt x="125" y="172"/>
                    <a:pt x="125" y="172"/>
                  </a:cubicBezTo>
                  <a:cubicBezTo>
                    <a:pt x="117" y="170"/>
                    <a:pt x="103" y="155"/>
                    <a:pt x="103" y="155"/>
                  </a:cubicBezTo>
                  <a:cubicBezTo>
                    <a:pt x="103" y="155"/>
                    <a:pt x="94" y="140"/>
                    <a:pt x="93" y="128"/>
                  </a:cubicBezTo>
                  <a:cubicBezTo>
                    <a:pt x="93" y="128"/>
                    <a:pt x="82" y="106"/>
                    <a:pt x="80" y="97"/>
                  </a:cubicBezTo>
                  <a:cubicBezTo>
                    <a:pt x="80" y="97"/>
                    <a:pt x="60" y="73"/>
                    <a:pt x="68" y="68"/>
                  </a:cubicBezTo>
                  <a:cubicBezTo>
                    <a:pt x="68" y="68"/>
                    <a:pt x="50" y="44"/>
                    <a:pt x="57" y="40"/>
                  </a:cubicBezTo>
                  <a:cubicBezTo>
                    <a:pt x="57" y="40"/>
                    <a:pt x="46" y="28"/>
                    <a:pt x="44" y="20"/>
                  </a:cubicBezTo>
                  <a:cubicBezTo>
                    <a:pt x="44" y="20"/>
                    <a:pt x="19" y="0"/>
                    <a:pt x="41" y="7"/>
                  </a:cubicBezTo>
                  <a:cubicBezTo>
                    <a:pt x="41" y="7"/>
                    <a:pt x="94" y="28"/>
                    <a:pt x="169" y="116"/>
                  </a:cubicBezTo>
                  <a:cubicBezTo>
                    <a:pt x="169" y="116"/>
                    <a:pt x="200" y="146"/>
                    <a:pt x="204" y="156"/>
                  </a:cubicBezTo>
                  <a:cubicBezTo>
                    <a:pt x="204" y="156"/>
                    <a:pt x="238" y="193"/>
                    <a:pt x="244" y="216"/>
                  </a:cubicBezTo>
                  <a:cubicBezTo>
                    <a:pt x="244" y="216"/>
                    <a:pt x="250" y="223"/>
                    <a:pt x="253" y="252"/>
                  </a:cubicBezTo>
                  <a:cubicBezTo>
                    <a:pt x="253" y="252"/>
                    <a:pt x="263" y="343"/>
                    <a:pt x="278" y="352"/>
                  </a:cubicBezTo>
                  <a:cubicBezTo>
                    <a:pt x="278" y="352"/>
                    <a:pt x="284" y="352"/>
                    <a:pt x="278" y="358"/>
                  </a:cubicBezTo>
                  <a:cubicBezTo>
                    <a:pt x="278" y="358"/>
                    <a:pt x="263" y="380"/>
                    <a:pt x="271" y="382"/>
                  </a:cubicBezTo>
                  <a:cubicBezTo>
                    <a:pt x="271" y="382"/>
                    <a:pt x="272" y="385"/>
                    <a:pt x="277" y="380"/>
                  </a:cubicBezTo>
                  <a:cubicBezTo>
                    <a:pt x="277" y="380"/>
                    <a:pt x="280" y="379"/>
                    <a:pt x="284" y="380"/>
                  </a:cubicBezTo>
                  <a:cubicBezTo>
                    <a:pt x="284" y="380"/>
                    <a:pt x="289" y="389"/>
                    <a:pt x="299" y="381"/>
                  </a:cubicBezTo>
                  <a:cubicBezTo>
                    <a:pt x="299" y="381"/>
                    <a:pt x="323" y="367"/>
                    <a:pt x="327" y="368"/>
                  </a:cubicBez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11" name="Freeform 1120"/>
            <p:cNvSpPr>
              <a:spLocks/>
            </p:cNvSpPr>
            <p:nvPr/>
          </p:nvSpPr>
          <p:spPr bwMode="auto">
            <a:xfrm>
              <a:off x="16447" y="3483"/>
              <a:ext cx="1043" cy="693"/>
            </a:xfrm>
            <a:custGeom>
              <a:avLst/>
              <a:gdLst>
                <a:gd name="T0" fmla="*/ 31183 w 185"/>
                <a:gd name="T1" fmla="*/ 8953 h 123"/>
                <a:gd name="T2" fmla="*/ 21869 w 185"/>
                <a:gd name="T3" fmla="*/ 15398 h 123"/>
                <a:gd name="T4" fmla="*/ 17928 w 185"/>
                <a:gd name="T5" fmla="*/ 16824 h 123"/>
                <a:gd name="T6" fmla="*/ 3050 w 185"/>
                <a:gd name="T7" fmla="*/ 20221 h 123"/>
                <a:gd name="T8" fmla="*/ 1432 w 185"/>
                <a:gd name="T9" fmla="*/ 19139 h 123"/>
                <a:gd name="T10" fmla="*/ 2858 w 185"/>
                <a:gd name="T11" fmla="*/ 16097 h 123"/>
                <a:gd name="T12" fmla="*/ 4674 w 185"/>
                <a:gd name="T13" fmla="*/ 10727 h 123"/>
                <a:gd name="T14" fmla="*/ 7183 w 185"/>
                <a:gd name="T15" fmla="*/ 9110 h 123"/>
                <a:gd name="T16" fmla="*/ 10746 w 185"/>
                <a:gd name="T17" fmla="*/ 7144 h 123"/>
                <a:gd name="T18" fmla="*/ 13097 w 185"/>
                <a:gd name="T19" fmla="*/ 6254 h 123"/>
                <a:gd name="T20" fmla="*/ 16496 w 185"/>
                <a:gd name="T21" fmla="*/ 3938 h 123"/>
                <a:gd name="T22" fmla="*/ 19005 w 185"/>
                <a:gd name="T23" fmla="*/ 1240 h 123"/>
                <a:gd name="T24" fmla="*/ 19005 w 185"/>
                <a:gd name="T25" fmla="*/ 2316 h 123"/>
                <a:gd name="T26" fmla="*/ 18086 w 185"/>
                <a:gd name="T27" fmla="*/ 6445 h 123"/>
                <a:gd name="T28" fmla="*/ 19704 w 185"/>
                <a:gd name="T29" fmla="*/ 6603 h 123"/>
                <a:gd name="T30" fmla="*/ 20978 w 185"/>
                <a:gd name="T31" fmla="*/ 6603 h 123"/>
                <a:gd name="T32" fmla="*/ 24536 w 185"/>
                <a:gd name="T33" fmla="*/ 5905 h 123"/>
                <a:gd name="T34" fmla="*/ 25968 w 185"/>
                <a:gd name="T35" fmla="*/ 5905 h 123"/>
                <a:gd name="T36" fmla="*/ 28668 w 185"/>
                <a:gd name="T37" fmla="*/ 6254 h 123"/>
                <a:gd name="T38" fmla="*/ 31183 w 185"/>
                <a:gd name="T39" fmla="*/ 8953 h 12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85" h="123">
                  <a:moveTo>
                    <a:pt x="174" y="50"/>
                  </a:moveTo>
                  <a:cubicBezTo>
                    <a:pt x="174" y="50"/>
                    <a:pt x="147" y="80"/>
                    <a:pt x="122" y="86"/>
                  </a:cubicBezTo>
                  <a:cubicBezTo>
                    <a:pt x="122" y="86"/>
                    <a:pt x="108" y="96"/>
                    <a:pt x="100" y="94"/>
                  </a:cubicBezTo>
                  <a:cubicBezTo>
                    <a:pt x="100" y="94"/>
                    <a:pt x="29" y="123"/>
                    <a:pt x="17" y="113"/>
                  </a:cubicBezTo>
                  <a:cubicBezTo>
                    <a:pt x="17" y="113"/>
                    <a:pt x="0" y="116"/>
                    <a:pt x="8" y="107"/>
                  </a:cubicBezTo>
                  <a:cubicBezTo>
                    <a:pt x="8" y="107"/>
                    <a:pt x="18" y="98"/>
                    <a:pt x="16" y="90"/>
                  </a:cubicBezTo>
                  <a:cubicBezTo>
                    <a:pt x="16" y="90"/>
                    <a:pt x="5" y="70"/>
                    <a:pt x="26" y="60"/>
                  </a:cubicBezTo>
                  <a:cubicBezTo>
                    <a:pt x="26" y="60"/>
                    <a:pt x="35" y="61"/>
                    <a:pt x="40" y="51"/>
                  </a:cubicBezTo>
                  <a:cubicBezTo>
                    <a:pt x="40" y="51"/>
                    <a:pt x="47" y="42"/>
                    <a:pt x="60" y="40"/>
                  </a:cubicBezTo>
                  <a:cubicBezTo>
                    <a:pt x="60" y="40"/>
                    <a:pt x="69" y="42"/>
                    <a:pt x="73" y="35"/>
                  </a:cubicBezTo>
                  <a:cubicBezTo>
                    <a:pt x="73" y="35"/>
                    <a:pt x="85" y="24"/>
                    <a:pt x="92" y="22"/>
                  </a:cubicBezTo>
                  <a:cubicBezTo>
                    <a:pt x="92" y="22"/>
                    <a:pt x="99" y="9"/>
                    <a:pt x="106" y="7"/>
                  </a:cubicBezTo>
                  <a:cubicBezTo>
                    <a:pt x="106" y="7"/>
                    <a:pt x="115" y="0"/>
                    <a:pt x="106" y="13"/>
                  </a:cubicBezTo>
                  <a:cubicBezTo>
                    <a:pt x="106" y="13"/>
                    <a:pt x="95" y="34"/>
                    <a:pt x="101" y="36"/>
                  </a:cubicBezTo>
                  <a:cubicBezTo>
                    <a:pt x="101" y="36"/>
                    <a:pt x="103" y="42"/>
                    <a:pt x="110" y="37"/>
                  </a:cubicBezTo>
                  <a:cubicBezTo>
                    <a:pt x="110" y="37"/>
                    <a:pt x="111" y="31"/>
                    <a:pt x="117" y="37"/>
                  </a:cubicBezTo>
                  <a:cubicBezTo>
                    <a:pt x="117" y="37"/>
                    <a:pt x="126" y="46"/>
                    <a:pt x="137" y="33"/>
                  </a:cubicBezTo>
                  <a:cubicBezTo>
                    <a:pt x="137" y="33"/>
                    <a:pt x="142" y="30"/>
                    <a:pt x="145" y="33"/>
                  </a:cubicBezTo>
                  <a:cubicBezTo>
                    <a:pt x="145" y="33"/>
                    <a:pt x="153" y="36"/>
                    <a:pt x="160" y="35"/>
                  </a:cubicBezTo>
                  <a:cubicBezTo>
                    <a:pt x="160" y="35"/>
                    <a:pt x="185" y="32"/>
                    <a:pt x="174" y="50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12" name="Freeform 1121"/>
            <p:cNvSpPr>
              <a:spLocks/>
            </p:cNvSpPr>
            <p:nvPr/>
          </p:nvSpPr>
          <p:spPr bwMode="auto">
            <a:xfrm>
              <a:off x="16498" y="3128"/>
              <a:ext cx="496" cy="648"/>
            </a:xfrm>
            <a:custGeom>
              <a:avLst/>
              <a:gdLst>
                <a:gd name="T0" fmla="*/ 14677 w 88"/>
                <a:gd name="T1" fmla="*/ 13777 h 115"/>
                <a:gd name="T2" fmla="*/ 12896 w 88"/>
                <a:gd name="T3" fmla="*/ 15749 h 115"/>
                <a:gd name="T4" fmla="*/ 7688 w 88"/>
                <a:gd name="T5" fmla="*/ 17716 h 115"/>
                <a:gd name="T6" fmla="*/ 3590 w 88"/>
                <a:gd name="T7" fmla="*/ 19339 h 115"/>
                <a:gd name="T8" fmla="*/ 3748 w 88"/>
                <a:gd name="T9" fmla="*/ 17524 h 115"/>
                <a:gd name="T10" fmla="*/ 3399 w 88"/>
                <a:gd name="T11" fmla="*/ 14859 h 115"/>
                <a:gd name="T12" fmla="*/ 2508 w 88"/>
                <a:gd name="T13" fmla="*/ 11619 h 115"/>
                <a:gd name="T14" fmla="*/ 1082 w 88"/>
                <a:gd name="T15" fmla="*/ 6796 h 115"/>
                <a:gd name="T16" fmla="*/ 891 w 88"/>
                <a:gd name="T17" fmla="*/ 4823 h 115"/>
                <a:gd name="T18" fmla="*/ 733 w 88"/>
                <a:gd name="T19" fmla="*/ 2699 h 115"/>
                <a:gd name="T20" fmla="*/ 2700 w 88"/>
                <a:gd name="T21" fmla="*/ 1431 h 115"/>
                <a:gd name="T22" fmla="*/ 2317 w 88"/>
                <a:gd name="T23" fmla="*/ 3206 h 115"/>
                <a:gd name="T24" fmla="*/ 3049 w 88"/>
                <a:gd name="T25" fmla="*/ 6446 h 115"/>
                <a:gd name="T26" fmla="*/ 3748 w 88"/>
                <a:gd name="T27" fmla="*/ 7336 h 115"/>
                <a:gd name="T28" fmla="*/ 4830 w 88"/>
                <a:gd name="T29" fmla="*/ 10036 h 115"/>
                <a:gd name="T30" fmla="*/ 5557 w 88"/>
                <a:gd name="T31" fmla="*/ 12509 h 115"/>
                <a:gd name="T32" fmla="*/ 6256 w 88"/>
                <a:gd name="T33" fmla="*/ 13242 h 115"/>
                <a:gd name="T34" fmla="*/ 6099 w 88"/>
                <a:gd name="T35" fmla="*/ 15017 h 115"/>
                <a:gd name="T36" fmla="*/ 8421 w 88"/>
                <a:gd name="T37" fmla="*/ 14318 h 115"/>
                <a:gd name="T38" fmla="*/ 11278 w 88"/>
                <a:gd name="T39" fmla="*/ 13591 h 115"/>
                <a:gd name="T40" fmla="*/ 14677 w 88"/>
                <a:gd name="T41" fmla="*/ 13777 h 11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8" h="115">
                  <a:moveTo>
                    <a:pt x="82" y="77"/>
                  </a:moveTo>
                  <a:cubicBezTo>
                    <a:pt x="82" y="77"/>
                    <a:pt x="79" y="88"/>
                    <a:pt x="72" y="88"/>
                  </a:cubicBezTo>
                  <a:cubicBezTo>
                    <a:pt x="72" y="88"/>
                    <a:pt x="51" y="90"/>
                    <a:pt x="43" y="99"/>
                  </a:cubicBezTo>
                  <a:cubicBezTo>
                    <a:pt x="43" y="99"/>
                    <a:pt x="22" y="115"/>
                    <a:pt x="20" y="108"/>
                  </a:cubicBezTo>
                  <a:cubicBezTo>
                    <a:pt x="20" y="108"/>
                    <a:pt x="17" y="102"/>
                    <a:pt x="21" y="98"/>
                  </a:cubicBezTo>
                  <a:cubicBezTo>
                    <a:pt x="21" y="98"/>
                    <a:pt x="16" y="99"/>
                    <a:pt x="19" y="83"/>
                  </a:cubicBezTo>
                  <a:cubicBezTo>
                    <a:pt x="19" y="83"/>
                    <a:pt x="20" y="70"/>
                    <a:pt x="14" y="65"/>
                  </a:cubicBezTo>
                  <a:cubicBezTo>
                    <a:pt x="14" y="65"/>
                    <a:pt x="3" y="51"/>
                    <a:pt x="6" y="38"/>
                  </a:cubicBezTo>
                  <a:cubicBezTo>
                    <a:pt x="6" y="38"/>
                    <a:pt x="8" y="31"/>
                    <a:pt x="5" y="27"/>
                  </a:cubicBezTo>
                  <a:cubicBezTo>
                    <a:pt x="5" y="27"/>
                    <a:pt x="0" y="20"/>
                    <a:pt x="4" y="15"/>
                  </a:cubicBezTo>
                  <a:cubicBezTo>
                    <a:pt x="4" y="15"/>
                    <a:pt x="16" y="0"/>
                    <a:pt x="15" y="8"/>
                  </a:cubicBezTo>
                  <a:cubicBezTo>
                    <a:pt x="15" y="8"/>
                    <a:pt x="8" y="15"/>
                    <a:pt x="13" y="18"/>
                  </a:cubicBezTo>
                  <a:cubicBezTo>
                    <a:pt x="13" y="18"/>
                    <a:pt x="20" y="27"/>
                    <a:pt x="17" y="36"/>
                  </a:cubicBezTo>
                  <a:cubicBezTo>
                    <a:pt x="17" y="36"/>
                    <a:pt x="14" y="43"/>
                    <a:pt x="21" y="41"/>
                  </a:cubicBezTo>
                  <a:cubicBezTo>
                    <a:pt x="21" y="41"/>
                    <a:pt x="25" y="42"/>
                    <a:pt x="27" y="56"/>
                  </a:cubicBezTo>
                  <a:cubicBezTo>
                    <a:pt x="27" y="56"/>
                    <a:pt x="24" y="71"/>
                    <a:pt x="31" y="70"/>
                  </a:cubicBezTo>
                  <a:cubicBezTo>
                    <a:pt x="31" y="70"/>
                    <a:pt x="36" y="65"/>
                    <a:pt x="35" y="74"/>
                  </a:cubicBezTo>
                  <a:cubicBezTo>
                    <a:pt x="35" y="74"/>
                    <a:pt x="25" y="91"/>
                    <a:pt x="34" y="84"/>
                  </a:cubicBezTo>
                  <a:cubicBezTo>
                    <a:pt x="34" y="84"/>
                    <a:pt x="41" y="79"/>
                    <a:pt x="47" y="80"/>
                  </a:cubicBezTo>
                  <a:cubicBezTo>
                    <a:pt x="47" y="80"/>
                    <a:pt x="53" y="82"/>
                    <a:pt x="63" y="76"/>
                  </a:cubicBezTo>
                  <a:cubicBezTo>
                    <a:pt x="63" y="76"/>
                    <a:pt x="88" y="68"/>
                    <a:pt x="82" y="77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13" name="Freeform 1122"/>
            <p:cNvSpPr>
              <a:spLocks/>
            </p:cNvSpPr>
            <p:nvPr/>
          </p:nvSpPr>
          <p:spPr bwMode="auto">
            <a:xfrm>
              <a:off x="16424" y="2197"/>
              <a:ext cx="620" cy="1359"/>
            </a:xfrm>
            <a:custGeom>
              <a:avLst/>
              <a:gdLst>
                <a:gd name="T0" fmla="*/ 3049 w 110"/>
                <a:gd name="T1" fmla="*/ 1782 h 241"/>
                <a:gd name="T2" fmla="*/ 13978 w 110"/>
                <a:gd name="T3" fmla="*/ 17582 h 241"/>
                <a:gd name="T4" fmla="*/ 15410 w 110"/>
                <a:gd name="T5" fmla="*/ 21879 h 241"/>
                <a:gd name="T6" fmla="*/ 18966 w 110"/>
                <a:gd name="T7" fmla="*/ 39811 h 241"/>
                <a:gd name="T8" fmla="*/ 18267 w 110"/>
                <a:gd name="T9" fmla="*/ 41593 h 241"/>
                <a:gd name="T10" fmla="*/ 14136 w 110"/>
                <a:gd name="T11" fmla="*/ 41785 h 241"/>
                <a:gd name="T12" fmla="*/ 12547 w 110"/>
                <a:gd name="T13" fmla="*/ 36219 h 241"/>
                <a:gd name="T14" fmla="*/ 10737 w 110"/>
                <a:gd name="T15" fmla="*/ 23847 h 241"/>
                <a:gd name="T16" fmla="*/ 9306 w 110"/>
                <a:gd name="T17" fmla="*/ 19364 h 241"/>
                <a:gd name="T18" fmla="*/ 6797 w 110"/>
                <a:gd name="T19" fmla="*/ 10207 h 241"/>
                <a:gd name="T20" fmla="*/ 5371 w 110"/>
                <a:gd name="T21" fmla="*/ 7883 h 241"/>
                <a:gd name="T22" fmla="*/ 3049 w 110"/>
                <a:gd name="T23" fmla="*/ 1782 h 24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0" h="241">
                  <a:moveTo>
                    <a:pt x="17" y="10"/>
                  </a:moveTo>
                  <a:cubicBezTo>
                    <a:pt x="17" y="10"/>
                    <a:pt x="75" y="81"/>
                    <a:pt x="78" y="98"/>
                  </a:cubicBezTo>
                  <a:cubicBezTo>
                    <a:pt x="78" y="98"/>
                    <a:pt x="86" y="112"/>
                    <a:pt x="86" y="122"/>
                  </a:cubicBezTo>
                  <a:cubicBezTo>
                    <a:pt x="86" y="122"/>
                    <a:pt x="98" y="206"/>
                    <a:pt x="106" y="222"/>
                  </a:cubicBezTo>
                  <a:cubicBezTo>
                    <a:pt x="106" y="222"/>
                    <a:pt x="110" y="233"/>
                    <a:pt x="102" y="232"/>
                  </a:cubicBezTo>
                  <a:cubicBezTo>
                    <a:pt x="102" y="232"/>
                    <a:pt x="77" y="241"/>
                    <a:pt x="79" y="233"/>
                  </a:cubicBezTo>
                  <a:cubicBezTo>
                    <a:pt x="79" y="233"/>
                    <a:pt x="75" y="211"/>
                    <a:pt x="70" y="202"/>
                  </a:cubicBezTo>
                  <a:cubicBezTo>
                    <a:pt x="70" y="202"/>
                    <a:pt x="60" y="153"/>
                    <a:pt x="60" y="133"/>
                  </a:cubicBezTo>
                  <a:cubicBezTo>
                    <a:pt x="60" y="133"/>
                    <a:pt x="58" y="115"/>
                    <a:pt x="52" y="108"/>
                  </a:cubicBezTo>
                  <a:cubicBezTo>
                    <a:pt x="52" y="108"/>
                    <a:pt x="41" y="80"/>
                    <a:pt x="38" y="57"/>
                  </a:cubicBezTo>
                  <a:cubicBezTo>
                    <a:pt x="38" y="57"/>
                    <a:pt x="36" y="51"/>
                    <a:pt x="30" y="44"/>
                  </a:cubicBezTo>
                  <a:cubicBezTo>
                    <a:pt x="30" y="44"/>
                    <a:pt x="0" y="0"/>
                    <a:pt x="17" y="10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14" name="Freeform 1123"/>
            <p:cNvSpPr>
              <a:spLocks/>
            </p:cNvSpPr>
            <p:nvPr/>
          </p:nvSpPr>
          <p:spPr bwMode="auto">
            <a:xfrm>
              <a:off x="17456" y="3590"/>
              <a:ext cx="315" cy="118"/>
            </a:xfrm>
            <a:custGeom>
              <a:avLst/>
              <a:gdLst>
                <a:gd name="T0" fmla="*/ 1963 w 56"/>
                <a:gd name="T1" fmla="*/ 3192 h 21"/>
                <a:gd name="T2" fmla="*/ 6041 w 56"/>
                <a:gd name="T3" fmla="*/ 3029 h 21"/>
                <a:gd name="T4" fmla="*/ 8544 w 56"/>
                <a:gd name="T5" fmla="*/ 3192 h 21"/>
                <a:gd name="T6" fmla="*/ 7470 w 56"/>
                <a:gd name="T7" fmla="*/ 1770 h 21"/>
                <a:gd name="T8" fmla="*/ 1963 w 56"/>
                <a:gd name="T9" fmla="*/ 882 h 21"/>
                <a:gd name="T10" fmla="*/ 1963 w 56"/>
                <a:gd name="T11" fmla="*/ 3192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">
                  <a:moveTo>
                    <a:pt x="11" y="18"/>
                  </a:moveTo>
                  <a:cubicBezTo>
                    <a:pt x="11" y="18"/>
                    <a:pt x="23" y="21"/>
                    <a:pt x="34" y="17"/>
                  </a:cubicBezTo>
                  <a:cubicBezTo>
                    <a:pt x="34" y="17"/>
                    <a:pt x="43" y="16"/>
                    <a:pt x="48" y="18"/>
                  </a:cubicBezTo>
                  <a:cubicBezTo>
                    <a:pt x="48" y="18"/>
                    <a:pt x="56" y="17"/>
                    <a:pt x="42" y="10"/>
                  </a:cubicBezTo>
                  <a:cubicBezTo>
                    <a:pt x="42" y="10"/>
                    <a:pt x="18" y="0"/>
                    <a:pt x="11" y="5"/>
                  </a:cubicBezTo>
                  <a:cubicBezTo>
                    <a:pt x="0" y="12"/>
                    <a:pt x="11" y="18"/>
                    <a:pt x="11" y="18"/>
                  </a:cubicBezTo>
                  <a:close/>
                </a:path>
              </a:pathLst>
            </a:custGeom>
            <a:solidFill>
              <a:srgbClr val="C059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15" name="Freeform 1124"/>
            <p:cNvSpPr>
              <a:spLocks/>
            </p:cNvSpPr>
            <p:nvPr/>
          </p:nvSpPr>
          <p:spPr bwMode="auto">
            <a:xfrm>
              <a:off x="17478" y="3652"/>
              <a:ext cx="288" cy="56"/>
            </a:xfrm>
            <a:custGeom>
              <a:avLst/>
              <a:gdLst>
                <a:gd name="T0" fmla="*/ 1276 w 51"/>
                <a:gd name="T1" fmla="*/ 1221 h 10"/>
                <a:gd name="T2" fmla="*/ 5387 w 51"/>
                <a:gd name="T3" fmla="*/ 1064 h 10"/>
                <a:gd name="T4" fmla="*/ 7906 w 51"/>
                <a:gd name="T5" fmla="*/ 1221 h 10"/>
                <a:gd name="T6" fmla="*/ 6664 w 51"/>
                <a:gd name="T7" fmla="*/ 532 h 10"/>
                <a:gd name="T8" fmla="*/ 1434 w 51"/>
                <a:gd name="T9" fmla="*/ 347 h 10"/>
                <a:gd name="T10" fmla="*/ 1276 w 51"/>
                <a:gd name="T11" fmla="*/ 1221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10">
                  <a:moveTo>
                    <a:pt x="7" y="7"/>
                  </a:moveTo>
                  <a:cubicBezTo>
                    <a:pt x="7" y="7"/>
                    <a:pt x="19" y="10"/>
                    <a:pt x="30" y="6"/>
                  </a:cubicBezTo>
                  <a:cubicBezTo>
                    <a:pt x="30" y="6"/>
                    <a:pt x="39" y="5"/>
                    <a:pt x="44" y="7"/>
                  </a:cubicBezTo>
                  <a:cubicBezTo>
                    <a:pt x="44" y="7"/>
                    <a:pt x="51" y="8"/>
                    <a:pt x="37" y="3"/>
                  </a:cubicBezTo>
                  <a:cubicBezTo>
                    <a:pt x="37" y="3"/>
                    <a:pt x="19" y="0"/>
                    <a:pt x="8" y="2"/>
                  </a:cubicBezTo>
                  <a:cubicBezTo>
                    <a:pt x="0" y="4"/>
                    <a:pt x="7" y="7"/>
                    <a:pt x="7" y="7"/>
                  </a:cubicBezTo>
                  <a:close/>
                </a:path>
              </a:pathLst>
            </a:custGeom>
            <a:solidFill>
              <a:srgbClr val="8B55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16" name="Freeform 1125"/>
            <p:cNvSpPr>
              <a:spLocks/>
            </p:cNvSpPr>
            <p:nvPr/>
          </p:nvSpPr>
          <p:spPr bwMode="auto">
            <a:xfrm>
              <a:off x="17230" y="3528"/>
              <a:ext cx="322" cy="135"/>
            </a:xfrm>
            <a:custGeom>
              <a:avLst/>
              <a:gdLst>
                <a:gd name="T0" fmla="*/ 0 w 57"/>
                <a:gd name="T1" fmla="*/ 349 h 24"/>
                <a:gd name="T2" fmla="*/ 3604 w 57"/>
                <a:gd name="T3" fmla="*/ 3038 h 24"/>
                <a:gd name="T4" fmla="*/ 10276 w 57"/>
                <a:gd name="T5" fmla="*/ 2846 h 24"/>
                <a:gd name="T6" fmla="*/ 6672 w 57"/>
                <a:gd name="T7" fmla="*/ 540 h 24"/>
                <a:gd name="T8" fmla="*/ 3062 w 57"/>
                <a:gd name="T9" fmla="*/ 191 h 24"/>
                <a:gd name="T10" fmla="*/ 0 w 57"/>
                <a:gd name="T11" fmla="*/ 349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24">
                  <a:moveTo>
                    <a:pt x="0" y="2"/>
                  </a:moveTo>
                  <a:cubicBezTo>
                    <a:pt x="0" y="2"/>
                    <a:pt x="3" y="13"/>
                    <a:pt x="20" y="17"/>
                  </a:cubicBezTo>
                  <a:cubicBezTo>
                    <a:pt x="20" y="17"/>
                    <a:pt x="53" y="24"/>
                    <a:pt x="57" y="16"/>
                  </a:cubicBezTo>
                  <a:cubicBezTo>
                    <a:pt x="57" y="16"/>
                    <a:pt x="53" y="6"/>
                    <a:pt x="37" y="3"/>
                  </a:cubicBezTo>
                  <a:cubicBezTo>
                    <a:pt x="37" y="3"/>
                    <a:pt x="25" y="0"/>
                    <a:pt x="17" y="1"/>
                  </a:cubicBezTo>
                  <a:cubicBezTo>
                    <a:pt x="17" y="1"/>
                    <a:pt x="5" y="4"/>
                    <a:pt x="0" y="2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17" name="Freeform 1126"/>
            <p:cNvSpPr>
              <a:spLocks/>
            </p:cNvSpPr>
            <p:nvPr/>
          </p:nvSpPr>
          <p:spPr bwMode="auto">
            <a:xfrm>
              <a:off x="16362" y="4018"/>
              <a:ext cx="203" cy="186"/>
            </a:xfrm>
            <a:custGeom>
              <a:avLst/>
              <a:gdLst>
                <a:gd name="T0" fmla="*/ 5216 w 36"/>
                <a:gd name="T1" fmla="*/ 349 h 33"/>
                <a:gd name="T2" fmla="*/ 5216 w 36"/>
                <a:gd name="T3" fmla="*/ 1240 h 33"/>
                <a:gd name="T4" fmla="*/ 2160 w 36"/>
                <a:gd name="T5" fmla="*/ 4481 h 33"/>
                <a:gd name="T6" fmla="*/ 541 w 36"/>
                <a:gd name="T7" fmla="*/ 4673 h 33"/>
                <a:gd name="T8" fmla="*/ 1624 w 36"/>
                <a:gd name="T9" fmla="*/ 3940 h 33"/>
                <a:gd name="T10" fmla="*/ 1974 w 36"/>
                <a:gd name="T11" fmla="*/ 3399 h 33"/>
                <a:gd name="T12" fmla="*/ 891 w 36"/>
                <a:gd name="T13" fmla="*/ 3399 h 33"/>
                <a:gd name="T14" fmla="*/ 1241 w 36"/>
                <a:gd name="T15" fmla="*/ 2858 h 33"/>
                <a:gd name="T16" fmla="*/ 3592 w 36"/>
                <a:gd name="T17" fmla="*/ 1618 h 33"/>
                <a:gd name="T18" fmla="*/ 5216 w 36"/>
                <a:gd name="T19" fmla="*/ 349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6" h="33">
                  <a:moveTo>
                    <a:pt x="29" y="2"/>
                  </a:moveTo>
                  <a:cubicBezTo>
                    <a:pt x="29" y="2"/>
                    <a:pt x="36" y="0"/>
                    <a:pt x="29" y="7"/>
                  </a:cubicBezTo>
                  <a:cubicBezTo>
                    <a:pt x="29" y="7"/>
                    <a:pt x="19" y="20"/>
                    <a:pt x="12" y="25"/>
                  </a:cubicBezTo>
                  <a:cubicBezTo>
                    <a:pt x="12" y="25"/>
                    <a:pt x="0" y="33"/>
                    <a:pt x="3" y="26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13" y="21"/>
                    <a:pt x="11" y="19"/>
                  </a:cubicBezTo>
                  <a:cubicBezTo>
                    <a:pt x="11" y="19"/>
                    <a:pt x="7" y="20"/>
                    <a:pt x="5" y="19"/>
                  </a:cubicBezTo>
                  <a:cubicBezTo>
                    <a:pt x="5" y="19"/>
                    <a:pt x="1" y="19"/>
                    <a:pt x="7" y="16"/>
                  </a:cubicBezTo>
                  <a:cubicBezTo>
                    <a:pt x="7" y="16"/>
                    <a:pt x="15" y="15"/>
                    <a:pt x="20" y="9"/>
                  </a:cubicBezTo>
                  <a:lnTo>
                    <a:pt x="29" y="2"/>
                  </a:lnTo>
                  <a:close/>
                </a:path>
              </a:pathLst>
            </a:custGeom>
            <a:solidFill>
              <a:srgbClr val="9461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18" name="Freeform 1127"/>
            <p:cNvSpPr>
              <a:spLocks/>
            </p:cNvSpPr>
            <p:nvPr/>
          </p:nvSpPr>
          <p:spPr bwMode="auto">
            <a:xfrm>
              <a:off x="16565" y="3725"/>
              <a:ext cx="857" cy="395"/>
            </a:xfrm>
            <a:custGeom>
              <a:avLst/>
              <a:gdLst>
                <a:gd name="T0" fmla="*/ 25084 w 152"/>
                <a:gd name="T1" fmla="*/ 2867 h 70"/>
                <a:gd name="T2" fmla="*/ 13097 w 152"/>
                <a:gd name="T3" fmla="*/ 9711 h 70"/>
                <a:gd name="T4" fmla="*/ 1624 w 152"/>
                <a:gd name="T5" fmla="*/ 10795 h 70"/>
                <a:gd name="T6" fmla="*/ 1624 w 152"/>
                <a:gd name="T7" fmla="*/ 9520 h 70"/>
                <a:gd name="T8" fmla="*/ 2323 w 152"/>
                <a:gd name="T9" fmla="*/ 4492 h 70"/>
                <a:gd name="T10" fmla="*/ 4674 w 152"/>
                <a:gd name="T11" fmla="*/ 3600 h 70"/>
                <a:gd name="T12" fmla="*/ 7183 w 152"/>
                <a:gd name="T13" fmla="*/ 2867 h 70"/>
                <a:gd name="T14" fmla="*/ 11637 w 152"/>
                <a:gd name="T15" fmla="*/ 892 h 70"/>
                <a:gd name="T16" fmla="*/ 14879 w 152"/>
                <a:gd name="T17" fmla="*/ 734 h 70"/>
                <a:gd name="T18" fmla="*/ 17196 w 152"/>
                <a:gd name="T19" fmla="*/ 350 h 70"/>
                <a:gd name="T20" fmla="*/ 19361 w 152"/>
                <a:gd name="T21" fmla="*/ 734 h 70"/>
                <a:gd name="T22" fmla="*/ 21870 w 152"/>
                <a:gd name="T23" fmla="*/ 192 h 70"/>
                <a:gd name="T24" fmla="*/ 25084 w 152"/>
                <a:gd name="T25" fmla="*/ 2867 h 7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70">
                  <a:moveTo>
                    <a:pt x="140" y="16"/>
                  </a:moveTo>
                  <a:cubicBezTo>
                    <a:pt x="140" y="16"/>
                    <a:pt x="121" y="41"/>
                    <a:pt x="73" y="54"/>
                  </a:cubicBezTo>
                  <a:cubicBezTo>
                    <a:pt x="73" y="54"/>
                    <a:pt x="22" y="70"/>
                    <a:pt x="9" y="60"/>
                  </a:cubicBezTo>
                  <a:cubicBezTo>
                    <a:pt x="9" y="60"/>
                    <a:pt x="6" y="58"/>
                    <a:pt x="9" y="53"/>
                  </a:cubicBezTo>
                  <a:cubicBezTo>
                    <a:pt x="9" y="53"/>
                    <a:pt x="0" y="35"/>
                    <a:pt x="13" y="25"/>
                  </a:cubicBezTo>
                  <a:cubicBezTo>
                    <a:pt x="13" y="25"/>
                    <a:pt x="18" y="19"/>
                    <a:pt x="26" y="20"/>
                  </a:cubicBezTo>
                  <a:cubicBezTo>
                    <a:pt x="26" y="20"/>
                    <a:pt x="32" y="25"/>
                    <a:pt x="40" y="16"/>
                  </a:cubicBezTo>
                  <a:cubicBezTo>
                    <a:pt x="40" y="16"/>
                    <a:pt x="55" y="3"/>
                    <a:pt x="65" y="5"/>
                  </a:cubicBezTo>
                  <a:cubicBezTo>
                    <a:pt x="65" y="5"/>
                    <a:pt x="77" y="2"/>
                    <a:pt x="83" y="4"/>
                  </a:cubicBezTo>
                  <a:cubicBezTo>
                    <a:pt x="83" y="4"/>
                    <a:pt x="90" y="5"/>
                    <a:pt x="96" y="2"/>
                  </a:cubicBezTo>
                  <a:cubicBezTo>
                    <a:pt x="96" y="2"/>
                    <a:pt x="104" y="0"/>
                    <a:pt x="108" y="4"/>
                  </a:cubicBezTo>
                  <a:cubicBezTo>
                    <a:pt x="108" y="4"/>
                    <a:pt x="117" y="4"/>
                    <a:pt x="122" y="1"/>
                  </a:cubicBezTo>
                  <a:cubicBezTo>
                    <a:pt x="122" y="1"/>
                    <a:pt x="152" y="1"/>
                    <a:pt x="140" y="16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19" name="Freeform 1128"/>
            <p:cNvSpPr>
              <a:spLocks/>
            </p:cNvSpPr>
            <p:nvPr/>
          </p:nvSpPr>
          <p:spPr bwMode="auto">
            <a:xfrm>
              <a:off x="15675" y="1470"/>
              <a:ext cx="428" cy="868"/>
            </a:xfrm>
            <a:custGeom>
              <a:avLst/>
              <a:gdLst>
                <a:gd name="T0" fmla="*/ 12496 w 76"/>
                <a:gd name="T1" fmla="*/ 10737 h 154"/>
                <a:gd name="T2" fmla="*/ 1774 w 76"/>
                <a:gd name="T3" fmla="*/ 4131 h 154"/>
                <a:gd name="T4" fmla="*/ 3396 w 76"/>
                <a:gd name="T5" fmla="*/ 5371 h 154"/>
                <a:gd name="T6" fmla="*/ 6245 w 76"/>
                <a:gd name="T7" fmla="*/ 8956 h 154"/>
                <a:gd name="T8" fmla="*/ 8566 w 76"/>
                <a:gd name="T9" fmla="*/ 13978 h 154"/>
                <a:gd name="T10" fmla="*/ 9990 w 76"/>
                <a:gd name="T11" fmla="*/ 18617 h 154"/>
                <a:gd name="T12" fmla="*/ 12688 w 76"/>
                <a:gd name="T13" fmla="*/ 23284 h 154"/>
                <a:gd name="T14" fmla="*/ 13386 w 76"/>
                <a:gd name="T15" fmla="*/ 27573 h 154"/>
                <a:gd name="T16" fmla="*/ 13572 w 76"/>
                <a:gd name="T17" fmla="*/ 23633 h 154"/>
                <a:gd name="T18" fmla="*/ 11258 w 76"/>
                <a:gd name="T19" fmla="*/ 19350 h 154"/>
                <a:gd name="T20" fmla="*/ 12688 w 76"/>
                <a:gd name="T21" fmla="*/ 20235 h 154"/>
                <a:gd name="T22" fmla="*/ 9292 w 76"/>
                <a:gd name="T23" fmla="*/ 15568 h 154"/>
                <a:gd name="T24" fmla="*/ 11066 w 76"/>
                <a:gd name="T25" fmla="*/ 15568 h 154"/>
                <a:gd name="T26" fmla="*/ 7135 w 76"/>
                <a:gd name="T27" fmla="*/ 9847 h 154"/>
                <a:gd name="T28" fmla="*/ 8566 w 76"/>
                <a:gd name="T29" fmla="*/ 9847 h 154"/>
                <a:gd name="T30" fmla="*/ 4471 w 76"/>
                <a:gd name="T31" fmla="*/ 6448 h 154"/>
                <a:gd name="T32" fmla="*/ 12496 w 76"/>
                <a:gd name="T33" fmla="*/ 10737 h 1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6" h="154">
                  <a:moveTo>
                    <a:pt x="70" y="60"/>
                  </a:moveTo>
                  <a:cubicBezTo>
                    <a:pt x="70" y="60"/>
                    <a:pt x="0" y="0"/>
                    <a:pt x="10" y="23"/>
                  </a:cubicBezTo>
                  <a:cubicBezTo>
                    <a:pt x="10" y="23"/>
                    <a:pt x="15" y="28"/>
                    <a:pt x="19" y="30"/>
                  </a:cubicBezTo>
                  <a:cubicBezTo>
                    <a:pt x="19" y="30"/>
                    <a:pt x="23" y="45"/>
                    <a:pt x="35" y="50"/>
                  </a:cubicBezTo>
                  <a:cubicBezTo>
                    <a:pt x="35" y="50"/>
                    <a:pt x="31" y="70"/>
                    <a:pt x="48" y="78"/>
                  </a:cubicBezTo>
                  <a:cubicBezTo>
                    <a:pt x="48" y="78"/>
                    <a:pt x="35" y="90"/>
                    <a:pt x="56" y="104"/>
                  </a:cubicBezTo>
                  <a:cubicBezTo>
                    <a:pt x="56" y="104"/>
                    <a:pt x="57" y="122"/>
                    <a:pt x="71" y="130"/>
                  </a:cubicBezTo>
                  <a:cubicBezTo>
                    <a:pt x="71" y="130"/>
                    <a:pt x="65" y="148"/>
                    <a:pt x="75" y="154"/>
                  </a:cubicBezTo>
                  <a:cubicBezTo>
                    <a:pt x="75" y="154"/>
                    <a:pt x="69" y="131"/>
                    <a:pt x="76" y="132"/>
                  </a:cubicBezTo>
                  <a:cubicBezTo>
                    <a:pt x="76" y="132"/>
                    <a:pt x="53" y="101"/>
                    <a:pt x="63" y="108"/>
                  </a:cubicBezTo>
                  <a:cubicBezTo>
                    <a:pt x="71" y="113"/>
                    <a:pt x="71" y="113"/>
                    <a:pt x="71" y="113"/>
                  </a:cubicBezTo>
                  <a:cubicBezTo>
                    <a:pt x="71" y="113"/>
                    <a:pt x="44" y="91"/>
                    <a:pt x="52" y="87"/>
                  </a:cubicBezTo>
                  <a:cubicBezTo>
                    <a:pt x="52" y="87"/>
                    <a:pt x="50" y="79"/>
                    <a:pt x="62" y="87"/>
                  </a:cubicBezTo>
                  <a:cubicBezTo>
                    <a:pt x="62" y="87"/>
                    <a:pt x="31" y="57"/>
                    <a:pt x="40" y="55"/>
                  </a:cubicBezTo>
                  <a:cubicBezTo>
                    <a:pt x="40" y="55"/>
                    <a:pt x="43" y="52"/>
                    <a:pt x="48" y="55"/>
                  </a:cubicBezTo>
                  <a:cubicBezTo>
                    <a:pt x="48" y="55"/>
                    <a:pt x="26" y="46"/>
                    <a:pt x="25" y="36"/>
                  </a:cubicBezTo>
                  <a:cubicBezTo>
                    <a:pt x="25" y="36"/>
                    <a:pt x="47" y="39"/>
                    <a:pt x="70" y="60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20" name="Freeform 1129"/>
            <p:cNvSpPr>
              <a:spLocks/>
            </p:cNvSpPr>
            <p:nvPr/>
          </p:nvSpPr>
          <p:spPr bwMode="auto">
            <a:xfrm>
              <a:off x="17236" y="4108"/>
              <a:ext cx="456" cy="361"/>
            </a:xfrm>
            <a:custGeom>
              <a:avLst/>
              <a:gdLst>
                <a:gd name="T0" fmla="*/ 14451 w 81"/>
                <a:gd name="T1" fmla="*/ 11484 h 64"/>
                <a:gd name="T2" fmla="*/ 11788 w 81"/>
                <a:gd name="T3" fmla="*/ 9166 h 64"/>
                <a:gd name="T4" fmla="*/ 9632 w 81"/>
                <a:gd name="T5" fmla="*/ 7891 h 64"/>
                <a:gd name="T6" fmla="*/ 6052 w 81"/>
                <a:gd name="T7" fmla="*/ 5218 h 64"/>
                <a:gd name="T8" fmla="*/ 3040 w 81"/>
                <a:gd name="T9" fmla="*/ 3243 h 64"/>
                <a:gd name="T10" fmla="*/ 0 w 81"/>
                <a:gd name="T11" fmla="*/ 0 h 64"/>
                <a:gd name="T12" fmla="*/ 3580 w 81"/>
                <a:gd name="T13" fmla="*/ 3057 h 64"/>
                <a:gd name="T14" fmla="*/ 6243 w 81"/>
                <a:gd name="T15" fmla="*/ 4676 h 64"/>
                <a:gd name="T16" fmla="*/ 9632 w 81"/>
                <a:gd name="T17" fmla="*/ 7350 h 64"/>
                <a:gd name="T18" fmla="*/ 11788 w 81"/>
                <a:gd name="T19" fmla="*/ 8625 h 64"/>
                <a:gd name="T20" fmla="*/ 14451 w 81"/>
                <a:gd name="T21" fmla="*/ 11484 h 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1" h="64">
                  <a:moveTo>
                    <a:pt x="81" y="64"/>
                  </a:moveTo>
                  <a:cubicBezTo>
                    <a:pt x="81" y="64"/>
                    <a:pt x="74" y="52"/>
                    <a:pt x="66" y="51"/>
                  </a:cubicBezTo>
                  <a:cubicBezTo>
                    <a:pt x="66" y="51"/>
                    <a:pt x="56" y="49"/>
                    <a:pt x="54" y="44"/>
                  </a:cubicBezTo>
                  <a:cubicBezTo>
                    <a:pt x="54" y="44"/>
                    <a:pt x="42" y="31"/>
                    <a:pt x="34" y="29"/>
                  </a:cubicBezTo>
                  <a:cubicBezTo>
                    <a:pt x="34" y="29"/>
                    <a:pt x="20" y="27"/>
                    <a:pt x="17" y="18"/>
                  </a:cubicBezTo>
                  <a:cubicBezTo>
                    <a:pt x="17" y="18"/>
                    <a:pt x="11" y="3"/>
                    <a:pt x="0" y="0"/>
                  </a:cubicBezTo>
                  <a:cubicBezTo>
                    <a:pt x="0" y="0"/>
                    <a:pt x="15" y="4"/>
                    <a:pt x="20" y="17"/>
                  </a:cubicBezTo>
                  <a:cubicBezTo>
                    <a:pt x="20" y="17"/>
                    <a:pt x="25" y="25"/>
                    <a:pt x="35" y="26"/>
                  </a:cubicBezTo>
                  <a:cubicBezTo>
                    <a:pt x="35" y="26"/>
                    <a:pt x="49" y="29"/>
                    <a:pt x="54" y="41"/>
                  </a:cubicBezTo>
                  <a:cubicBezTo>
                    <a:pt x="54" y="41"/>
                    <a:pt x="59" y="48"/>
                    <a:pt x="66" y="48"/>
                  </a:cubicBezTo>
                  <a:cubicBezTo>
                    <a:pt x="66" y="48"/>
                    <a:pt x="80" y="51"/>
                    <a:pt x="81" y="64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21" name="Freeform 1130"/>
            <p:cNvSpPr>
              <a:spLocks/>
            </p:cNvSpPr>
            <p:nvPr/>
          </p:nvSpPr>
          <p:spPr bwMode="auto">
            <a:xfrm>
              <a:off x="17563" y="3618"/>
              <a:ext cx="152" cy="51"/>
            </a:xfrm>
            <a:custGeom>
              <a:avLst/>
              <a:gdLst>
                <a:gd name="T0" fmla="*/ 4819 w 27"/>
                <a:gd name="T1" fmla="*/ 1638 h 9"/>
                <a:gd name="T2" fmla="*/ 4279 w 27"/>
                <a:gd name="T3" fmla="*/ 1286 h 9"/>
                <a:gd name="T4" fmla="*/ 540 w 27"/>
                <a:gd name="T5" fmla="*/ 193 h 9"/>
                <a:gd name="T6" fmla="*/ 726 w 27"/>
                <a:gd name="T7" fmla="*/ 737 h 9"/>
                <a:gd name="T8" fmla="*/ 4819 w 27"/>
                <a:gd name="T9" fmla="*/ 1638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9">
                  <a:moveTo>
                    <a:pt x="27" y="9"/>
                  </a:moveTo>
                  <a:cubicBezTo>
                    <a:pt x="27" y="9"/>
                    <a:pt x="27" y="8"/>
                    <a:pt x="24" y="7"/>
                  </a:cubicBezTo>
                  <a:cubicBezTo>
                    <a:pt x="24" y="7"/>
                    <a:pt x="12" y="0"/>
                    <a:pt x="3" y="1"/>
                  </a:cubicBezTo>
                  <a:cubicBezTo>
                    <a:pt x="3" y="1"/>
                    <a:pt x="0" y="2"/>
                    <a:pt x="4" y="4"/>
                  </a:cubicBezTo>
                  <a:cubicBezTo>
                    <a:pt x="4" y="4"/>
                    <a:pt x="18" y="4"/>
                    <a:pt x="27" y="9"/>
                  </a:cubicBezTo>
                  <a:close/>
                </a:path>
              </a:pathLst>
            </a:custGeom>
            <a:solidFill>
              <a:srgbClr val="CC8B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22" name="Freeform 1131"/>
            <p:cNvSpPr>
              <a:spLocks/>
            </p:cNvSpPr>
            <p:nvPr/>
          </p:nvSpPr>
          <p:spPr bwMode="auto">
            <a:xfrm>
              <a:off x="16475" y="2203"/>
              <a:ext cx="547" cy="1336"/>
            </a:xfrm>
            <a:custGeom>
              <a:avLst/>
              <a:gdLst>
                <a:gd name="T0" fmla="*/ 17397 w 97"/>
                <a:gd name="T1" fmla="*/ 40486 h 237"/>
                <a:gd name="T2" fmla="*/ 16855 w 97"/>
                <a:gd name="T3" fmla="*/ 38862 h 237"/>
                <a:gd name="T4" fmla="*/ 13991 w 97"/>
                <a:gd name="T5" fmla="*/ 20784 h 237"/>
                <a:gd name="T6" fmla="*/ 11673 w 97"/>
                <a:gd name="T7" fmla="*/ 15220 h 237"/>
                <a:gd name="T8" fmla="*/ 5025 w 97"/>
                <a:gd name="T9" fmla="*/ 5722 h 237"/>
                <a:gd name="T10" fmla="*/ 1782 w 97"/>
                <a:gd name="T11" fmla="*/ 2700 h 237"/>
                <a:gd name="T12" fmla="*/ 7697 w 97"/>
                <a:gd name="T13" fmla="*/ 11122 h 237"/>
                <a:gd name="T14" fmla="*/ 11673 w 97"/>
                <a:gd name="T15" fmla="*/ 18270 h 237"/>
                <a:gd name="T16" fmla="*/ 15773 w 97"/>
                <a:gd name="T17" fmla="*/ 39595 h 237"/>
                <a:gd name="T18" fmla="*/ 17397 w 97"/>
                <a:gd name="T19" fmla="*/ 40486 h 2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7" h="237">
                  <a:moveTo>
                    <a:pt x="97" y="226"/>
                  </a:moveTo>
                  <a:cubicBezTo>
                    <a:pt x="97" y="226"/>
                    <a:pt x="97" y="223"/>
                    <a:pt x="94" y="217"/>
                  </a:cubicBezTo>
                  <a:cubicBezTo>
                    <a:pt x="94" y="217"/>
                    <a:pt x="78" y="133"/>
                    <a:pt x="78" y="116"/>
                  </a:cubicBezTo>
                  <a:cubicBezTo>
                    <a:pt x="78" y="116"/>
                    <a:pt x="70" y="93"/>
                    <a:pt x="65" y="85"/>
                  </a:cubicBezTo>
                  <a:cubicBezTo>
                    <a:pt x="65" y="85"/>
                    <a:pt x="39" y="42"/>
                    <a:pt x="28" y="32"/>
                  </a:cubicBezTo>
                  <a:cubicBezTo>
                    <a:pt x="28" y="32"/>
                    <a:pt x="0" y="0"/>
                    <a:pt x="10" y="15"/>
                  </a:cubicBezTo>
                  <a:cubicBezTo>
                    <a:pt x="10" y="15"/>
                    <a:pt x="34" y="54"/>
                    <a:pt x="43" y="62"/>
                  </a:cubicBezTo>
                  <a:cubicBezTo>
                    <a:pt x="43" y="62"/>
                    <a:pt x="66" y="89"/>
                    <a:pt x="65" y="102"/>
                  </a:cubicBezTo>
                  <a:cubicBezTo>
                    <a:pt x="65" y="102"/>
                    <a:pt x="85" y="185"/>
                    <a:pt x="88" y="221"/>
                  </a:cubicBezTo>
                  <a:cubicBezTo>
                    <a:pt x="88" y="221"/>
                    <a:pt x="95" y="237"/>
                    <a:pt x="97" y="226"/>
                  </a:cubicBez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23" name="Freeform 1132"/>
            <p:cNvSpPr>
              <a:spLocks/>
            </p:cNvSpPr>
            <p:nvPr/>
          </p:nvSpPr>
          <p:spPr bwMode="auto">
            <a:xfrm>
              <a:off x="16424" y="4035"/>
              <a:ext cx="96" cy="119"/>
            </a:xfrm>
            <a:custGeom>
              <a:avLst/>
              <a:gdLst>
                <a:gd name="T0" fmla="*/ 3061 w 17"/>
                <a:gd name="T1" fmla="*/ 351 h 21"/>
                <a:gd name="T2" fmla="*/ 892 w 17"/>
                <a:gd name="T3" fmla="*/ 3083 h 21"/>
                <a:gd name="T4" fmla="*/ 542 w 17"/>
                <a:gd name="T5" fmla="*/ 2924 h 21"/>
                <a:gd name="T6" fmla="*/ 2519 w 17"/>
                <a:gd name="T7" fmla="*/ 737 h 21"/>
                <a:gd name="T8" fmla="*/ 3061 w 17"/>
                <a:gd name="T9" fmla="*/ 351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1">
                  <a:moveTo>
                    <a:pt x="17" y="2"/>
                  </a:moveTo>
                  <a:cubicBezTo>
                    <a:pt x="17" y="2"/>
                    <a:pt x="8" y="15"/>
                    <a:pt x="5" y="17"/>
                  </a:cubicBezTo>
                  <a:cubicBezTo>
                    <a:pt x="5" y="17"/>
                    <a:pt x="0" y="21"/>
                    <a:pt x="3" y="16"/>
                  </a:cubicBezTo>
                  <a:cubicBezTo>
                    <a:pt x="3" y="16"/>
                    <a:pt x="13" y="8"/>
                    <a:pt x="14" y="4"/>
                  </a:cubicBezTo>
                  <a:cubicBezTo>
                    <a:pt x="14" y="4"/>
                    <a:pt x="17" y="0"/>
                    <a:pt x="17" y="2"/>
                  </a:cubicBezTo>
                  <a:close/>
                </a:path>
              </a:pathLst>
            </a:custGeom>
            <a:solidFill>
              <a:srgbClr val="A888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209005" name="Group 1133"/>
          <p:cNvGrpSpPr>
            <a:grpSpLocks/>
          </p:cNvGrpSpPr>
          <p:nvPr/>
        </p:nvGrpSpPr>
        <p:grpSpPr bwMode="auto">
          <a:xfrm rot="21317768">
            <a:off x="1128714" y="51197"/>
            <a:ext cx="6432550" cy="3761184"/>
            <a:chOff x="9357" y="-3829"/>
            <a:chExt cx="3370" cy="1996"/>
          </a:xfrm>
        </p:grpSpPr>
        <p:sp>
          <p:nvSpPr>
            <p:cNvPr id="98966" name="Freeform 1134"/>
            <p:cNvSpPr>
              <a:spLocks/>
            </p:cNvSpPr>
            <p:nvPr/>
          </p:nvSpPr>
          <p:spPr bwMode="auto">
            <a:xfrm>
              <a:off x="10507" y="-2380"/>
              <a:ext cx="1172" cy="321"/>
            </a:xfrm>
            <a:custGeom>
              <a:avLst/>
              <a:gdLst>
                <a:gd name="T0" fmla="*/ 13591 w 208"/>
                <a:gd name="T1" fmla="*/ 0 h 57"/>
                <a:gd name="T2" fmla="*/ 2158 w 208"/>
                <a:gd name="T3" fmla="*/ 732 h 57"/>
                <a:gd name="T4" fmla="*/ 1431 w 208"/>
                <a:gd name="T5" fmla="*/ 1616 h 57"/>
                <a:gd name="T6" fmla="*/ 3939 w 208"/>
                <a:gd name="T7" fmla="*/ 3745 h 57"/>
                <a:gd name="T8" fmla="*/ 5714 w 208"/>
                <a:gd name="T9" fmla="*/ 4629 h 57"/>
                <a:gd name="T10" fmla="*/ 7145 w 208"/>
                <a:gd name="T11" fmla="*/ 6060 h 57"/>
                <a:gd name="T12" fmla="*/ 8762 w 208"/>
                <a:gd name="T13" fmla="*/ 6786 h 57"/>
                <a:gd name="T14" fmla="*/ 9844 w 208"/>
                <a:gd name="T15" fmla="*/ 7327 h 57"/>
                <a:gd name="T16" fmla="*/ 13050 w 208"/>
                <a:gd name="T17" fmla="*/ 8751 h 57"/>
                <a:gd name="T18" fmla="*/ 16639 w 208"/>
                <a:gd name="T19" fmla="*/ 9450 h 57"/>
                <a:gd name="T20" fmla="*/ 19496 w 208"/>
                <a:gd name="T21" fmla="*/ 9641 h 57"/>
                <a:gd name="T22" fmla="*/ 21462 w 208"/>
                <a:gd name="T23" fmla="*/ 8943 h 57"/>
                <a:gd name="T24" fmla="*/ 24319 w 208"/>
                <a:gd name="T25" fmla="*/ 8402 h 57"/>
                <a:gd name="T26" fmla="*/ 26669 w 208"/>
                <a:gd name="T27" fmla="*/ 7518 h 57"/>
                <a:gd name="T28" fmla="*/ 28449 w 208"/>
                <a:gd name="T29" fmla="*/ 7327 h 57"/>
                <a:gd name="T30" fmla="*/ 32382 w 208"/>
                <a:gd name="T31" fmla="*/ 5553 h 57"/>
                <a:gd name="T32" fmla="*/ 34512 w 208"/>
                <a:gd name="T33" fmla="*/ 4821 h 57"/>
                <a:gd name="T34" fmla="*/ 35430 w 208"/>
                <a:gd name="T35" fmla="*/ 3745 h 57"/>
                <a:gd name="T36" fmla="*/ 27176 w 208"/>
                <a:gd name="T37" fmla="*/ 2315 h 57"/>
                <a:gd name="T38" fmla="*/ 13591 w 208"/>
                <a:gd name="T39" fmla="*/ 0 h 5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08" h="57">
                  <a:moveTo>
                    <a:pt x="76" y="0"/>
                  </a:moveTo>
                  <a:cubicBezTo>
                    <a:pt x="76" y="0"/>
                    <a:pt x="37" y="10"/>
                    <a:pt x="12" y="4"/>
                  </a:cubicBezTo>
                  <a:cubicBezTo>
                    <a:pt x="12" y="4"/>
                    <a:pt x="0" y="2"/>
                    <a:pt x="8" y="9"/>
                  </a:cubicBezTo>
                  <a:cubicBezTo>
                    <a:pt x="8" y="9"/>
                    <a:pt x="11" y="19"/>
                    <a:pt x="22" y="21"/>
                  </a:cubicBezTo>
                  <a:cubicBezTo>
                    <a:pt x="22" y="21"/>
                    <a:pt x="25" y="24"/>
                    <a:pt x="32" y="26"/>
                  </a:cubicBezTo>
                  <a:cubicBezTo>
                    <a:pt x="32" y="26"/>
                    <a:pt x="40" y="32"/>
                    <a:pt x="40" y="34"/>
                  </a:cubicBezTo>
                  <a:cubicBezTo>
                    <a:pt x="40" y="34"/>
                    <a:pt x="42" y="35"/>
                    <a:pt x="49" y="38"/>
                  </a:cubicBezTo>
                  <a:cubicBezTo>
                    <a:pt x="49" y="38"/>
                    <a:pt x="49" y="36"/>
                    <a:pt x="55" y="41"/>
                  </a:cubicBezTo>
                  <a:cubicBezTo>
                    <a:pt x="55" y="41"/>
                    <a:pt x="67" y="50"/>
                    <a:pt x="73" y="49"/>
                  </a:cubicBezTo>
                  <a:cubicBezTo>
                    <a:pt x="73" y="49"/>
                    <a:pt x="86" y="55"/>
                    <a:pt x="93" y="53"/>
                  </a:cubicBezTo>
                  <a:cubicBezTo>
                    <a:pt x="93" y="53"/>
                    <a:pt x="104" y="57"/>
                    <a:pt x="109" y="54"/>
                  </a:cubicBezTo>
                  <a:cubicBezTo>
                    <a:pt x="109" y="54"/>
                    <a:pt x="118" y="53"/>
                    <a:pt x="120" y="50"/>
                  </a:cubicBezTo>
                  <a:cubicBezTo>
                    <a:pt x="120" y="50"/>
                    <a:pt x="133" y="52"/>
                    <a:pt x="136" y="47"/>
                  </a:cubicBezTo>
                  <a:cubicBezTo>
                    <a:pt x="136" y="47"/>
                    <a:pt x="141" y="42"/>
                    <a:pt x="149" y="42"/>
                  </a:cubicBezTo>
                  <a:cubicBezTo>
                    <a:pt x="149" y="42"/>
                    <a:pt x="157" y="45"/>
                    <a:pt x="159" y="41"/>
                  </a:cubicBezTo>
                  <a:cubicBezTo>
                    <a:pt x="159" y="41"/>
                    <a:pt x="178" y="37"/>
                    <a:pt x="181" y="31"/>
                  </a:cubicBezTo>
                  <a:cubicBezTo>
                    <a:pt x="181" y="31"/>
                    <a:pt x="192" y="31"/>
                    <a:pt x="193" y="27"/>
                  </a:cubicBezTo>
                  <a:cubicBezTo>
                    <a:pt x="193" y="27"/>
                    <a:pt x="208" y="22"/>
                    <a:pt x="198" y="21"/>
                  </a:cubicBezTo>
                  <a:cubicBezTo>
                    <a:pt x="198" y="21"/>
                    <a:pt x="161" y="21"/>
                    <a:pt x="152" y="13"/>
                  </a:cubicBezTo>
                  <a:lnTo>
                    <a:pt x="76" y="0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67" name="Freeform 1135"/>
            <p:cNvSpPr>
              <a:spLocks/>
            </p:cNvSpPr>
            <p:nvPr/>
          </p:nvSpPr>
          <p:spPr bwMode="auto">
            <a:xfrm>
              <a:off x="10580" y="-2323"/>
              <a:ext cx="992" cy="219"/>
            </a:xfrm>
            <a:custGeom>
              <a:avLst/>
              <a:gdLst>
                <a:gd name="T0" fmla="*/ 2159 w 176"/>
                <a:gd name="T1" fmla="*/ 696 h 39"/>
                <a:gd name="T2" fmla="*/ 2159 w 176"/>
                <a:gd name="T3" fmla="*/ 191 h 39"/>
                <a:gd name="T4" fmla="*/ 5371 w 176"/>
                <a:gd name="T5" fmla="*/ 348 h 39"/>
                <a:gd name="T6" fmla="*/ 7339 w 176"/>
                <a:gd name="T7" fmla="*/ 533 h 39"/>
                <a:gd name="T8" fmla="*/ 9497 w 176"/>
                <a:gd name="T9" fmla="*/ 1230 h 39"/>
                <a:gd name="T10" fmla="*/ 11628 w 176"/>
                <a:gd name="T11" fmla="*/ 2650 h 39"/>
                <a:gd name="T12" fmla="*/ 23447 w 176"/>
                <a:gd name="T13" fmla="*/ 2111 h 39"/>
                <a:gd name="T14" fmla="*/ 25257 w 176"/>
                <a:gd name="T15" fmla="*/ 2302 h 39"/>
                <a:gd name="T16" fmla="*/ 26339 w 176"/>
                <a:gd name="T17" fmla="*/ 2111 h 39"/>
                <a:gd name="T18" fmla="*/ 27573 w 176"/>
                <a:gd name="T19" fmla="*/ 2302 h 39"/>
                <a:gd name="T20" fmla="*/ 30273 w 176"/>
                <a:gd name="T21" fmla="*/ 2493 h 39"/>
                <a:gd name="T22" fmla="*/ 28655 w 176"/>
                <a:gd name="T23" fmla="*/ 3375 h 39"/>
                <a:gd name="T24" fmla="*/ 18267 w 176"/>
                <a:gd name="T25" fmla="*/ 6368 h 39"/>
                <a:gd name="T26" fmla="*/ 8770 w 176"/>
                <a:gd name="T27" fmla="*/ 4256 h 39"/>
                <a:gd name="T28" fmla="*/ 2159 w 176"/>
                <a:gd name="T29" fmla="*/ 696 h 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76" h="39">
                  <a:moveTo>
                    <a:pt x="12" y="4"/>
                  </a:moveTo>
                  <a:cubicBezTo>
                    <a:pt x="12" y="4"/>
                    <a:pt x="0" y="1"/>
                    <a:pt x="12" y="1"/>
                  </a:cubicBezTo>
                  <a:cubicBezTo>
                    <a:pt x="12" y="1"/>
                    <a:pt x="25" y="0"/>
                    <a:pt x="30" y="2"/>
                  </a:cubicBezTo>
                  <a:cubicBezTo>
                    <a:pt x="30" y="2"/>
                    <a:pt x="37" y="5"/>
                    <a:pt x="41" y="3"/>
                  </a:cubicBezTo>
                  <a:cubicBezTo>
                    <a:pt x="41" y="3"/>
                    <a:pt x="51" y="2"/>
                    <a:pt x="53" y="7"/>
                  </a:cubicBezTo>
                  <a:cubicBezTo>
                    <a:pt x="53" y="7"/>
                    <a:pt x="60" y="15"/>
                    <a:pt x="65" y="15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9" y="8"/>
                    <a:pt x="141" y="13"/>
                  </a:cubicBezTo>
                  <a:cubicBezTo>
                    <a:pt x="141" y="13"/>
                    <a:pt x="144" y="13"/>
                    <a:pt x="147" y="12"/>
                  </a:cubicBezTo>
                  <a:cubicBezTo>
                    <a:pt x="147" y="12"/>
                    <a:pt x="150" y="11"/>
                    <a:pt x="154" y="13"/>
                  </a:cubicBezTo>
                  <a:cubicBezTo>
                    <a:pt x="154" y="13"/>
                    <a:pt x="176" y="12"/>
                    <a:pt x="169" y="14"/>
                  </a:cubicBezTo>
                  <a:cubicBezTo>
                    <a:pt x="169" y="14"/>
                    <a:pt x="167" y="18"/>
                    <a:pt x="160" y="19"/>
                  </a:cubicBezTo>
                  <a:cubicBezTo>
                    <a:pt x="160" y="19"/>
                    <a:pt x="110" y="39"/>
                    <a:pt x="102" y="36"/>
                  </a:cubicBezTo>
                  <a:cubicBezTo>
                    <a:pt x="102" y="36"/>
                    <a:pt x="59" y="31"/>
                    <a:pt x="49" y="24"/>
                  </a:cubicBezTo>
                  <a:cubicBezTo>
                    <a:pt x="49" y="24"/>
                    <a:pt x="17" y="8"/>
                    <a:pt x="12" y="4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68" name="Freeform 1136"/>
            <p:cNvSpPr>
              <a:spLocks/>
            </p:cNvSpPr>
            <p:nvPr/>
          </p:nvSpPr>
          <p:spPr bwMode="auto">
            <a:xfrm>
              <a:off x="10687" y="-2307"/>
              <a:ext cx="321" cy="186"/>
            </a:xfrm>
            <a:custGeom>
              <a:avLst/>
              <a:gdLst>
                <a:gd name="T0" fmla="*/ 9101 w 57"/>
                <a:gd name="T1" fmla="*/ 3049 h 33"/>
                <a:gd name="T2" fmla="*/ 6786 w 57"/>
                <a:gd name="T3" fmla="*/ 1967 h 33"/>
                <a:gd name="T4" fmla="*/ 6245 w 57"/>
                <a:gd name="T5" fmla="*/ 1240 h 33"/>
                <a:gd name="T6" fmla="*/ 4629 w 57"/>
                <a:gd name="T7" fmla="*/ 1082 h 33"/>
                <a:gd name="T8" fmla="*/ 3582 w 57"/>
                <a:gd name="T9" fmla="*/ 891 h 33"/>
                <a:gd name="T10" fmla="*/ 191 w 57"/>
                <a:gd name="T11" fmla="*/ 541 h 33"/>
                <a:gd name="T12" fmla="*/ 1425 w 57"/>
                <a:gd name="T13" fmla="*/ 1618 h 33"/>
                <a:gd name="T14" fmla="*/ 3745 w 57"/>
                <a:gd name="T15" fmla="*/ 2700 h 33"/>
                <a:gd name="T16" fmla="*/ 5012 w 57"/>
                <a:gd name="T17" fmla="*/ 3590 h 33"/>
                <a:gd name="T18" fmla="*/ 9450 w 57"/>
                <a:gd name="T19" fmla="*/ 5371 h 33"/>
                <a:gd name="T20" fmla="*/ 9101 w 57"/>
                <a:gd name="T21" fmla="*/ 3049 h 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7" h="33">
                  <a:moveTo>
                    <a:pt x="51" y="17"/>
                  </a:moveTo>
                  <a:cubicBezTo>
                    <a:pt x="51" y="17"/>
                    <a:pt x="43" y="10"/>
                    <a:pt x="38" y="11"/>
                  </a:cubicBezTo>
                  <a:cubicBezTo>
                    <a:pt x="38" y="11"/>
                    <a:pt x="37" y="11"/>
                    <a:pt x="35" y="7"/>
                  </a:cubicBezTo>
                  <a:cubicBezTo>
                    <a:pt x="35" y="7"/>
                    <a:pt x="31" y="5"/>
                    <a:pt x="26" y="6"/>
                  </a:cubicBezTo>
                  <a:cubicBezTo>
                    <a:pt x="26" y="6"/>
                    <a:pt x="25" y="9"/>
                    <a:pt x="20" y="5"/>
                  </a:cubicBezTo>
                  <a:cubicBezTo>
                    <a:pt x="20" y="5"/>
                    <a:pt x="11" y="0"/>
                    <a:pt x="1" y="3"/>
                  </a:cubicBezTo>
                  <a:cubicBezTo>
                    <a:pt x="1" y="3"/>
                    <a:pt x="0" y="5"/>
                    <a:pt x="8" y="9"/>
                  </a:cubicBezTo>
                  <a:cubicBezTo>
                    <a:pt x="8" y="9"/>
                    <a:pt x="16" y="13"/>
                    <a:pt x="21" y="15"/>
                  </a:cubicBezTo>
                  <a:cubicBezTo>
                    <a:pt x="21" y="15"/>
                    <a:pt x="24" y="17"/>
                    <a:pt x="28" y="20"/>
                  </a:cubicBezTo>
                  <a:cubicBezTo>
                    <a:pt x="28" y="20"/>
                    <a:pt x="51" y="33"/>
                    <a:pt x="53" y="30"/>
                  </a:cubicBezTo>
                  <a:cubicBezTo>
                    <a:pt x="53" y="30"/>
                    <a:pt x="57" y="20"/>
                    <a:pt x="51" y="17"/>
                  </a:cubicBez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69" name="Freeform 1137"/>
            <p:cNvSpPr>
              <a:spLocks/>
            </p:cNvSpPr>
            <p:nvPr/>
          </p:nvSpPr>
          <p:spPr bwMode="auto">
            <a:xfrm>
              <a:off x="11042" y="-2256"/>
              <a:ext cx="479" cy="147"/>
            </a:xfrm>
            <a:custGeom>
              <a:avLst/>
              <a:gdLst>
                <a:gd name="T0" fmla="*/ 2699 w 85"/>
                <a:gd name="T1" fmla="*/ 4698 h 26"/>
                <a:gd name="T2" fmla="*/ 7687 w 85"/>
                <a:gd name="T3" fmla="*/ 3262 h 26"/>
                <a:gd name="T4" fmla="*/ 9845 w 85"/>
                <a:gd name="T5" fmla="*/ 2363 h 26"/>
                <a:gd name="T6" fmla="*/ 12003 w 85"/>
                <a:gd name="T7" fmla="*/ 1821 h 26"/>
                <a:gd name="T8" fmla="*/ 14325 w 85"/>
                <a:gd name="T9" fmla="*/ 543 h 26"/>
                <a:gd name="T10" fmla="*/ 12003 w 85"/>
                <a:gd name="T11" fmla="*/ 893 h 26"/>
                <a:gd name="T12" fmla="*/ 10194 w 85"/>
                <a:gd name="T13" fmla="*/ 543 h 26"/>
                <a:gd name="T14" fmla="*/ 8413 w 85"/>
                <a:gd name="T15" fmla="*/ 735 h 26"/>
                <a:gd name="T16" fmla="*/ 2699 w 85"/>
                <a:gd name="T17" fmla="*/ 4698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26">
                  <a:moveTo>
                    <a:pt x="15" y="26"/>
                  </a:moveTo>
                  <a:cubicBezTo>
                    <a:pt x="15" y="26"/>
                    <a:pt x="38" y="23"/>
                    <a:pt x="43" y="18"/>
                  </a:cubicBezTo>
                  <a:cubicBezTo>
                    <a:pt x="43" y="18"/>
                    <a:pt x="50" y="13"/>
                    <a:pt x="55" y="13"/>
                  </a:cubicBezTo>
                  <a:cubicBezTo>
                    <a:pt x="55" y="13"/>
                    <a:pt x="62" y="13"/>
                    <a:pt x="67" y="10"/>
                  </a:cubicBezTo>
                  <a:cubicBezTo>
                    <a:pt x="67" y="10"/>
                    <a:pt x="85" y="4"/>
                    <a:pt x="80" y="3"/>
                  </a:cubicBezTo>
                  <a:cubicBezTo>
                    <a:pt x="80" y="3"/>
                    <a:pt x="70" y="4"/>
                    <a:pt x="67" y="5"/>
                  </a:cubicBezTo>
                  <a:cubicBezTo>
                    <a:pt x="67" y="5"/>
                    <a:pt x="60" y="7"/>
                    <a:pt x="57" y="3"/>
                  </a:cubicBezTo>
                  <a:cubicBezTo>
                    <a:pt x="57" y="3"/>
                    <a:pt x="55" y="0"/>
                    <a:pt x="47" y="4"/>
                  </a:cubicBezTo>
                  <a:cubicBezTo>
                    <a:pt x="47" y="4"/>
                    <a:pt x="0" y="25"/>
                    <a:pt x="15" y="26"/>
                  </a:cubicBez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70" name="Freeform 1138"/>
            <p:cNvSpPr>
              <a:spLocks/>
            </p:cNvSpPr>
            <p:nvPr/>
          </p:nvSpPr>
          <p:spPr bwMode="auto">
            <a:xfrm>
              <a:off x="11414" y="-3225"/>
              <a:ext cx="795" cy="631"/>
            </a:xfrm>
            <a:custGeom>
              <a:avLst/>
              <a:gdLst>
                <a:gd name="T0" fmla="*/ 541 w 141"/>
                <a:gd name="T1" fmla="*/ 20029 h 112"/>
                <a:gd name="T2" fmla="*/ 2859 w 141"/>
                <a:gd name="T3" fmla="*/ 18254 h 112"/>
                <a:gd name="T4" fmla="*/ 6642 w 141"/>
                <a:gd name="T5" fmla="*/ 14474 h 112"/>
                <a:gd name="T6" fmla="*/ 18821 w 141"/>
                <a:gd name="T7" fmla="*/ 5713 h 112"/>
                <a:gd name="T8" fmla="*/ 25271 w 141"/>
                <a:gd name="T9" fmla="*/ 0 h 112"/>
                <a:gd name="T10" fmla="*/ 6642 w 141"/>
                <a:gd name="T11" fmla="*/ 12699 h 112"/>
                <a:gd name="T12" fmla="*/ 541 w 141"/>
                <a:gd name="T13" fmla="*/ 20029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1" h="112">
                  <a:moveTo>
                    <a:pt x="3" y="112"/>
                  </a:moveTo>
                  <a:cubicBezTo>
                    <a:pt x="3" y="112"/>
                    <a:pt x="13" y="106"/>
                    <a:pt x="16" y="102"/>
                  </a:cubicBezTo>
                  <a:cubicBezTo>
                    <a:pt x="16" y="102"/>
                    <a:pt x="30" y="87"/>
                    <a:pt x="37" y="81"/>
                  </a:cubicBezTo>
                  <a:cubicBezTo>
                    <a:pt x="37" y="81"/>
                    <a:pt x="92" y="37"/>
                    <a:pt x="105" y="32"/>
                  </a:cubicBezTo>
                  <a:cubicBezTo>
                    <a:pt x="105" y="32"/>
                    <a:pt x="140" y="7"/>
                    <a:pt x="141" y="0"/>
                  </a:cubicBezTo>
                  <a:cubicBezTo>
                    <a:pt x="141" y="0"/>
                    <a:pt x="44" y="65"/>
                    <a:pt x="37" y="71"/>
                  </a:cubicBezTo>
                  <a:cubicBezTo>
                    <a:pt x="37" y="71"/>
                    <a:pt x="0" y="94"/>
                    <a:pt x="3" y="112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71" name="Freeform 1139"/>
            <p:cNvSpPr>
              <a:spLocks/>
            </p:cNvSpPr>
            <p:nvPr/>
          </p:nvSpPr>
          <p:spPr bwMode="auto">
            <a:xfrm>
              <a:off x="11363" y="-3778"/>
              <a:ext cx="1353" cy="1167"/>
            </a:xfrm>
            <a:custGeom>
              <a:avLst/>
              <a:gdLst>
                <a:gd name="T0" fmla="*/ 2509 w 240"/>
                <a:gd name="T1" fmla="*/ 36741 h 207"/>
                <a:gd name="T2" fmla="*/ 3941 w 240"/>
                <a:gd name="T3" fmla="*/ 34931 h 207"/>
                <a:gd name="T4" fmla="*/ 5914 w 240"/>
                <a:gd name="T5" fmla="*/ 32800 h 207"/>
                <a:gd name="T6" fmla="*/ 8614 w 240"/>
                <a:gd name="T7" fmla="*/ 30832 h 207"/>
                <a:gd name="T8" fmla="*/ 15571 w 240"/>
                <a:gd name="T9" fmla="*/ 25618 h 207"/>
                <a:gd name="T10" fmla="*/ 21135 w 240"/>
                <a:gd name="T11" fmla="*/ 22026 h 207"/>
                <a:gd name="T12" fmla="*/ 29016 w 240"/>
                <a:gd name="T13" fmla="*/ 17037 h 207"/>
                <a:gd name="T14" fmla="*/ 43003 w 240"/>
                <a:gd name="T15" fmla="*/ 1240 h 207"/>
                <a:gd name="T16" fmla="*/ 42270 w 240"/>
                <a:gd name="T17" fmla="*/ 541 h 207"/>
                <a:gd name="T18" fmla="*/ 38329 w 240"/>
                <a:gd name="T19" fmla="*/ 4674 h 207"/>
                <a:gd name="T20" fmla="*/ 29400 w 240"/>
                <a:gd name="T21" fmla="*/ 13446 h 207"/>
                <a:gd name="T22" fmla="*/ 18277 w 240"/>
                <a:gd name="T23" fmla="*/ 21519 h 207"/>
                <a:gd name="T24" fmla="*/ 3591 w 240"/>
                <a:gd name="T25" fmla="*/ 32259 h 207"/>
                <a:gd name="T26" fmla="*/ 1240 w 240"/>
                <a:gd name="T27" fmla="*/ 34582 h 207"/>
                <a:gd name="T28" fmla="*/ 0 w 240"/>
                <a:gd name="T29" fmla="*/ 35123 h 207"/>
                <a:gd name="T30" fmla="*/ 2509 w 240"/>
                <a:gd name="T31" fmla="*/ 36741 h 20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40" h="207">
                  <a:moveTo>
                    <a:pt x="14" y="205"/>
                  </a:moveTo>
                  <a:cubicBezTo>
                    <a:pt x="14" y="205"/>
                    <a:pt x="18" y="198"/>
                    <a:pt x="22" y="195"/>
                  </a:cubicBezTo>
                  <a:cubicBezTo>
                    <a:pt x="22" y="195"/>
                    <a:pt x="30" y="188"/>
                    <a:pt x="33" y="183"/>
                  </a:cubicBezTo>
                  <a:cubicBezTo>
                    <a:pt x="33" y="183"/>
                    <a:pt x="44" y="176"/>
                    <a:pt x="48" y="172"/>
                  </a:cubicBezTo>
                  <a:cubicBezTo>
                    <a:pt x="48" y="172"/>
                    <a:pt x="75" y="148"/>
                    <a:pt x="87" y="143"/>
                  </a:cubicBezTo>
                  <a:cubicBezTo>
                    <a:pt x="87" y="143"/>
                    <a:pt x="114" y="126"/>
                    <a:pt x="118" y="123"/>
                  </a:cubicBezTo>
                  <a:cubicBezTo>
                    <a:pt x="118" y="123"/>
                    <a:pt x="150" y="104"/>
                    <a:pt x="162" y="95"/>
                  </a:cubicBezTo>
                  <a:cubicBezTo>
                    <a:pt x="162" y="95"/>
                    <a:pt x="236" y="52"/>
                    <a:pt x="240" y="7"/>
                  </a:cubicBezTo>
                  <a:cubicBezTo>
                    <a:pt x="240" y="7"/>
                    <a:pt x="240" y="0"/>
                    <a:pt x="236" y="3"/>
                  </a:cubicBezTo>
                  <a:cubicBezTo>
                    <a:pt x="236" y="3"/>
                    <a:pt x="222" y="17"/>
                    <a:pt x="214" y="26"/>
                  </a:cubicBezTo>
                  <a:cubicBezTo>
                    <a:pt x="214" y="26"/>
                    <a:pt x="173" y="70"/>
                    <a:pt x="164" y="75"/>
                  </a:cubicBezTo>
                  <a:cubicBezTo>
                    <a:pt x="164" y="75"/>
                    <a:pt x="116" y="113"/>
                    <a:pt x="102" y="120"/>
                  </a:cubicBezTo>
                  <a:cubicBezTo>
                    <a:pt x="102" y="120"/>
                    <a:pt x="44" y="158"/>
                    <a:pt x="20" y="180"/>
                  </a:cubicBezTo>
                  <a:cubicBezTo>
                    <a:pt x="20" y="180"/>
                    <a:pt x="14" y="186"/>
                    <a:pt x="7" y="193"/>
                  </a:cubicBezTo>
                  <a:cubicBezTo>
                    <a:pt x="7" y="193"/>
                    <a:pt x="5" y="196"/>
                    <a:pt x="0" y="196"/>
                  </a:cubicBezTo>
                  <a:cubicBezTo>
                    <a:pt x="0" y="196"/>
                    <a:pt x="0" y="207"/>
                    <a:pt x="14" y="205"/>
                  </a:cubicBez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72" name="Freeform 1140"/>
            <p:cNvSpPr>
              <a:spLocks/>
            </p:cNvSpPr>
            <p:nvPr/>
          </p:nvSpPr>
          <p:spPr bwMode="auto">
            <a:xfrm>
              <a:off x="11780" y="-3394"/>
              <a:ext cx="575" cy="411"/>
            </a:xfrm>
            <a:custGeom>
              <a:avLst/>
              <a:gdLst>
                <a:gd name="T0" fmla="*/ 2858 w 102"/>
                <a:gd name="T1" fmla="*/ 11604 h 73"/>
                <a:gd name="T2" fmla="*/ 7148 w 102"/>
                <a:gd name="T3" fmla="*/ 9098 h 73"/>
                <a:gd name="T4" fmla="*/ 10389 w 102"/>
                <a:gd name="T5" fmla="*/ 6593 h 73"/>
                <a:gd name="T6" fmla="*/ 18084 w 102"/>
                <a:gd name="T7" fmla="*/ 540 h 73"/>
                <a:gd name="T8" fmla="*/ 17194 w 102"/>
                <a:gd name="T9" fmla="*/ 890 h 73"/>
                <a:gd name="T10" fmla="*/ 6990 w 102"/>
                <a:gd name="T11" fmla="*/ 8209 h 73"/>
                <a:gd name="T12" fmla="*/ 2858 w 102"/>
                <a:gd name="T13" fmla="*/ 11604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2" h="73">
                  <a:moveTo>
                    <a:pt x="16" y="65"/>
                  </a:moveTo>
                  <a:cubicBezTo>
                    <a:pt x="16" y="65"/>
                    <a:pt x="36" y="55"/>
                    <a:pt x="40" y="51"/>
                  </a:cubicBezTo>
                  <a:cubicBezTo>
                    <a:pt x="40" y="51"/>
                    <a:pt x="50" y="40"/>
                    <a:pt x="58" y="37"/>
                  </a:cubicBezTo>
                  <a:cubicBezTo>
                    <a:pt x="58" y="37"/>
                    <a:pt x="98" y="13"/>
                    <a:pt x="101" y="3"/>
                  </a:cubicBezTo>
                  <a:cubicBezTo>
                    <a:pt x="101" y="3"/>
                    <a:pt x="102" y="0"/>
                    <a:pt x="96" y="5"/>
                  </a:cubicBezTo>
                  <a:cubicBezTo>
                    <a:pt x="96" y="5"/>
                    <a:pt x="50" y="39"/>
                    <a:pt x="39" y="46"/>
                  </a:cubicBezTo>
                  <a:cubicBezTo>
                    <a:pt x="39" y="46"/>
                    <a:pt x="0" y="73"/>
                    <a:pt x="16" y="65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73" name="Freeform 1141"/>
            <p:cNvSpPr>
              <a:spLocks/>
            </p:cNvSpPr>
            <p:nvPr/>
          </p:nvSpPr>
          <p:spPr bwMode="auto">
            <a:xfrm>
              <a:off x="11403" y="-2876"/>
              <a:ext cx="214" cy="243"/>
            </a:xfrm>
            <a:custGeom>
              <a:avLst/>
              <a:gdLst>
                <a:gd name="T0" fmla="*/ 0 w 38"/>
                <a:gd name="T1" fmla="*/ 6674 h 43"/>
                <a:gd name="T2" fmla="*/ 1774 w 38"/>
                <a:gd name="T3" fmla="*/ 5046 h 43"/>
                <a:gd name="T4" fmla="*/ 6060 w 38"/>
                <a:gd name="T5" fmla="*/ 1435 h 43"/>
                <a:gd name="T6" fmla="*/ 4629 w 38"/>
                <a:gd name="T7" fmla="*/ 3611 h 43"/>
                <a:gd name="T8" fmla="*/ 1616 w 38"/>
                <a:gd name="T9" fmla="*/ 6482 h 43"/>
                <a:gd name="T10" fmla="*/ 0 w 38"/>
                <a:gd name="T11" fmla="*/ 6674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43">
                  <a:moveTo>
                    <a:pt x="0" y="37"/>
                  </a:moveTo>
                  <a:cubicBezTo>
                    <a:pt x="0" y="37"/>
                    <a:pt x="6" y="34"/>
                    <a:pt x="10" y="28"/>
                  </a:cubicBezTo>
                  <a:cubicBezTo>
                    <a:pt x="10" y="28"/>
                    <a:pt x="38" y="0"/>
                    <a:pt x="34" y="8"/>
                  </a:cubicBezTo>
                  <a:cubicBezTo>
                    <a:pt x="34" y="8"/>
                    <a:pt x="33" y="14"/>
                    <a:pt x="26" y="20"/>
                  </a:cubicBezTo>
                  <a:cubicBezTo>
                    <a:pt x="26" y="20"/>
                    <a:pt x="12" y="31"/>
                    <a:pt x="9" y="36"/>
                  </a:cubicBezTo>
                  <a:cubicBezTo>
                    <a:pt x="9" y="36"/>
                    <a:pt x="2" y="43"/>
                    <a:pt x="0" y="37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74" name="Freeform 1142"/>
            <p:cNvSpPr>
              <a:spLocks/>
            </p:cNvSpPr>
            <p:nvPr/>
          </p:nvSpPr>
          <p:spPr bwMode="auto">
            <a:xfrm>
              <a:off x="10912" y="-2848"/>
              <a:ext cx="530" cy="744"/>
            </a:xfrm>
            <a:custGeom>
              <a:avLst/>
              <a:gdLst>
                <a:gd name="T0" fmla="*/ 1083 w 94"/>
                <a:gd name="T1" fmla="*/ 12710 h 132"/>
                <a:gd name="T2" fmla="*/ 0 w 94"/>
                <a:gd name="T3" fmla="*/ 15410 h 132"/>
                <a:gd name="T4" fmla="*/ 541 w 94"/>
                <a:gd name="T5" fmla="*/ 17185 h 132"/>
                <a:gd name="T6" fmla="*/ 2509 w 94"/>
                <a:gd name="T7" fmla="*/ 19885 h 132"/>
                <a:gd name="T8" fmla="*/ 5373 w 94"/>
                <a:gd name="T9" fmla="*/ 22399 h 132"/>
                <a:gd name="T10" fmla="*/ 10205 w 94"/>
                <a:gd name="T11" fmla="*/ 22399 h 132"/>
                <a:gd name="T12" fmla="*/ 13639 w 94"/>
                <a:gd name="T13" fmla="*/ 18459 h 132"/>
                <a:gd name="T14" fmla="*/ 14338 w 94"/>
                <a:gd name="T15" fmla="*/ 17185 h 132"/>
                <a:gd name="T16" fmla="*/ 16498 w 94"/>
                <a:gd name="T17" fmla="*/ 10929 h 132"/>
                <a:gd name="T18" fmla="*/ 16306 w 94"/>
                <a:gd name="T19" fmla="*/ 8770 h 132"/>
                <a:gd name="T20" fmla="*/ 15229 w 94"/>
                <a:gd name="T21" fmla="*/ 5180 h 132"/>
                <a:gd name="T22" fmla="*/ 7341 w 94"/>
                <a:gd name="T23" fmla="*/ 3399 h 132"/>
                <a:gd name="T24" fmla="*/ 4482 w 94"/>
                <a:gd name="T25" fmla="*/ 6099 h 132"/>
                <a:gd name="T26" fmla="*/ 1083 w 94"/>
                <a:gd name="T27" fmla="*/ 12710 h 13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4" h="132">
                  <a:moveTo>
                    <a:pt x="6" y="71"/>
                  </a:moveTo>
                  <a:cubicBezTo>
                    <a:pt x="6" y="71"/>
                    <a:pt x="4" y="81"/>
                    <a:pt x="0" y="86"/>
                  </a:cubicBezTo>
                  <a:cubicBezTo>
                    <a:pt x="0" y="86"/>
                    <a:pt x="0" y="91"/>
                    <a:pt x="3" y="96"/>
                  </a:cubicBezTo>
                  <a:cubicBezTo>
                    <a:pt x="3" y="96"/>
                    <a:pt x="12" y="107"/>
                    <a:pt x="14" y="111"/>
                  </a:cubicBezTo>
                  <a:cubicBezTo>
                    <a:pt x="14" y="111"/>
                    <a:pt x="21" y="123"/>
                    <a:pt x="30" y="125"/>
                  </a:cubicBezTo>
                  <a:cubicBezTo>
                    <a:pt x="30" y="125"/>
                    <a:pt x="47" y="132"/>
                    <a:pt x="57" y="125"/>
                  </a:cubicBezTo>
                  <a:cubicBezTo>
                    <a:pt x="57" y="125"/>
                    <a:pt x="71" y="114"/>
                    <a:pt x="76" y="103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80" y="96"/>
                    <a:pt x="90" y="92"/>
                    <a:pt x="92" y="61"/>
                  </a:cubicBezTo>
                  <a:cubicBezTo>
                    <a:pt x="92" y="61"/>
                    <a:pt x="89" y="54"/>
                    <a:pt x="91" y="49"/>
                  </a:cubicBezTo>
                  <a:cubicBezTo>
                    <a:pt x="91" y="49"/>
                    <a:pt x="94" y="37"/>
                    <a:pt x="85" y="29"/>
                  </a:cubicBezTo>
                  <a:cubicBezTo>
                    <a:pt x="85" y="29"/>
                    <a:pt x="66" y="0"/>
                    <a:pt x="41" y="19"/>
                  </a:cubicBezTo>
                  <a:cubicBezTo>
                    <a:pt x="41" y="19"/>
                    <a:pt x="36" y="28"/>
                    <a:pt x="25" y="34"/>
                  </a:cubicBezTo>
                  <a:cubicBezTo>
                    <a:pt x="25" y="34"/>
                    <a:pt x="13" y="36"/>
                    <a:pt x="6" y="7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75" name="Freeform 1143"/>
            <p:cNvSpPr>
              <a:spLocks/>
            </p:cNvSpPr>
            <p:nvPr/>
          </p:nvSpPr>
          <p:spPr bwMode="auto">
            <a:xfrm>
              <a:off x="11036" y="-2617"/>
              <a:ext cx="401" cy="519"/>
            </a:xfrm>
            <a:custGeom>
              <a:avLst/>
              <a:gdLst>
                <a:gd name="T0" fmla="*/ 10624 w 71"/>
                <a:gd name="T1" fmla="*/ 1783 h 92"/>
                <a:gd name="T2" fmla="*/ 11708 w 71"/>
                <a:gd name="T3" fmla="*/ 3757 h 92"/>
                <a:gd name="T4" fmla="*/ 12058 w 71"/>
                <a:gd name="T5" fmla="*/ 4677 h 92"/>
                <a:gd name="T6" fmla="*/ 12058 w 71"/>
                <a:gd name="T7" fmla="*/ 7542 h 92"/>
                <a:gd name="T8" fmla="*/ 9918 w 71"/>
                <a:gd name="T9" fmla="*/ 11300 h 92"/>
                <a:gd name="T10" fmla="*/ 6122 w 71"/>
                <a:gd name="T11" fmla="*/ 15085 h 92"/>
                <a:gd name="T12" fmla="*/ 1785 w 71"/>
                <a:gd name="T13" fmla="*/ 15085 h 92"/>
                <a:gd name="T14" fmla="*/ 1276 w 71"/>
                <a:gd name="T15" fmla="*/ 14194 h 92"/>
                <a:gd name="T16" fmla="*/ 2519 w 71"/>
                <a:gd name="T17" fmla="*/ 13460 h 92"/>
                <a:gd name="T18" fmla="*/ 3603 w 71"/>
                <a:gd name="T19" fmla="*/ 12761 h 92"/>
                <a:gd name="T20" fmla="*/ 7020 w 71"/>
                <a:gd name="T21" fmla="*/ 8784 h 92"/>
                <a:gd name="T22" fmla="*/ 6857 w 71"/>
                <a:gd name="T23" fmla="*/ 6459 h 92"/>
                <a:gd name="T24" fmla="*/ 6478 w 71"/>
                <a:gd name="T25" fmla="*/ 3058 h 92"/>
                <a:gd name="T26" fmla="*/ 10624 w 71"/>
                <a:gd name="T27" fmla="*/ 1783 h 9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1" h="92">
                  <a:moveTo>
                    <a:pt x="59" y="10"/>
                  </a:moveTo>
                  <a:cubicBezTo>
                    <a:pt x="59" y="10"/>
                    <a:pt x="65" y="16"/>
                    <a:pt x="65" y="21"/>
                  </a:cubicBezTo>
                  <a:cubicBezTo>
                    <a:pt x="65" y="21"/>
                    <a:pt x="65" y="24"/>
                    <a:pt x="67" y="26"/>
                  </a:cubicBezTo>
                  <a:cubicBezTo>
                    <a:pt x="67" y="26"/>
                    <a:pt x="71" y="33"/>
                    <a:pt x="67" y="42"/>
                  </a:cubicBezTo>
                  <a:cubicBezTo>
                    <a:pt x="67" y="42"/>
                    <a:pt x="62" y="53"/>
                    <a:pt x="55" y="63"/>
                  </a:cubicBezTo>
                  <a:cubicBezTo>
                    <a:pt x="55" y="63"/>
                    <a:pt x="45" y="76"/>
                    <a:pt x="34" y="84"/>
                  </a:cubicBezTo>
                  <a:cubicBezTo>
                    <a:pt x="34" y="84"/>
                    <a:pt x="33" y="92"/>
                    <a:pt x="10" y="84"/>
                  </a:cubicBezTo>
                  <a:cubicBezTo>
                    <a:pt x="10" y="84"/>
                    <a:pt x="0" y="78"/>
                    <a:pt x="7" y="79"/>
                  </a:cubicBezTo>
                  <a:cubicBezTo>
                    <a:pt x="7" y="79"/>
                    <a:pt x="13" y="79"/>
                    <a:pt x="14" y="75"/>
                  </a:cubicBezTo>
                  <a:cubicBezTo>
                    <a:pt x="14" y="75"/>
                    <a:pt x="16" y="71"/>
                    <a:pt x="20" y="71"/>
                  </a:cubicBezTo>
                  <a:cubicBezTo>
                    <a:pt x="20" y="71"/>
                    <a:pt x="38" y="67"/>
                    <a:pt x="39" y="49"/>
                  </a:cubicBezTo>
                  <a:cubicBezTo>
                    <a:pt x="39" y="49"/>
                    <a:pt x="41" y="41"/>
                    <a:pt x="38" y="36"/>
                  </a:cubicBezTo>
                  <a:cubicBezTo>
                    <a:pt x="38" y="36"/>
                    <a:pt x="34" y="23"/>
                    <a:pt x="36" y="17"/>
                  </a:cubicBezTo>
                  <a:cubicBezTo>
                    <a:pt x="36" y="17"/>
                    <a:pt x="40" y="0"/>
                    <a:pt x="59" y="1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76" name="Freeform 1144"/>
            <p:cNvSpPr>
              <a:spLocks/>
            </p:cNvSpPr>
            <p:nvPr/>
          </p:nvSpPr>
          <p:spPr bwMode="auto">
            <a:xfrm>
              <a:off x="10912" y="-2690"/>
              <a:ext cx="294" cy="383"/>
            </a:xfrm>
            <a:custGeom>
              <a:avLst/>
              <a:gdLst>
                <a:gd name="T0" fmla="*/ 543 w 52"/>
                <a:gd name="T1" fmla="*/ 10533 h 68"/>
                <a:gd name="T2" fmla="*/ 1086 w 52"/>
                <a:gd name="T3" fmla="*/ 11073 h 68"/>
                <a:gd name="T4" fmla="*/ 3262 w 52"/>
                <a:gd name="T5" fmla="*/ 8758 h 68"/>
                <a:gd name="T6" fmla="*/ 7067 w 52"/>
                <a:gd name="T7" fmla="*/ 4281 h 68"/>
                <a:gd name="T8" fmla="*/ 7768 w 52"/>
                <a:gd name="T9" fmla="*/ 3582 h 68"/>
                <a:gd name="T10" fmla="*/ 9397 w 52"/>
                <a:gd name="T11" fmla="*/ 1616 h 68"/>
                <a:gd name="T12" fmla="*/ 7961 w 52"/>
                <a:gd name="T13" fmla="*/ 541 h 68"/>
                <a:gd name="T14" fmla="*/ 4698 w 52"/>
                <a:gd name="T15" fmla="*/ 1616 h 68"/>
                <a:gd name="T16" fmla="*/ 3421 w 52"/>
                <a:gd name="T17" fmla="*/ 1425 h 68"/>
                <a:gd name="T18" fmla="*/ 3262 w 52"/>
                <a:gd name="T19" fmla="*/ 3931 h 68"/>
                <a:gd name="T20" fmla="*/ 543 w 52"/>
                <a:gd name="T21" fmla="*/ 10533 h 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2" h="68">
                  <a:moveTo>
                    <a:pt x="3" y="59"/>
                  </a:moveTo>
                  <a:cubicBezTo>
                    <a:pt x="3" y="59"/>
                    <a:pt x="0" y="68"/>
                    <a:pt x="6" y="62"/>
                  </a:cubicBezTo>
                  <a:cubicBezTo>
                    <a:pt x="6" y="62"/>
                    <a:pt x="13" y="51"/>
                    <a:pt x="18" y="49"/>
                  </a:cubicBezTo>
                  <a:cubicBezTo>
                    <a:pt x="18" y="49"/>
                    <a:pt x="38" y="34"/>
                    <a:pt x="39" y="24"/>
                  </a:cubicBezTo>
                  <a:cubicBezTo>
                    <a:pt x="39" y="24"/>
                    <a:pt x="40" y="21"/>
                    <a:pt x="43" y="20"/>
                  </a:cubicBezTo>
                  <a:cubicBezTo>
                    <a:pt x="43" y="20"/>
                    <a:pt x="51" y="18"/>
                    <a:pt x="52" y="9"/>
                  </a:cubicBezTo>
                  <a:cubicBezTo>
                    <a:pt x="52" y="9"/>
                    <a:pt x="50" y="0"/>
                    <a:pt x="44" y="3"/>
                  </a:cubicBezTo>
                  <a:cubicBezTo>
                    <a:pt x="44" y="3"/>
                    <a:pt x="30" y="10"/>
                    <a:pt x="26" y="9"/>
                  </a:cubicBezTo>
                  <a:cubicBezTo>
                    <a:pt x="26" y="9"/>
                    <a:pt x="16" y="3"/>
                    <a:pt x="19" y="8"/>
                  </a:cubicBezTo>
                  <a:cubicBezTo>
                    <a:pt x="19" y="8"/>
                    <a:pt x="22" y="13"/>
                    <a:pt x="18" y="22"/>
                  </a:cubicBezTo>
                  <a:cubicBezTo>
                    <a:pt x="18" y="22"/>
                    <a:pt x="5" y="44"/>
                    <a:pt x="3" y="59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77" name="Freeform 1145"/>
            <p:cNvSpPr>
              <a:spLocks/>
            </p:cNvSpPr>
            <p:nvPr/>
          </p:nvSpPr>
          <p:spPr bwMode="auto">
            <a:xfrm>
              <a:off x="9797" y="-3411"/>
              <a:ext cx="1268" cy="997"/>
            </a:xfrm>
            <a:custGeom>
              <a:avLst/>
              <a:gdLst>
                <a:gd name="T0" fmla="*/ 37223 w 225"/>
                <a:gd name="T1" fmla="*/ 30203 h 177"/>
                <a:gd name="T2" fmla="*/ 35442 w 225"/>
                <a:gd name="T3" fmla="*/ 27161 h 177"/>
                <a:gd name="T4" fmla="*/ 30235 w 225"/>
                <a:gd name="T5" fmla="*/ 22683 h 177"/>
                <a:gd name="T6" fmla="*/ 23089 w 225"/>
                <a:gd name="T7" fmla="*/ 17704 h 177"/>
                <a:gd name="T8" fmla="*/ 21471 w 225"/>
                <a:gd name="T9" fmla="*/ 16628 h 177"/>
                <a:gd name="T10" fmla="*/ 19150 w 225"/>
                <a:gd name="T11" fmla="*/ 15355 h 177"/>
                <a:gd name="T12" fmla="*/ 17374 w 225"/>
                <a:gd name="T13" fmla="*/ 13772 h 177"/>
                <a:gd name="T14" fmla="*/ 14861 w 225"/>
                <a:gd name="T15" fmla="*/ 11964 h 177"/>
                <a:gd name="T16" fmla="*/ 12511 w 225"/>
                <a:gd name="T17" fmla="*/ 9835 h 177"/>
                <a:gd name="T18" fmla="*/ 3207 w 225"/>
                <a:gd name="T19" fmla="*/ 3205 h 177"/>
                <a:gd name="T20" fmla="*/ 0 w 225"/>
                <a:gd name="T21" fmla="*/ 0 h 177"/>
                <a:gd name="T22" fmla="*/ 14483 w 225"/>
                <a:gd name="T23" fmla="*/ 7328 h 177"/>
                <a:gd name="T24" fmla="*/ 27220 w 225"/>
                <a:gd name="T25" fmla="*/ 14848 h 177"/>
                <a:gd name="T26" fmla="*/ 38113 w 225"/>
                <a:gd name="T27" fmla="*/ 23415 h 177"/>
                <a:gd name="T28" fmla="*/ 39731 w 225"/>
                <a:gd name="T29" fmla="*/ 26271 h 177"/>
                <a:gd name="T30" fmla="*/ 38491 w 225"/>
                <a:gd name="T31" fmla="*/ 29127 h 177"/>
                <a:gd name="T32" fmla="*/ 37223 w 225"/>
                <a:gd name="T33" fmla="*/ 30203 h 17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25" h="177">
                  <a:moveTo>
                    <a:pt x="208" y="169"/>
                  </a:moveTo>
                  <a:cubicBezTo>
                    <a:pt x="208" y="169"/>
                    <a:pt x="204" y="155"/>
                    <a:pt x="198" y="152"/>
                  </a:cubicBezTo>
                  <a:cubicBezTo>
                    <a:pt x="198" y="152"/>
                    <a:pt x="178" y="137"/>
                    <a:pt x="169" y="127"/>
                  </a:cubicBezTo>
                  <a:cubicBezTo>
                    <a:pt x="169" y="127"/>
                    <a:pt x="133" y="104"/>
                    <a:pt x="129" y="99"/>
                  </a:cubicBezTo>
                  <a:cubicBezTo>
                    <a:pt x="129" y="99"/>
                    <a:pt x="122" y="95"/>
                    <a:pt x="120" y="93"/>
                  </a:cubicBezTo>
                  <a:cubicBezTo>
                    <a:pt x="120" y="93"/>
                    <a:pt x="116" y="93"/>
                    <a:pt x="107" y="86"/>
                  </a:cubicBezTo>
                  <a:cubicBezTo>
                    <a:pt x="107" y="86"/>
                    <a:pt x="100" y="82"/>
                    <a:pt x="97" y="77"/>
                  </a:cubicBezTo>
                  <a:cubicBezTo>
                    <a:pt x="97" y="77"/>
                    <a:pt x="84" y="73"/>
                    <a:pt x="83" y="67"/>
                  </a:cubicBezTo>
                  <a:cubicBezTo>
                    <a:pt x="83" y="67"/>
                    <a:pt x="72" y="59"/>
                    <a:pt x="70" y="55"/>
                  </a:cubicBezTo>
                  <a:cubicBezTo>
                    <a:pt x="70" y="55"/>
                    <a:pt x="24" y="28"/>
                    <a:pt x="18" y="18"/>
                  </a:cubicBezTo>
                  <a:cubicBezTo>
                    <a:pt x="18" y="18"/>
                    <a:pt x="3" y="6"/>
                    <a:pt x="0" y="0"/>
                  </a:cubicBezTo>
                  <a:cubicBezTo>
                    <a:pt x="0" y="0"/>
                    <a:pt x="71" y="38"/>
                    <a:pt x="81" y="41"/>
                  </a:cubicBezTo>
                  <a:cubicBezTo>
                    <a:pt x="81" y="41"/>
                    <a:pt x="144" y="75"/>
                    <a:pt x="152" y="83"/>
                  </a:cubicBezTo>
                  <a:cubicBezTo>
                    <a:pt x="213" y="131"/>
                    <a:pt x="213" y="131"/>
                    <a:pt x="213" y="131"/>
                  </a:cubicBezTo>
                  <a:cubicBezTo>
                    <a:pt x="213" y="131"/>
                    <a:pt x="225" y="140"/>
                    <a:pt x="222" y="147"/>
                  </a:cubicBezTo>
                  <a:cubicBezTo>
                    <a:pt x="222" y="147"/>
                    <a:pt x="219" y="159"/>
                    <a:pt x="215" y="163"/>
                  </a:cubicBezTo>
                  <a:cubicBezTo>
                    <a:pt x="215" y="163"/>
                    <a:pt x="207" y="177"/>
                    <a:pt x="208" y="169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78" name="Freeform 1146"/>
            <p:cNvSpPr>
              <a:spLocks/>
            </p:cNvSpPr>
            <p:nvPr/>
          </p:nvSpPr>
          <p:spPr bwMode="auto">
            <a:xfrm>
              <a:off x="9971" y="-3299"/>
              <a:ext cx="1077" cy="806"/>
            </a:xfrm>
            <a:custGeom>
              <a:avLst/>
              <a:gdLst>
                <a:gd name="T0" fmla="*/ 0 w 191"/>
                <a:gd name="T1" fmla="*/ 0 h 143"/>
                <a:gd name="T2" fmla="*/ 6456 w 191"/>
                <a:gd name="T3" fmla="*/ 5022 h 143"/>
                <a:gd name="T4" fmla="*/ 8233 w 191"/>
                <a:gd name="T5" fmla="*/ 6256 h 143"/>
                <a:gd name="T6" fmla="*/ 10206 w 191"/>
                <a:gd name="T7" fmla="*/ 7147 h 143"/>
                <a:gd name="T8" fmla="*/ 12366 w 191"/>
                <a:gd name="T9" fmla="*/ 8607 h 143"/>
                <a:gd name="T10" fmla="*/ 12907 w 191"/>
                <a:gd name="T11" fmla="*/ 9120 h 143"/>
                <a:gd name="T12" fmla="*/ 14689 w 191"/>
                <a:gd name="T13" fmla="*/ 10579 h 143"/>
                <a:gd name="T14" fmla="*/ 16313 w 191"/>
                <a:gd name="T15" fmla="*/ 11470 h 143"/>
                <a:gd name="T16" fmla="*/ 18281 w 191"/>
                <a:gd name="T17" fmla="*/ 12169 h 143"/>
                <a:gd name="T18" fmla="*/ 20604 w 191"/>
                <a:gd name="T19" fmla="*/ 13787 h 143"/>
                <a:gd name="T20" fmla="*/ 22955 w 191"/>
                <a:gd name="T21" fmla="*/ 15218 h 143"/>
                <a:gd name="T22" fmla="*/ 25820 w 191"/>
                <a:gd name="T23" fmla="*/ 16486 h 143"/>
                <a:gd name="T24" fmla="*/ 28137 w 191"/>
                <a:gd name="T25" fmla="*/ 19350 h 143"/>
                <a:gd name="T26" fmla="*/ 31543 w 191"/>
                <a:gd name="T27" fmla="*/ 22906 h 143"/>
                <a:gd name="T28" fmla="*/ 32462 w 191"/>
                <a:gd name="T29" fmla="*/ 24524 h 143"/>
                <a:gd name="T30" fmla="*/ 32812 w 191"/>
                <a:gd name="T31" fmla="*/ 23825 h 143"/>
                <a:gd name="T32" fmla="*/ 33004 w 191"/>
                <a:gd name="T33" fmla="*/ 20776 h 143"/>
                <a:gd name="T34" fmla="*/ 22764 w 191"/>
                <a:gd name="T35" fmla="*/ 12169 h 143"/>
                <a:gd name="T36" fmla="*/ 0 w 191"/>
                <a:gd name="T37" fmla="*/ 0 h 14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91" h="143">
                  <a:moveTo>
                    <a:pt x="0" y="0"/>
                  </a:moveTo>
                  <a:cubicBezTo>
                    <a:pt x="0" y="0"/>
                    <a:pt x="27" y="25"/>
                    <a:pt x="36" y="28"/>
                  </a:cubicBezTo>
                  <a:cubicBezTo>
                    <a:pt x="36" y="28"/>
                    <a:pt x="43" y="31"/>
                    <a:pt x="46" y="35"/>
                  </a:cubicBezTo>
                  <a:cubicBezTo>
                    <a:pt x="46" y="35"/>
                    <a:pt x="53" y="40"/>
                    <a:pt x="57" y="40"/>
                  </a:cubicBezTo>
                  <a:cubicBezTo>
                    <a:pt x="57" y="40"/>
                    <a:pt x="63" y="49"/>
                    <a:pt x="69" y="48"/>
                  </a:cubicBezTo>
                  <a:cubicBezTo>
                    <a:pt x="69" y="48"/>
                    <a:pt x="72" y="47"/>
                    <a:pt x="72" y="51"/>
                  </a:cubicBezTo>
                  <a:cubicBezTo>
                    <a:pt x="72" y="51"/>
                    <a:pt x="73" y="56"/>
                    <a:pt x="82" y="59"/>
                  </a:cubicBezTo>
                  <a:cubicBezTo>
                    <a:pt x="82" y="59"/>
                    <a:pt x="89" y="61"/>
                    <a:pt x="91" y="64"/>
                  </a:cubicBezTo>
                  <a:cubicBezTo>
                    <a:pt x="91" y="64"/>
                    <a:pt x="100" y="73"/>
                    <a:pt x="102" y="68"/>
                  </a:cubicBezTo>
                  <a:cubicBezTo>
                    <a:pt x="102" y="68"/>
                    <a:pt x="108" y="72"/>
                    <a:pt x="115" y="77"/>
                  </a:cubicBezTo>
                  <a:cubicBezTo>
                    <a:pt x="115" y="77"/>
                    <a:pt x="119" y="85"/>
                    <a:pt x="128" y="85"/>
                  </a:cubicBezTo>
                  <a:cubicBezTo>
                    <a:pt x="128" y="85"/>
                    <a:pt x="138" y="87"/>
                    <a:pt x="144" y="92"/>
                  </a:cubicBezTo>
                  <a:cubicBezTo>
                    <a:pt x="144" y="92"/>
                    <a:pt x="155" y="102"/>
                    <a:pt x="157" y="108"/>
                  </a:cubicBezTo>
                  <a:cubicBezTo>
                    <a:pt x="157" y="108"/>
                    <a:pt x="170" y="125"/>
                    <a:pt x="176" y="128"/>
                  </a:cubicBezTo>
                  <a:cubicBezTo>
                    <a:pt x="176" y="128"/>
                    <a:pt x="180" y="132"/>
                    <a:pt x="181" y="137"/>
                  </a:cubicBezTo>
                  <a:cubicBezTo>
                    <a:pt x="181" y="137"/>
                    <a:pt x="183" y="143"/>
                    <a:pt x="183" y="133"/>
                  </a:cubicBezTo>
                  <a:cubicBezTo>
                    <a:pt x="183" y="133"/>
                    <a:pt x="191" y="123"/>
                    <a:pt x="184" y="116"/>
                  </a:cubicBezTo>
                  <a:cubicBezTo>
                    <a:pt x="184" y="116"/>
                    <a:pt x="138" y="73"/>
                    <a:pt x="127" y="68"/>
                  </a:cubicBezTo>
                  <a:cubicBezTo>
                    <a:pt x="127" y="68"/>
                    <a:pt x="30" y="4"/>
                    <a:pt x="0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79" name="Freeform 1147"/>
            <p:cNvSpPr>
              <a:spLocks/>
            </p:cNvSpPr>
            <p:nvPr/>
          </p:nvSpPr>
          <p:spPr bwMode="auto">
            <a:xfrm>
              <a:off x="10078" y="-3254"/>
              <a:ext cx="603" cy="367"/>
            </a:xfrm>
            <a:custGeom>
              <a:avLst/>
              <a:gdLst>
                <a:gd name="T0" fmla="*/ 0 w 107"/>
                <a:gd name="T1" fmla="*/ 0 h 65"/>
                <a:gd name="T2" fmla="*/ 2699 w 107"/>
                <a:gd name="T3" fmla="*/ 2518 h 65"/>
                <a:gd name="T4" fmla="*/ 3590 w 107"/>
                <a:gd name="T5" fmla="*/ 3252 h 65"/>
                <a:gd name="T6" fmla="*/ 6988 w 107"/>
                <a:gd name="T7" fmla="*/ 4844 h 65"/>
                <a:gd name="T8" fmla="*/ 8763 w 107"/>
                <a:gd name="T9" fmla="*/ 6312 h 65"/>
                <a:gd name="T10" fmla="*/ 12702 w 107"/>
                <a:gd name="T11" fmla="*/ 8831 h 65"/>
                <a:gd name="T12" fmla="*/ 17374 w 107"/>
                <a:gd name="T13" fmla="*/ 10073 h 65"/>
                <a:gd name="T14" fmla="*/ 0 w 107"/>
                <a:gd name="T15" fmla="*/ 0 h 6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7" h="65">
                  <a:moveTo>
                    <a:pt x="0" y="0"/>
                  </a:moveTo>
                  <a:cubicBezTo>
                    <a:pt x="0" y="0"/>
                    <a:pt x="5" y="9"/>
                    <a:pt x="15" y="14"/>
                  </a:cubicBezTo>
                  <a:cubicBezTo>
                    <a:pt x="15" y="14"/>
                    <a:pt x="18" y="15"/>
                    <a:pt x="20" y="18"/>
                  </a:cubicBezTo>
                  <a:cubicBezTo>
                    <a:pt x="20" y="18"/>
                    <a:pt x="29" y="25"/>
                    <a:pt x="39" y="27"/>
                  </a:cubicBezTo>
                  <a:cubicBezTo>
                    <a:pt x="39" y="27"/>
                    <a:pt x="47" y="30"/>
                    <a:pt x="49" y="35"/>
                  </a:cubicBezTo>
                  <a:cubicBezTo>
                    <a:pt x="49" y="35"/>
                    <a:pt x="60" y="44"/>
                    <a:pt x="71" y="49"/>
                  </a:cubicBezTo>
                  <a:cubicBezTo>
                    <a:pt x="71" y="49"/>
                    <a:pt x="107" y="65"/>
                    <a:pt x="97" y="56"/>
                  </a:cubicBezTo>
                  <a:cubicBezTo>
                    <a:pt x="97" y="56"/>
                    <a:pt x="41" y="12"/>
                    <a:pt x="0" y="0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80" name="Freeform 1148"/>
            <p:cNvSpPr>
              <a:spLocks/>
            </p:cNvSpPr>
            <p:nvPr/>
          </p:nvSpPr>
          <p:spPr bwMode="auto">
            <a:xfrm>
              <a:off x="9768" y="-3451"/>
              <a:ext cx="1342" cy="823"/>
            </a:xfrm>
            <a:custGeom>
              <a:avLst/>
              <a:gdLst>
                <a:gd name="T0" fmla="*/ 41935 w 238"/>
                <a:gd name="T1" fmla="*/ 24724 h 146"/>
                <a:gd name="T2" fmla="*/ 38726 w 238"/>
                <a:gd name="T3" fmla="*/ 23642 h 146"/>
                <a:gd name="T4" fmla="*/ 30110 w 238"/>
                <a:gd name="T5" fmla="*/ 16302 h 146"/>
                <a:gd name="T6" fmla="*/ 15422 w 238"/>
                <a:gd name="T7" fmla="*/ 7531 h 146"/>
                <a:gd name="T8" fmla="*/ 1624 w 238"/>
                <a:gd name="T9" fmla="*/ 192 h 146"/>
                <a:gd name="T10" fmla="*/ 1083 w 238"/>
                <a:gd name="T11" fmla="*/ 1781 h 146"/>
                <a:gd name="T12" fmla="*/ 11830 w 238"/>
                <a:gd name="T13" fmla="*/ 7689 h 146"/>
                <a:gd name="T14" fmla="*/ 13640 w 238"/>
                <a:gd name="T15" fmla="*/ 8771 h 146"/>
                <a:gd name="T16" fmla="*/ 17931 w 238"/>
                <a:gd name="T17" fmla="*/ 11280 h 146"/>
                <a:gd name="T18" fmla="*/ 21872 w 238"/>
                <a:gd name="T19" fmla="*/ 13253 h 146"/>
                <a:gd name="T20" fmla="*/ 25470 w 238"/>
                <a:gd name="T21" fmla="*/ 15412 h 146"/>
                <a:gd name="T22" fmla="*/ 30652 w 238"/>
                <a:gd name="T23" fmla="*/ 19160 h 146"/>
                <a:gd name="T24" fmla="*/ 36561 w 238"/>
                <a:gd name="T25" fmla="*/ 23642 h 146"/>
                <a:gd name="T26" fmla="*/ 38726 w 238"/>
                <a:gd name="T27" fmla="*/ 24910 h 146"/>
                <a:gd name="T28" fmla="*/ 41049 w 238"/>
                <a:gd name="T29" fmla="*/ 25800 h 146"/>
                <a:gd name="T30" fmla="*/ 41935 w 238"/>
                <a:gd name="T31" fmla="*/ 24724 h 14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38" h="146">
                  <a:moveTo>
                    <a:pt x="234" y="138"/>
                  </a:moveTo>
                  <a:cubicBezTo>
                    <a:pt x="232" y="138"/>
                    <a:pt x="230" y="145"/>
                    <a:pt x="216" y="132"/>
                  </a:cubicBezTo>
                  <a:cubicBezTo>
                    <a:pt x="216" y="132"/>
                    <a:pt x="187" y="100"/>
                    <a:pt x="168" y="91"/>
                  </a:cubicBezTo>
                  <a:cubicBezTo>
                    <a:pt x="168" y="91"/>
                    <a:pt x="102" y="47"/>
                    <a:pt x="86" y="42"/>
                  </a:cubicBezTo>
                  <a:cubicBezTo>
                    <a:pt x="86" y="42"/>
                    <a:pt x="21" y="6"/>
                    <a:pt x="9" y="1"/>
                  </a:cubicBezTo>
                  <a:cubicBezTo>
                    <a:pt x="9" y="1"/>
                    <a:pt x="0" y="0"/>
                    <a:pt x="6" y="10"/>
                  </a:cubicBezTo>
                  <a:cubicBezTo>
                    <a:pt x="6" y="10"/>
                    <a:pt x="54" y="41"/>
                    <a:pt x="66" y="43"/>
                  </a:cubicBezTo>
                  <a:cubicBezTo>
                    <a:pt x="66" y="43"/>
                    <a:pt x="74" y="45"/>
                    <a:pt x="76" y="49"/>
                  </a:cubicBezTo>
                  <a:cubicBezTo>
                    <a:pt x="76" y="49"/>
                    <a:pt x="95" y="62"/>
                    <a:pt x="100" y="63"/>
                  </a:cubicBezTo>
                  <a:cubicBezTo>
                    <a:pt x="100" y="63"/>
                    <a:pt x="119" y="70"/>
                    <a:pt x="122" y="74"/>
                  </a:cubicBezTo>
                  <a:cubicBezTo>
                    <a:pt x="122" y="74"/>
                    <a:pt x="137" y="83"/>
                    <a:pt x="142" y="86"/>
                  </a:cubicBezTo>
                  <a:cubicBezTo>
                    <a:pt x="142" y="86"/>
                    <a:pt x="163" y="102"/>
                    <a:pt x="171" y="107"/>
                  </a:cubicBezTo>
                  <a:cubicBezTo>
                    <a:pt x="171" y="107"/>
                    <a:pt x="198" y="127"/>
                    <a:pt x="204" y="132"/>
                  </a:cubicBezTo>
                  <a:cubicBezTo>
                    <a:pt x="204" y="132"/>
                    <a:pt x="213" y="136"/>
                    <a:pt x="216" y="139"/>
                  </a:cubicBezTo>
                  <a:cubicBezTo>
                    <a:pt x="216" y="139"/>
                    <a:pt x="223" y="146"/>
                    <a:pt x="229" y="144"/>
                  </a:cubicBezTo>
                  <a:cubicBezTo>
                    <a:pt x="229" y="144"/>
                    <a:pt x="238" y="139"/>
                    <a:pt x="234" y="138"/>
                  </a:cubicBez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81" name="Freeform 1149"/>
            <p:cNvSpPr>
              <a:spLocks/>
            </p:cNvSpPr>
            <p:nvPr/>
          </p:nvSpPr>
          <p:spPr bwMode="auto">
            <a:xfrm>
              <a:off x="9357" y="-3829"/>
              <a:ext cx="468" cy="435"/>
            </a:xfrm>
            <a:custGeom>
              <a:avLst/>
              <a:gdLst>
                <a:gd name="T0" fmla="*/ 14147 w 83"/>
                <a:gd name="T1" fmla="*/ 13880 h 77"/>
                <a:gd name="T2" fmla="*/ 350 w 83"/>
                <a:gd name="T3" fmla="*/ 1277 h 77"/>
                <a:gd name="T4" fmla="*/ 1432 w 83"/>
                <a:gd name="T5" fmla="*/ 1785 h 77"/>
                <a:gd name="T6" fmla="*/ 14880 w 83"/>
                <a:gd name="T7" fmla="*/ 12446 h 77"/>
                <a:gd name="T8" fmla="*/ 14147 w 83"/>
                <a:gd name="T9" fmla="*/ 13880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" h="77">
                  <a:moveTo>
                    <a:pt x="79" y="77"/>
                  </a:moveTo>
                  <a:cubicBezTo>
                    <a:pt x="79" y="77"/>
                    <a:pt x="21" y="39"/>
                    <a:pt x="2" y="7"/>
                  </a:cubicBezTo>
                  <a:cubicBezTo>
                    <a:pt x="2" y="7"/>
                    <a:pt x="0" y="0"/>
                    <a:pt x="8" y="10"/>
                  </a:cubicBezTo>
                  <a:cubicBezTo>
                    <a:pt x="8" y="10"/>
                    <a:pt x="72" y="63"/>
                    <a:pt x="83" y="69"/>
                  </a:cubicBezTo>
                  <a:cubicBezTo>
                    <a:pt x="83" y="69"/>
                    <a:pt x="77" y="70"/>
                    <a:pt x="79" y="77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82" name="Freeform 1150"/>
            <p:cNvSpPr>
              <a:spLocks/>
            </p:cNvSpPr>
            <p:nvPr/>
          </p:nvSpPr>
          <p:spPr bwMode="auto">
            <a:xfrm>
              <a:off x="10642" y="-2960"/>
              <a:ext cx="321" cy="265"/>
            </a:xfrm>
            <a:custGeom>
              <a:avLst/>
              <a:gdLst>
                <a:gd name="T0" fmla="*/ 0 w 57"/>
                <a:gd name="T1" fmla="*/ 0 h 47"/>
                <a:gd name="T2" fmla="*/ 8216 w 57"/>
                <a:gd name="T3" fmla="*/ 6805 h 47"/>
                <a:gd name="T4" fmla="*/ 9450 w 57"/>
                <a:gd name="T5" fmla="*/ 7183 h 47"/>
                <a:gd name="T6" fmla="*/ 0 w 57"/>
                <a:gd name="T7" fmla="*/ 0 h 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" h="47">
                  <a:moveTo>
                    <a:pt x="0" y="0"/>
                  </a:moveTo>
                  <a:cubicBezTo>
                    <a:pt x="0" y="0"/>
                    <a:pt x="43" y="32"/>
                    <a:pt x="46" y="38"/>
                  </a:cubicBezTo>
                  <a:cubicBezTo>
                    <a:pt x="46" y="38"/>
                    <a:pt x="57" y="47"/>
                    <a:pt x="53" y="40"/>
                  </a:cubicBezTo>
                  <a:cubicBezTo>
                    <a:pt x="53" y="40"/>
                    <a:pt x="25" y="8"/>
                    <a:pt x="0" y="0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83" name="Freeform 1151"/>
            <p:cNvSpPr>
              <a:spLocks/>
            </p:cNvSpPr>
            <p:nvPr/>
          </p:nvSpPr>
          <p:spPr bwMode="auto">
            <a:xfrm>
              <a:off x="11155" y="-2690"/>
              <a:ext cx="39" cy="73"/>
            </a:xfrm>
            <a:custGeom>
              <a:avLst/>
              <a:gdLst>
                <a:gd name="T0" fmla="*/ 529 w 7"/>
                <a:gd name="T1" fmla="*/ 1954 h 13"/>
                <a:gd name="T2" fmla="*/ 340 w 7"/>
                <a:gd name="T3" fmla="*/ 882 h 13"/>
                <a:gd name="T4" fmla="*/ 869 w 7"/>
                <a:gd name="T5" fmla="*/ 533 h 13"/>
                <a:gd name="T6" fmla="*/ 1025 w 7"/>
                <a:gd name="T7" fmla="*/ 1421 h 13"/>
                <a:gd name="T8" fmla="*/ 529 w 7"/>
                <a:gd name="T9" fmla="*/ 1954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3">
                  <a:moveTo>
                    <a:pt x="3" y="11"/>
                  </a:moveTo>
                  <a:cubicBezTo>
                    <a:pt x="3" y="11"/>
                    <a:pt x="0" y="9"/>
                    <a:pt x="2" y="5"/>
                  </a:cubicBezTo>
                  <a:cubicBezTo>
                    <a:pt x="2" y="5"/>
                    <a:pt x="3" y="0"/>
                    <a:pt x="5" y="3"/>
                  </a:cubicBezTo>
                  <a:cubicBezTo>
                    <a:pt x="5" y="3"/>
                    <a:pt x="7" y="5"/>
                    <a:pt x="6" y="8"/>
                  </a:cubicBezTo>
                  <a:cubicBezTo>
                    <a:pt x="6" y="8"/>
                    <a:pt x="3" y="13"/>
                    <a:pt x="3" y="11"/>
                  </a:cubicBez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84" name="Freeform 1152"/>
            <p:cNvSpPr>
              <a:spLocks/>
            </p:cNvSpPr>
            <p:nvPr/>
          </p:nvSpPr>
          <p:spPr bwMode="auto">
            <a:xfrm>
              <a:off x="11290" y="-2662"/>
              <a:ext cx="62" cy="62"/>
            </a:xfrm>
            <a:custGeom>
              <a:avLst/>
              <a:gdLst>
                <a:gd name="T0" fmla="*/ 733 w 11"/>
                <a:gd name="T1" fmla="*/ 1432 h 11"/>
                <a:gd name="T2" fmla="*/ 733 w 11"/>
                <a:gd name="T3" fmla="*/ 733 h 11"/>
                <a:gd name="T4" fmla="*/ 1967 w 11"/>
                <a:gd name="T5" fmla="*/ 541 h 11"/>
                <a:gd name="T6" fmla="*/ 1432 w 11"/>
                <a:gd name="T7" fmla="*/ 1618 h 11"/>
                <a:gd name="T8" fmla="*/ 733 w 11"/>
                <a:gd name="T9" fmla="*/ 1432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4" y="8"/>
                  </a:moveTo>
                  <a:cubicBezTo>
                    <a:pt x="4" y="8"/>
                    <a:pt x="0" y="6"/>
                    <a:pt x="4" y="4"/>
                  </a:cubicBezTo>
                  <a:cubicBezTo>
                    <a:pt x="4" y="4"/>
                    <a:pt x="11" y="0"/>
                    <a:pt x="11" y="3"/>
                  </a:cubicBezTo>
                  <a:cubicBezTo>
                    <a:pt x="11" y="3"/>
                    <a:pt x="10" y="7"/>
                    <a:pt x="8" y="9"/>
                  </a:cubicBezTo>
                  <a:cubicBezTo>
                    <a:pt x="8" y="9"/>
                    <a:pt x="5" y="11"/>
                    <a:pt x="4" y="8"/>
                  </a:cubicBez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85" name="Freeform 1153"/>
            <p:cNvSpPr>
              <a:spLocks/>
            </p:cNvSpPr>
            <p:nvPr/>
          </p:nvSpPr>
          <p:spPr bwMode="auto">
            <a:xfrm>
              <a:off x="11313" y="-2645"/>
              <a:ext cx="39" cy="40"/>
            </a:xfrm>
            <a:custGeom>
              <a:avLst/>
              <a:gdLst>
                <a:gd name="T0" fmla="*/ 184 w 7"/>
                <a:gd name="T1" fmla="*/ 749 h 7"/>
                <a:gd name="T2" fmla="*/ 340 w 7"/>
                <a:gd name="T3" fmla="*/ 360 h 7"/>
                <a:gd name="T4" fmla="*/ 869 w 7"/>
                <a:gd name="T5" fmla="*/ 554 h 7"/>
                <a:gd name="T6" fmla="*/ 184 w 7"/>
                <a:gd name="T7" fmla="*/ 749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1" y="4"/>
                  </a:moveTo>
                  <a:cubicBezTo>
                    <a:pt x="1" y="4"/>
                    <a:pt x="0" y="3"/>
                    <a:pt x="2" y="2"/>
                  </a:cubicBezTo>
                  <a:cubicBezTo>
                    <a:pt x="2" y="2"/>
                    <a:pt x="7" y="0"/>
                    <a:pt x="5" y="3"/>
                  </a:cubicBezTo>
                  <a:cubicBezTo>
                    <a:pt x="5" y="3"/>
                    <a:pt x="3" y="7"/>
                    <a:pt x="1" y="4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86" name="Freeform 1154"/>
            <p:cNvSpPr>
              <a:spLocks/>
            </p:cNvSpPr>
            <p:nvPr/>
          </p:nvSpPr>
          <p:spPr bwMode="auto">
            <a:xfrm>
              <a:off x="11155" y="-2679"/>
              <a:ext cx="28" cy="51"/>
            </a:xfrm>
            <a:custGeom>
              <a:avLst/>
              <a:gdLst>
                <a:gd name="T0" fmla="*/ 532 w 5"/>
                <a:gd name="T1" fmla="*/ 1286 h 9"/>
                <a:gd name="T2" fmla="*/ 347 w 5"/>
                <a:gd name="T3" fmla="*/ 544 h 9"/>
                <a:gd name="T4" fmla="*/ 879 w 5"/>
                <a:gd name="T5" fmla="*/ 544 h 9"/>
                <a:gd name="T6" fmla="*/ 532 w 5"/>
                <a:gd name="T7" fmla="*/ 1286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9">
                  <a:moveTo>
                    <a:pt x="3" y="7"/>
                  </a:moveTo>
                  <a:cubicBezTo>
                    <a:pt x="3" y="7"/>
                    <a:pt x="0" y="5"/>
                    <a:pt x="2" y="3"/>
                  </a:cubicBezTo>
                  <a:cubicBezTo>
                    <a:pt x="2" y="3"/>
                    <a:pt x="4" y="0"/>
                    <a:pt x="5" y="3"/>
                  </a:cubicBezTo>
                  <a:cubicBezTo>
                    <a:pt x="5" y="3"/>
                    <a:pt x="3" y="9"/>
                    <a:pt x="3" y="7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87" name="Freeform 1155"/>
            <p:cNvSpPr>
              <a:spLocks/>
            </p:cNvSpPr>
            <p:nvPr/>
          </p:nvSpPr>
          <p:spPr bwMode="auto">
            <a:xfrm>
              <a:off x="11206" y="-2566"/>
              <a:ext cx="107" cy="45"/>
            </a:xfrm>
            <a:custGeom>
              <a:avLst/>
              <a:gdLst>
                <a:gd name="T0" fmla="*/ 541 w 19"/>
                <a:gd name="T1" fmla="*/ 1074 h 8"/>
                <a:gd name="T2" fmla="*/ 1965 w 19"/>
                <a:gd name="T3" fmla="*/ 1074 h 8"/>
                <a:gd name="T4" fmla="*/ 3047 w 19"/>
                <a:gd name="T5" fmla="*/ 889 h 8"/>
                <a:gd name="T6" fmla="*/ 2506 w 19"/>
                <a:gd name="T7" fmla="*/ 191 h 8"/>
                <a:gd name="T8" fmla="*/ 890 w 19"/>
                <a:gd name="T9" fmla="*/ 349 h 8"/>
                <a:gd name="T10" fmla="*/ 541 w 19"/>
                <a:gd name="T11" fmla="*/ 1074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8">
                  <a:moveTo>
                    <a:pt x="3" y="6"/>
                  </a:moveTo>
                  <a:cubicBezTo>
                    <a:pt x="3" y="6"/>
                    <a:pt x="10" y="5"/>
                    <a:pt x="11" y="6"/>
                  </a:cubicBezTo>
                  <a:cubicBezTo>
                    <a:pt x="11" y="6"/>
                    <a:pt x="18" y="8"/>
                    <a:pt x="17" y="5"/>
                  </a:cubicBezTo>
                  <a:cubicBezTo>
                    <a:pt x="17" y="5"/>
                    <a:pt x="19" y="1"/>
                    <a:pt x="14" y="1"/>
                  </a:cubicBezTo>
                  <a:cubicBezTo>
                    <a:pt x="14" y="1"/>
                    <a:pt x="8" y="0"/>
                    <a:pt x="5" y="2"/>
                  </a:cubicBezTo>
                  <a:cubicBezTo>
                    <a:pt x="5" y="2"/>
                    <a:pt x="0" y="6"/>
                    <a:pt x="3" y="6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88" name="Freeform 1156"/>
            <p:cNvSpPr>
              <a:spLocks/>
            </p:cNvSpPr>
            <p:nvPr/>
          </p:nvSpPr>
          <p:spPr bwMode="auto">
            <a:xfrm>
              <a:off x="11194" y="-2600"/>
              <a:ext cx="96" cy="102"/>
            </a:xfrm>
            <a:custGeom>
              <a:avLst/>
              <a:gdLst>
                <a:gd name="T0" fmla="*/ 350 w 17"/>
                <a:gd name="T1" fmla="*/ 193 h 18"/>
                <a:gd name="T2" fmla="*/ 0 w 17"/>
                <a:gd name="T3" fmla="*/ 737 h 18"/>
                <a:gd name="T4" fmla="*/ 192 w 17"/>
                <a:gd name="T5" fmla="*/ 2374 h 18"/>
                <a:gd name="T6" fmla="*/ 734 w 17"/>
                <a:gd name="T7" fmla="*/ 2374 h 18"/>
                <a:gd name="T8" fmla="*/ 2168 w 17"/>
                <a:gd name="T9" fmla="*/ 1094 h 18"/>
                <a:gd name="T10" fmla="*/ 2327 w 17"/>
                <a:gd name="T11" fmla="*/ 544 h 18"/>
                <a:gd name="T12" fmla="*/ 734 w 17"/>
                <a:gd name="T13" fmla="*/ 351 h 18"/>
                <a:gd name="T14" fmla="*/ 350 w 17"/>
                <a:gd name="T15" fmla="*/ 193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18">
                  <a:moveTo>
                    <a:pt x="2" y="1"/>
                  </a:moveTo>
                  <a:cubicBezTo>
                    <a:pt x="2" y="1"/>
                    <a:pt x="0" y="2"/>
                    <a:pt x="0" y="4"/>
                  </a:cubicBezTo>
                  <a:cubicBezTo>
                    <a:pt x="0" y="4"/>
                    <a:pt x="2" y="10"/>
                    <a:pt x="1" y="13"/>
                  </a:cubicBezTo>
                  <a:cubicBezTo>
                    <a:pt x="1" y="13"/>
                    <a:pt x="0" y="18"/>
                    <a:pt x="4" y="13"/>
                  </a:cubicBezTo>
                  <a:cubicBezTo>
                    <a:pt x="4" y="13"/>
                    <a:pt x="10" y="7"/>
                    <a:pt x="12" y="6"/>
                  </a:cubicBezTo>
                  <a:cubicBezTo>
                    <a:pt x="12" y="6"/>
                    <a:pt x="17" y="3"/>
                    <a:pt x="13" y="3"/>
                  </a:cubicBezTo>
                  <a:cubicBezTo>
                    <a:pt x="13" y="3"/>
                    <a:pt x="6" y="4"/>
                    <a:pt x="4" y="2"/>
                  </a:cubicBezTo>
                  <a:cubicBezTo>
                    <a:pt x="4" y="2"/>
                    <a:pt x="3" y="0"/>
                    <a:pt x="2" y="1"/>
                  </a:cubicBezTo>
                  <a:close/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89" name="Freeform 1157"/>
            <p:cNvSpPr>
              <a:spLocks/>
            </p:cNvSpPr>
            <p:nvPr/>
          </p:nvSpPr>
          <p:spPr bwMode="auto">
            <a:xfrm>
              <a:off x="11200" y="-2594"/>
              <a:ext cx="56" cy="90"/>
            </a:xfrm>
            <a:custGeom>
              <a:avLst/>
              <a:gdLst>
                <a:gd name="T0" fmla="*/ 190 w 10"/>
                <a:gd name="T1" fmla="*/ 2498 h 16"/>
                <a:gd name="T2" fmla="*/ 190 w 10"/>
                <a:gd name="T3" fmla="*/ 1614 h 16"/>
                <a:gd name="T4" fmla="*/ 190 w 10"/>
                <a:gd name="T5" fmla="*/ 889 h 16"/>
                <a:gd name="T6" fmla="*/ 532 w 10"/>
                <a:gd name="T7" fmla="*/ 540 h 16"/>
                <a:gd name="T8" fmla="*/ 689 w 10"/>
                <a:gd name="T9" fmla="*/ 1232 h 16"/>
                <a:gd name="T10" fmla="*/ 1411 w 10"/>
                <a:gd name="T11" fmla="*/ 1232 h 16"/>
                <a:gd name="T12" fmla="*/ 532 w 10"/>
                <a:gd name="T13" fmla="*/ 2154 h 16"/>
                <a:gd name="T14" fmla="*/ 190 w 10"/>
                <a:gd name="T15" fmla="*/ 2498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16">
                  <a:moveTo>
                    <a:pt x="1" y="14"/>
                  </a:moveTo>
                  <a:cubicBezTo>
                    <a:pt x="1" y="14"/>
                    <a:pt x="0" y="15"/>
                    <a:pt x="1" y="9"/>
                  </a:cubicBezTo>
                  <a:cubicBezTo>
                    <a:pt x="1" y="9"/>
                    <a:pt x="1" y="7"/>
                    <a:pt x="1" y="5"/>
                  </a:cubicBezTo>
                  <a:cubicBezTo>
                    <a:pt x="1" y="5"/>
                    <a:pt x="1" y="0"/>
                    <a:pt x="3" y="3"/>
                  </a:cubicBezTo>
                  <a:cubicBezTo>
                    <a:pt x="3" y="3"/>
                    <a:pt x="2" y="8"/>
                    <a:pt x="4" y="7"/>
                  </a:cubicBezTo>
                  <a:cubicBezTo>
                    <a:pt x="4" y="7"/>
                    <a:pt x="10" y="5"/>
                    <a:pt x="8" y="7"/>
                  </a:cubicBezTo>
                  <a:cubicBezTo>
                    <a:pt x="8" y="7"/>
                    <a:pt x="4" y="11"/>
                    <a:pt x="3" y="12"/>
                  </a:cubicBezTo>
                  <a:cubicBezTo>
                    <a:pt x="3" y="12"/>
                    <a:pt x="2" y="16"/>
                    <a:pt x="1" y="14"/>
                  </a:cubicBezTo>
                  <a:close/>
                </a:path>
              </a:pathLst>
            </a:custGeom>
            <a:solidFill>
              <a:srgbClr val="7F65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90" name="Freeform 1158"/>
            <p:cNvSpPr>
              <a:spLocks/>
            </p:cNvSpPr>
            <p:nvPr/>
          </p:nvSpPr>
          <p:spPr bwMode="auto">
            <a:xfrm>
              <a:off x="11234" y="-2583"/>
              <a:ext cx="186" cy="412"/>
            </a:xfrm>
            <a:custGeom>
              <a:avLst/>
              <a:gdLst>
                <a:gd name="T0" fmla="*/ 4830 w 33"/>
                <a:gd name="T1" fmla="*/ 2517 h 73"/>
                <a:gd name="T2" fmla="*/ 4481 w 33"/>
                <a:gd name="T3" fmla="*/ 8821 h 73"/>
                <a:gd name="T4" fmla="*/ 192 w 33"/>
                <a:gd name="T5" fmla="*/ 13122 h 73"/>
                <a:gd name="T6" fmla="*/ 541 w 33"/>
                <a:gd name="T7" fmla="*/ 12388 h 73"/>
                <a:gd name="T8" fmla="*/ 1618 w 33"/>
                <a:gd name="T9" fmla="*/ 9171 h 73"/>
                <a:gd name="T10" fmla="*/ 2159 w 33"/>
                <a:gd name="T11" fmla="*/ 6118 h 73"/>
                <a:gd name="T12" fmla="*/ 2700 w 33"/>
                <a:gd name="T13" fmla="*/ 3793 h 73"/>
                <a:gd name="T14" fmla="*/ 4830 w 33"/>
                <a:gd name="T15" fmla="*/ 2517 h 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73">
                  <a:moveTo>
                    <a:pt x="27" y="14"/>
                  </a:moveTo>
                  <a:cubicBezTo>
                    <a:pt x="27" y="14"/>
                    <a:pt x="33" y="38"/>
                    <a:pt x="25" y="49"/>
                  </a:cubicBezTo>
                  <a:cubicBezTo>
                    <a:pt x="25" y="49"/>
                    <a:pt x="14" y="67"/>
                    <a:pt x="1" y="73"/>
                  </a:cubicBezTo>
                  <a:cubicBezTo>
                    <a:pt x="1" y="73"/>
                    <a:pt x="0" y="73"/>
                    <a:pt x="3" y="69"/>
                  </a:cubicBezTo>
                  <a:cubicBezTo>
                    <a:pt x="3" y="69"/>
                    <a:pt x="10" y="59"/>
                    <a:pt x="9" y="51"/>
                  </a:cubicBezTo>
                  <a:cubicBezTo>
                    <a:pt x="9" y="51"/>
                    <a:pt x="6" y="39"/>
                    <a:pt x="12" y="34"/>
                  </a:cubicBezTo>
                  <a:cubicBezTo>
                    <a:pt x="12" y="34"/>
                    <a:pt x="15" y="27"/>
                    <a:pt x="15" y="21"/>
                  </a:cubicBezTo>
                  <a:cubicBezTo>
                    <a:pt x="15" y="21"/>
                    <a:pt x="22" y="0"/>
                    <a:pt x="27" y="14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91" name="Freeform 1159"/>
            <p:cNvSpPr>
              <a:spLocks/>
            </p:cNvSpPr>
            <p:nvPr/>
          </p:nvSpPr>
          <p:spPr bwMode="auto">
            <a:xfrm>
              <a:off x="10986" y="-2188"/>
              <a:ext cx="96" cy="344"/>
            </a:xfrm>
            <a:custGeom>
              <a:avLst/>
              <a:gdLst>
                <a:gd name="T0" fmla="*/ 1276 w 17"/>
                <a:gd name="T1" fmla="*/ 891 h 61"/>
                <a:gd name="T2" fmla="*/ 1976 w 17"/>
                <a:gd name="T3" fmla="*/ 891 h 61"/>
                <a:gd name="T4" fmla="*/ 1976 w 17"/>
                <a:gd name="T5" fmla="*/ 2865 h 61"/>
                <a:gd name="T6" fmla="*/ 2168 w 17"/>
                <a:gd name="T7" fmla="*/ 4483 h 61"/>
                <a:gd name="T8" fmla="*/ 2711 w 17"/>
                <a:gd name="T9" fmla="*/ 9158 h 61"/>
                <a:gd name="T10" fmla="*/ 2168 w 17"/>
                <a:gd name="T11" fmla="*/ 9316 h 61"/>
                <a:gd name="T12" fmla="*/ 1276 w 17"/>
                <a:gd name="T13" fmla="*/ 9508 h 61"/>
                <a:gd name="T14" fmla="*/ 542 w 17"/>
                <a:gd name="T15" fmla="*/ 8967 h 61"/>
                <a:gd name="T16" fmla="*/ 1084 w 17"/>
                <a:gd name="T17" fmla="*/ 5025 h 61"/>
                <a:gd name="T18" fmla="*/ 1276 w 17"/>
                <a:gd name="T19" fmla="*/ 1974 h 61"/>
                <a:gd name="T20" fmla="*/ 1276 w 17"/>
                <a:gd name="T21" fmla="*/ 891 h 6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" h="61">
                  <a:moveTo>
                    <a:pt x="7" y="5"/>
                  </a:moveTo>
                  <a:cubicBezTo>
                    <a:pt x="7" y="5"/>
                    <a:pt x="10" y="0"/>
                    <a:pt x="11" y="5"/>
                  </a:cubicBezTo>
                  <a:cubicBezTo>
                    <a:pt x="11" y="5"/>
                    <a:pt x="13" y="11"/>
                    <a:pt x="11" y="16"/>
                  </a:cubicBezTo>
                  <a:cubicBezTo>
                    <a:pt x="11" y="16"/>
                    <a:pt x="11" y="21"/>
                    <a:pt x="12" y="25"/>
                  </a:cubicBezTo>
                  <a:cubicBezTo>
                    <a:pt x="12" y="25"/>
                    <a:pt x="17" y="47"/>
                    <a:pt x="15" y="51"/>
                  </a:cubicBezTo>
                  <a:cubicBezTo>
                    <a:pt x="15" y="51"/>
                    <a:pt x="14" y="55"/>
                    <a:pt x="12" y="52"/>
                  </a:cubicBezTo>
                  <a:cubicBezTo>
                    <a:pt x="12" y="52"/>
                    <a:pt x="10" y="61"/>
                    <a:pt x="7" y="53"/>
                  </a:cubicBezTo>
                  <a:cubicBezTo>
                    <a:pt x="7" y="53"/>
                    <a:pt x="4" y="53"/>
                    <a:pt x="3" y="50"/>
                  </a:cubicBezTo>
                  <a:cubicBezTo>
                    <a:pt x="3" y="50"/>
                    <a:pt x="0" y="41"/>
                    <a:pt x="6" y="28"/>
                  </a:cubicBezTo>
                  <a:cubicBezTo>
                    <a:pt x="6" y="28"/>
                    <a:pt x="8" y="18"/>
                    <a:pt x="7" y="11"/>
                  </a:cubicBezTo>
                  <a:cubicBezTo>
                    <a:pt x="7" y="11"/>
                    <a:pt x="6" y="6"/>
                    <a:pt x="7" y="5"/>
                  </a:cubicBezTo>
                  <a:close/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92" name="Freeform 1160"/>
            <p:cNvSpPr>
              <a:spLocks/>
            </p:cNvSpPr>
            <p:nvPr/>
          </p:nvSpPr>
          <p:spPr bwMode="auto">
            <a:xfrm>
              <a:off x="10997" y="-1980"/>
              <a:ext cx="34" cy="91"/>
            </a:xfrm>
            <a:custGeom>
              <a:avLst/>
              <a:gdLst>
                <a:gd name="T0" fmla="*/ 901 w 6"/>
                <a:gd name="T1" fmla="*/ 2946 h 16"/>
                <a:gd name="T2" fmla="*/ 1094 w 6"/>
                <a:gd name="T3" fmla="*/ 358 h 16"/>
                <a:gd name="T4" fmla="*/ 737 w 6"/>
                <a:gd name="T5" fmla="*/ 552 h 16"/>
                <a:gd name="T6" fmla="*/ 901 w 6"/>
                <a:gd name="T7" fmla="*/ 2946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6">
                  <a:moveTo>
                    <a:pt x="5" y="16"/>
                  </a:moveTo>
                  <a:cubicBezTo>
                    <a:pt x="5" y="16"/>
                    <a:pt x="4" y="7"/>
                    <a:pt x="6" y="2"/>
                  </a:cubicBezTo>
                  <a:cubicBezTo>
                    <a:pt x="6" y="2"/>
                    <a:pt x="5" y="0"/>
                    <a:pt x="4" y="3"/>
                  </a:cubicBezTo>
                  <a:cubicBezTo>
                    <a:pt x="4" y="3"/>
                    <a:pt x="0" y="14"/>
                    <a:pt x="5" y="16"/>
                  </a:cubicBezTo>
                  <a:close/>
                </a:path>
              </a:pathLst>
            </a:custGeom>
            <a:solidFill>
              <a:srgbClr val="7F65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93" name="Freeform 1161"/>
            <p:cNvSpPr>
              <a:spLocks/>
            </p:cNvSpPr>
            <p:nvPr/>
          </p:nvSpPr>
          <p:spPr bwMode="auto">
            <a:xfrm>
              <a:off x="11036" y="-1968"/>
              <a:ext cx="17" cy="112"/>
            </a:xfrm>
            <a:custGeom>
              <a:avLst/>
              <a:gdLst>
                <a:gd name="T0" fmla="*/ 544 w 3"/>
                <a:gd name="T1" fmla="*/ 2290 h 20"/>
                <a:gd name="T2" fmla="*/ 193 w 3"/>
                <a:gd name="T3" fmla="*/ 2822 h 20"/>
                <a:gd name="T4" fmla="*/ 193 w 3"/>
                <a:gd name="T5" fmla="*/ 1758 h 20"/>
                <a:gd name="T6" fmla="*/ 351 w 3"/>
                <a:gd name="T7" fmla="*/ 879 h 20"/>
                <a:gd name="T8" fmla="*/ 544 w 3"/>
                <a:gd name="T9" fmla="*/ 229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0">
                  <a:moveTo>
                    <a:pt x="3" y="13"/>
                  </a:moveTo>
                  <a:cubicBezTo>
                    <a:pt x="3" y="13"/>
                    <a:pt x="2" y="20"/>
                    <a:pt x="1" y="16"/>
                  </a:cubicBezTo>
                  <a:cubicBezTo>
                    <a:pt x="1" y="16"/>
                    <a:pt x="0" y="12"/>
                    <a:pt x="1" y="10"/>
                  </a:cubicBezTo>
                  <a:cubicBezTo>
                    <a:pt x="1" y="10"/>
                    <a:pt x="1" y="0"/>
                    <a:pt x="2" y="5"/>
                  </a:cubicBezTo>
                  <a:cubicBezTo>
                    <a:pt x="2" y="5"/>
                    <a:pt x="2" y="11"/>
                    <a:pt x="3" y="13"/>
                  </a:cubicBezTo>
                  <a:close/>
                </a:path>
              </a:pathLst>
            </a:custGeom>
            <a:solidFill>
              <a:srgbClr val="7F65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94" name="Freeform 1162"/>
            <p:cNvSpPr>
              <a:spLocks/>
            </p:cNvSpPr>
            <p:nvPr/>
          </p:nvSpPr>
          <p:spPr bwMode="auto">
            <a:xfrm>
              <a:off x="11036" y="-2188"/>
              <a:ext cx="40" cy="299"/>
            </a:xfrm>
            <a:custGeom>
              <a:avLst/>
              <a:gdLst>
                <a:gd name="T0" fmla="*/ 1109 w 7"/>
                <a:gd name="T1" fmla="*/ 9325 h 53"/>
                <a:gd name="T2" fmla="*/ 1309 w 7"/>
                <a:gd name="T3" fmla="*/ 8276 h 53"/>
                <a:gd name="T4" fmla="*/ 554 w 7"/>
                <a:gd name="T5" fmla="*/ 4485 h 53"/>
                <a:gd name="T6" fmla="*/ 554 w 7"/>
                <a:gd name="T7" fmla="*/ 2324 h 53"/>
                <a:gd name="T8" fmla="*/ 0 w 7"/>
                <a:gd name="T9" fmla="*/ 1083 h 53"/>
                <a:gd name="T10" fmla="*/ 0 w 7"/>
                <a:gd name="T11" fmla="*/ 2166 h 53"/>
                <a:gd name="T12" fmla="*/ 194 w 7"/>
                <a:gd name="T13" fmla="*/ 4135 h 53"/>
                <a:gd name="T14" fmla="*/ 360 w 7"/>
                <a:gd name="T15" fmla="*/ 5568 h 53"/>
                <a:gd name="T16" fmla="*/ 749 w 7"/>
                <a:gd name="T17" fmla="*/ 7892 h 53"/>
                <a:gd name="T18" fmla="*/ 1109 w 7"/>
                <a:gd name="T19" fmla="*/ 9325 h 5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" h="53">
                  <a:moveTo>
                    <a:pt x="6" y="52"/>
                  </a:moveTo>
                  <a:cubicBezTo>
                    <a:pt x="6" y="52"/>
                    <a:pt x="7" y="52"/>
                    <a:pt x="7" y="46"/>
                  </a:cubicBezTo>
                  <a:cubicBezTo>
                    <a:pt x="7" y="46"/>
                    <a:pt x="7" y="36"/>
                    <a:pt x="3" y="25"/>
                  </a:cubicBezTo>
                  <a:cubicBezTo>
                    <a:pt x="3" y="25"/>
                    <a:pt x="2" y="18"/>
                    <a:pt x="3" y="13"/>
                  </a:cubicBezTo>
                  <a:cubicBezTo>
                    <a:pt x="3" y="13"/>
                    <a:pt x="2" y="0"/>
                    <a:pt x="0" y="6"/>
                  </a:cubicBezTo>
                  <a:cubicBezTo>
                    <a:pt x="0" y="6"/>
                    <a:pt x="0" y="9"/>
                    <a:pt x="0" y="12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" y="23"/>
                    <a:pt x="1" y="28"/>
                    <a:pt x="2" y="31"/>
                  </a:cubicBezTo>
                  <a:cubicBezTo>
                    <a:pt x="2" y="31"/>
                    <a:pt x="5" y="38"/>
                    <a:pt x="4" y="44"/>
                  </a:cubicBezTo>
                  <a:cubicBezTo>
                    <a:pt x="4" y="44"/>
                    <a:pt x="4" y="53"/>
                    <a:pt x="6" y="52"/>
                  </a:cubicBezTo>
                  <a:close/>
                </a:path>
              </a:pathLst>
            </a:custGeom>
            <a:solidFill>
              <a:srgbClr val="7F65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95" name="Freeform 1163"/>
            <p:cNvSpPr>
              <a:spLocks/>
            </p:cNvSpPr>
            <p:nvPr/>
          </p:nvSpPr>
          <p:spPr bwMode="auto">
            <a:xfrm>
              <a:off x="11031" y="-2154"/>
              <a:ext cx="163" cy="315"/>
            </a:xfrm>
            <a:custGeom>
              <a:avLst/>
              <a:gdLst>
                <a:gd name="T0" fmla="*/ 4615 w 29"/>
                <a:gd name="T1" fmla="*/ 540 h 56"/>
                <a:gd name="T2" fmla="*/ 4075 w 29"/>
                <a:gd name="T3" fmla="*/ 2498 h 56"/>
                <a:gd name="T4" fmla="*/ 2844 w 29"/>
                <a:gd name="T5" fmla="*/ 5349 h 56"/>
                <a:gd name="T6" fmla="*/ 2119 w 29"/>
                <a:gd name="T7" fmla="*/ 6041 h 56"/>
                <a:gd name="T8" fmla="*/ 348 w 29"/>
                <a:gd name="T9" fmla="*/ 9428 h 56"/>
                <a:gd name="T10" fmla="*/ 540 w 29"/>
                <a:gd name="T11" fmla="*/ 9619 h 56"/>
                <a:gd name="T12" fmla="*/ 1613 w 29"/>
                <a:gd name="T13" fmla="*/ 8736 h 56"/>
                <a:gd name="T14" fmla="*/ 2119 w 29"/>
                <a:gd name="T15" fmla="*/ 8544 h 56"/>
                <a:gd name="T16" fmla="*/ 3035 w 29"/>
                <a:gd name="T17" fmla="*/ 7847 h 56"/>
                <a:gd name="T18" fmla="*/ 3541 w 29"/>
                <a:gd name="T19" fmla="*/ 5698 h 56"/>
                <a:gd name="T20" fmla="*/ 3727 w 29"/>
                <a:gd name="T21" fmla="*/ 4809 h 56"/>
                <a:gd name="T22" fmla="*/ 4957 w 29"/>
                <a:gd name="T23" fmla="*/ 726 h 56"/>
                <a:gd name="T24" fmla="*/ 4615 w 29"/>
                <a:gd name="T25" fmla="*/ 540 h 5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" h="56">
                  <a:moveTo>
                    <a:pt x="26" y="3"/>
                  </a:moveTo>
                  <a:cubicBezTo>
                    <a:pt x="26" y="3"/>
                    <a:pt x="25" y="10"/>
                    <a:pt x="23" y="14"/>
                  </a:cubicBezTo>
                  <a:cubicBezTo>
                    <a:pt x="23" y="14"/>
                    <a:pt x="18" y="28"/>
                    <a:pt x="16" y="30"/>
                  </a:cubicBezTo>
                  <a:cubicBezTo>
                    <a:pt x="16" y="30"/>
                    <a:pt x="13" y="31"/>
                    <a:pt x="12" y="34"/>
                  </a:cubicBezTo>
                  <a:cubicBezTo>
                    <a:pt x="12" y="34"/>
                    <a:pt x="3" y="49"/>
                    <a:pt x="2" y="53"/>
                  </a:cubicBezTo>
                  <a:cubicBezTo>
                    <a:pt x="2" y="53"/>
                    <a:pt x="0" y="56"/>
                    <a:pt x="3" y="54"/>
                  </a:cubicBezTo>
                  <a:cubicBezTo>
                    <a:pt x="3" y="54"/>
                    <a:pt x="8" y="53"/>
                    <a:pt x="9" y="49"/>
                  </a:cubicBezTo>
                  <a:cubicBezTo>
                    <a:pt x="9" y="49"/>
                    <a:pt x="11" y="51"/>
                    <a:pt x="12" y="48"/>
                  </a:cubicBezTo>
                  <a:cubicBezTo>
                    <a:pt x="12" y="48"/>
                    <a:pt x="16" y="49"/>
                    <a:pt x="17" y="44"/>
                  </a:cubicBezTo>
                  <a:cubicBezTo>
                    <a:pt x="17" y="44"/>
                    <a:pt x="21" y="39"/>
                    <a:pt x="20" y="32"/>
                  </a:cubicBezTo>
                  <a:cubicBezTo>
                    <a:pt x="20" y="32"/>
                    <a:pt x="20" y="28"/>
                    <a:pt x="21" y="27"/>
                  </a:cubicBezTo>
                  <a:cubicBezTo>
                    <a:pt x="21" y="27"/>
                    <a:pt x="29" y="13"/>
                    <a:pt x="28" y="4"/>
                  </a:cubicBezTo>
                  <a:cubicBezTo>
                    <a:pt x="28" y="4"/>
                    <a:pt x="27" y="0"/>
                    <a:pt x="26" y="3"/>
                  </a:cubicBezTo>
                  <a:close/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96" name="Freeform 1164"/>
            <p:cNvSpPr>
              <a:spLocks/>
            </p:cNvSpPr>
            <p:nvPr/>
          </p:nvSpPr>
          <p:spPr bwMode="auto">
            <a:xfrm>
              <a:off x="11042" y="-1985"/>
              <a:ext cx="85" cy="152"/>
            </a:xfrm>
            <a:custGeom>
              <a:avLst/>
              <a:gdLst>
                <a:gd name="T0" fmla="*/ 193 w 15"/>
                <a:gd name="T1" fmla="*/ 4087 h 27"/>
                <a:gd name="T2" fmla="*/ 737 w 15"/>
                <a:gd name="T3" fmla="*/ 3389 h 27"/>
                <a:gd name="T4" fmla="*/ 1989 w 15"/>
                <a:gd name="T5" fmla="*/ 1424 h 27"/>
                <a:gd name="T6" fmla="*/ 2374 w 15"/>
                <a:gd name="T7" fmla="*/ 1075 h 27"/>
                <a:gd name="T8" fmla="*/ 737 w 15"/>
                <a:gd name="T9" fmla="*/ 3738 h 27"/>
                <a:gd name="T10" fmla="*/ 193 w 15"/>
                <a:gd name="T11" fmla="*/ 4087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7">
                  <a:moveTo>
                    <a:pt x="1" y="23"/>
                  </a:moveTo>
                  <a:cubicBezTo>
                    <a:pt x="1" y="23"/>
                    <a:pt x="1" y="23"/>
                    <a:pt x="4" y="19"/>
                  </a:cubicBezTo>
                  <a:cubicBezTo>
                    <a:pt x="4" y="19"/>
                    <a:pt x="9" y="13"/>
                    <a:pt x="11" y="8"/>
                  </a:cubicBezTo>
                  <a:cubicBezTo>
                    <a:pt x="11" y="8"/>
                    <a:pt x="15" y="0"/>
                    <a:pt x="13" y="6"/>
                  </a:cubicBezTo>
                  <a:cubicBezTo>
                    <a:pt x="13" y="6"/>
                    <a:pt x="9" y="18"/>
                    <a:pt x="4" y="21"/>
                  </a:cubicBezTo>
                  <a:cubicBezTo>
                    <a:pt x="4" y="21"/>
                    <a:pt x="0" y="27"/>
                    <a:pt x="1" y="23"/>
                  </a:cubicBezTo>
                  <a:close/>
                </a:path>
              </a:pathLst>
            </a:custGeom>
            <a:solidFill>
              <a:srgbClr val="7F65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97" name="Freeform 1165"/>
            <p:cNvSpPr>
              <a:spLocks/>
            </p:cNvSpPr>
            <p:nvPr/>
          </p:nvSpPr>
          <p:spPr bwMode="auto">
            <a:xfrm>
              <a:off x="11082" y="-2149"/>
              <a:ext cx="112" cy="271"/>
            </a:xfrm>
            <a:custGeom>
              <a:avLst/>
              <a:gdLst>
                <a:gd name="T0" fmla="*/ 532 w 20"/>
                <a:gd name="T1" fmla="*/ 8446 h 48"/>
                <a:gd name="T2" fmla="*/ 1411 w 20"/>
                <a:gd name="T3" fmla="*/ 7746 h 48"/>
                <a:gd name="T4" fmla="*/ 2100 w 20"/>
                <a:gd name="T5" fmla="*/ 5036 h 48"/>
                <a:gd name="T6" fmla="*/ 2447 w 20"/>
                <a:gd name="T7" fmla="*/ 4336 h 48"/>
                <a:gd name="T8" fmla="*/ 3326 w 20"/>
                <a:gd name="T9" fmla="*/ 542 h 48"/>
                <a:gd name="T10" fmla="*/ 3170 w 20"/>
                <a:gd name="T11" fmla="*/ 734 h 48"/>
                <a:gd name="T12" fmla="*/ 1943 w 20"/>
                <a:gd name="T13" fmla="*/ 4686 h 48"/>
                <a:gd name="T14" fmla="*/ 1758 w 20"/>
                <a:gd name="T15" fmla="*/ 5770 h 48"/>
                <a:gd name="T16" fmla="*/ 1221 w 20"/>
                <a:gd name="T17" fmla="*/ 7554 h 48"/>
                <a:gd name="T18" fmla="*/ 532 w 20"/>
                <a:gd name="T19" fmla="*/ 8446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" h="48">
                  <a:moveTo>
                    <a:pt x="3" y="47"/>
                  </a:moveTo>
                  <a:cubicBezTo>
                    <a:pt x="3" y="47"/>
                    <a:pt x="7" y="47"/>
                    <a:pt x="8" y="43"/>
                  </a:cubicBezTo>
                  <a:cubicBezTo>
                    <a:pt x="8" y="43"/>
                    <a:pt x="13" y="38"/>
                    <a:pt x="12" y="28"/>
                  </a:cubicBezTo>
                  <a:cubicBezTo>
                    <a:pt x="12" y="28"/>
                    <a:pt x="12" y="26"/>
                    <a:pt x="14" y="24"/>
                  </a:cubicBezTo>
                  <a:cubicBezTo>
                    <a:pt x="14" y="24"/>
                    <a:pt x="20" y="10"/>
                    <a:pt x="19" y="3"/>
                  </a:cubicBezTo>
                  <a:cubicBezTo>
                    <a:pt x="19" y="3"/>
                    <a:pt x="19" y="0"/>
                    <a:pt x="18" y="4"/>
                  </a:cubicBezTo>
                  <a:cubicBezTo>
                    <a:pt x="18" y="4"/>
                    <a:pt x="18" y="14"/>
                    <a:pt x="11" y="26"/>
                  </a:cubicBezTo>
                  <a:cubicBezTo>
                    <a:pt x="11" y="26"/>
                    <a:pt x="10" y="29"/>
                    <a:pt x="10" y="32"/>
                  </a:cubicBezTo>
                  <a:cubicBezTo>
                    <a:pt x="10" y="32"/>
                    <a:pt x="11" y="39"/>
                    <a:pt x="7" y="42"/>
                  </a:cubicBezTo>
                  <a:cubicBezTo>
                    <a:pt x="7" y="42"/>
                    <a:pt x="0" y="48"/>
                    <a:pt x="3" y="47"/>
                  </a:cubicBezTo>
                  <a:close/>
                </a:path>
              </a:pathLst>
            </a:custGeom>
            <a:solidFill>
              <a:srgbClr val="7F65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98" name="Freeform 1166"/>
            <p:cNvSpPr>
              <a:spLocks/>
            </p:cNvSpPr>
            <p:nvPr/>
          </p:nvSpPr>
          <p:spPr bwMode="auto">
            <a:xfrm>
              <a:off x="11036" y="-2690"/>
              <a:ext cx="108" cy="119"/>
            </a:xfrm>
            <a:custGeom>
              <a:avLst/>
              <a:gdLst>
                <a:gd name="T0" fmla="*/ 358 w 19"/>
                <a:gd name="T1" fmla="*/ 1830 h 21"/>
                <a:gd name="T2" fmla="*/ 193 w 19"/>
                <a:gd name="T3" fmla="*/ 2731 h 21"/>
                <a:gd name="T4" fmla="*/ 0 w 19"/>
                <a:gd name="T5" fmla="*/ 3819 h 21"/>
                <a:gd name="T6" fmla="*/ 551 w 19"/>
                <a:gd name="T7" fmla="*/ 3275 h 21"/>
                <a:gd name="T8" fmla="*/ 1290 w 19"/>
                <a:gd name="T9" fmla="*/ 2924 h 21"/>
                <a:gd name="T10" fmla="*/ 2586 w 19"/>
                <a:gd name="T11" fmla="*/ 2374 h 21"/>
                <a:gd name="T12" fmla="*/ 3132 w 19"/>
                <a:gd name="T13" fmla="*/ 1638 h 21"/>
                <a:gd name="T14" fmla="*/ 3132 w 19"/>
                <a:gd name="T15" fmla="*/ 901 h 21"/>
                <a:gd name="T16" fmla="*/ 3297 w 19"/>
                <a:gd name="T17" fmla="*/ 0 h 21"/>
                <a:gd name="T18" fmla="*/ 2035 w 19"/>
                <a:gd name="T19" fmla="*/ 1094 h 21"/>
                <a:gd name="T20" fmla="*/ 745 w 19"/>
                <a:gd name="T21" fmla="*/ 1830 h 21"/>
                <a:gd name="T22" fmla="*/ 358 w 19"/>
                <a:gd name="T23" fmla="*/ 1830 h 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" h="21">
                  <a:moveTo>
                    <a:pt x="2" y="10"/>
                  </a:moveTo>
                  <a:cubicBezTo>
                    <a:pt x="0" y="9"/>
                    <a:pt x="1" y="13"/>
                    <a:pt x="1" y="15"/>
                  </a:cubicBezTo>
                  <a:cubicBezTo>
                    <a:pt x="0" y="17"/>
                    <a:pt x="0" y="19"/>
                    <a:pt x="0" y="21"/>
                  </a:cubicBezTo>
                  <a:cubicBezTo>
                    <a:pt x="1" y="21"/>
                    <a:pt x="1" y="19"/>
                    <a:pt x="3" y="18"/>
                  </a:cubicBezTo>
                  <a:cubicBezTo>
                    <a:pt x="4" y="17"/>
                    <a:pt x="5" y="17"/>
                    <a:pt x="7" y="16"/>
                  </a:cubicBezTo>
                  <a:cubicBezTo>
                    <a:pt x="10" y="13"/>
                    <a:pt x="10" y="12"/>
                    <a:pt x="14" y="13"/>
                  </a:cubicBezTo>
                  <a:cubicBezTo>
                    <a:pt x="19" y="15"/>
                    <a:pt x="17" y="13"/>
                    <a:pt x="17" y="9"/>
                  </a:cubicBezTo>
                  <a:cubicBezTo>
                    <a:pt x="17" y="8"/>
                    <a:pt x="16" y="6"/>
                    <a:pt x="17" y="5"/>
                  </a:cubicBezTo>
                  <a:cubicBezTo>
                    <a:pt x="17" y="3"/>
                    <a:pt x="18" y="2"/>
                    <a:pt x="18" y="0"/>
                  </a:cubicBezTo>
                  <a:cubicBezTo>
                    <a:pt x="15" y="1"/>
                    <a:pt x="14" y="4"/>
                    <a:pt x="11" y="6"/>
                  </a:cubicBezTo>
                  <a:cubicBezTo>
                    <a:pt x="9" y="7"/>
                    <a:pt x="6" y="8"/>
                    <a:pt x="4" y="10"/>
                  </a:cubicBezTo>
                  <a:lnTo>
                    <a:pt x="2" y="1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99" name="Freeform 1167"/>
            <p:cNvSpPr>
              <a:spLocks/>
            </p:cNvSpPr>
            <p:nvPr/>
          </p:nvSpPr>
          <p:spPr bwMode="auto">
            <a:xfrm>
              <a:off x="12344" y="-3812"/>
              <a:ext cx="383" cy="513"/>
            </a:xfrm>
            <a:custGeom>
              <a:avLst/>
              <a:gdLst>
                <a:gd name="T0" fmla="*/ 732 w 68"/>
                <a:gd name="T1" fmla="*/ 12363 h 91"/>
                <a:gd name="T2" fmla="*/ 9992 w 68"/>
                <a:gd name="T3" fmla="*/ 2509 h 91"/>
                <a:gd name="T4" fmla="*/ 11957 w 68"/>
                <a:gd name="T5" fmla="*/ 1973 h 91"/>
                <a:gd name="T6" fmla="*/ 0 w 68"/>
                <a:gd name="T7" fmla="*/ 16303 h 91"/>
                <a:gd name="T8" fmla="*/ 732 w 68"/>
                <a:gd name="T9" fmla="*/ 12363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91">
                  <a:moveTo>
                    <a:pt x="4" y="69"/>
                  </a:moveTo>
                  <a:cubicBezTo>
                    <a:pt x="4" y="69"/>
                    <a:pt x="48" y="20"/>
                    <a:pt x="56" y="14"/>
                  </a:cubicBezTo>
                  <a:cubicBezTo>
                    <a:pt x="56" y="14"/>
                    <a:pt x="68" y="0"/>
                    <a:pt x="67" y="11"/>
                  </a:cubicBezTo>
                  <a:cubicBezTo>
                    <a:pt x="67" y="11"/>
                    <a:pt x="68" y="47"/>
                    <a:pt x="0" y="91"/>
                  </a:cubicBezTo>
                  <a:cubicBezTo>
                    <a:pt x="0" y="91"/>
                    <a:pt x="35" y="55"/>
                    <a:pt x="4" y="69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00" name="Freeform 1168"/>
            <p:cNvSpPr>
              <a:spLocks/>
            </p:cNvSpPr>
            <p:nvPr/>
          </p:nvSpPr>
          <p:spPr bwMode="auto">
            <a:xfrm>
              <a:off x="11155" y="-2786"/>
              <a:ext cx="197" cy="130"/>
            </a:xfrm>
            <a:custGeom>
              <a:avLst/>
              <a:gdLst>
                <a:gd name="T0" fmla="*/ 889 w 35"/>
                <a:gd name="T1" fmla="*/ 893 h 23"/>
                <a:gd name="T2" fmla="*/ 5353 w 35"/>
                <a:gd name="T3" fmla="*/ 1277 h 23"/>
                <a:gd name="T4" fmla="*/ 5161 w 35"/>
                <a:gd name="T5" fmla="*/ 2713 h 23"/>
                <a:gd name="T6" fmla="*/ 4086 w 35"/>
                <a:gd name="T7" fmla="*/ 3420 h 23"/>
                <a:gd name="T8" fmla="*/ 3929 w 35"/>
                <a:gd name="T9" fmla="*/ 3612 h 23"/>
                <a:gd name="T10" fmla="*/ 3197 w 35"/>
                <a:gd name="T11" fmla="*/ 2170 h 23"/>
                <a:gd name="T12" fmla="*/ 1964 w 35"/>
                <a:gd name="T13" fmla="*/ 1628 h 23"/>
                <a:gd name="T14" fmla="*/ 889 w 35"/>
                <a:gd name="T15" fmla="*/ 893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23">
                  <a:moveTo>
                    <a:pt x="5" y="5"/>
                  </a:moveTo>
                  <a:cubicBezTo>
                    <a:pt x="5" y="5"/>
                    <a:pt x="20" y="0"/>
                    <a:pt x="30" y="7"/>
                  </a:cubicBezTo>
                  <a:cubicBezTo>
                    <a:pt x="30" y="7"/>
                    <a:pt x="35" y="14"/>
                    <a:pt x="29" y="15"/>
                  </a:cubicBezTo>
                  <a:cubicBezTo>
                    <a:pt x="29" y="15"/>
                    <a:pt x="24" y="16"/>
                    <a:pt x="23" y="19"/>
                  </a:cubicBezTo>
                  <a:cubicBezTo>
                    <a:pt x="23" y="19"/>
                    <a:pt x="25" y="23"/>
                    <a:pt x="22" y="20"/>
                  </a:cubicBezTo>
                  <a:cubicBezTo>
                    <a:pt x="22" y="20"/>
                    <a:pt x="18" y="16"/>
                    <a:pt x="18" y="12"/>
                  </a:cubicBezTo>
                  <a:cubicBezTo>
                    <a:pt x="18" y="12"/>
                    <a:pt x="17" y="9"/>
                    <a:pt x="11" y="9"/>
                  </a:cubicBezTo>
                  <a:cubicBezTo>
                    <a:pt x="11" y="9"/>
                    <a:pt x="0" y="7"/>
                    <a:pt x="5" y="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01" name="Freeform 1169"/>
            <p:cNvSpPr>
              <a:spLocks/>
            </p:cNvSpPr>
            <p:nvPr/>
          </p:nvSpPr>
          <p:spPr bwMode="auto">
            <a:xfrm>
              <a:off x="9954" y="-3349"/>
              <a:ext cx="722" cy="389"/>
            </a:xfrm>
            <a:custGeom>
              <a:avLst/>
              <a:gdLst>
                <a:gd name="T0" fmla="*/ 1974 w 128"/>
                <a:gd name="T1" fmla="*/ 192 h 69"/>
                <a:gd name="T2" fmla="*/ 21891 w 128"/>
                <a:gd name="T3" fmla="*/ 11281 h 69"/>
                <a:gd name="T4" fmla="*/ 19917 w 128"/>
                <a:gd name="T5" fmla="*/ 10745 h 69"/>
                <a:gd name="T6" fmla="*/ 3407 w 128"/>
                <a:gd name="T7" fmla="*/ 1240 h 69"/>
                <a:gd name="T8" fmla="*/ 1974 w 128"/>
                <a:gd name="T9" fmla="*/ 192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69">
                  <a:moveTo>
                    <a:pt x="11" y="1"/>
                  </a:moveTo>
                  <a:cubicBezTo>
                    <a:pt x="11" y="1"/>
                    <a:pt x="97" y="46"/>
                    <a:pt x="122" y="63"/>
                  </a:cubicBezTo>
                  <a:cubicBezTo>
                    <a:pt x="122" y="63"/>
                    <a:pt x="128" y="69"/>
                    <a:pt x="111" y="60"/>
                  </a:cubicBezTo>
                  <a:cubicBezTo>
                    <a:pt x="111" y="60"/>
                    <a:pt x="38" y="23"/>
                    <a:pt x="19" y="7"/>
                  </a:cubicBezTo>
                  <a:cubicBezTo>
                    <a:pt x="19" y="7"/>
                    <a:pt x="0" y="0"/>
                    <a:pt x="11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02" name="Freeform 1170"/>
            <p:cNvSpPr>
              <a:spLocks/>
            </p:cNvSpPr>
            <p:nvPr/>
          </p:nvSpPr>
          <p:spPr bwMode="auto">
            <a:xfrm>
              <a:off x="10952" y="-2543"/>
              <a:ext cx="220" cy="355"/>
            </a:xfrm>
            <a:custGeom>
              <a:avLst/>
              <a:gdLst>
                <a:gd name="T0" fmla="*/ 1625 w 39"/>
                <a:gd name="T1" fmla="*/ 10194 h 63"/>
                <a:gd name="T2" fmla="*/ 2166 w 39"/>
                <a:gd name="T3" fmla="*/ 5015 h 63"/>
                <a:gd name="T4" fmla="*/ 3593 w 39"/>
                <a:gd name="T5" fmla="*/ 4130 h 63"/>
                <a:gd name="T6" fmla="*/ 5026 w 39"/>
                <a:gd name="T7" fmla="*/ 2508 h 63"/>
                <a:gd name="T8" fmla="*/ 6809 w 39"/>
                <a:gd name="T9" fmla="*/ 0 h 63"/>
                <a:gd name="T10" fmla="*/ 6109 w 39"/>
                <a:gd name="T11" fmla="*/ 2857 h 63"/>
                <a:gd name="T12" fmla="*/ 4485 w 39"/>
                <a:gd name="T13" fmla="*/ 6097 h 63"/>
                <a:gd name="T14" fmla="*/ 3244 w 39"/>
                <a:gd name="T15" fmla="*/ 8762 h 63"/>
                <a:gd name="T16" fmla="*/ 2166 w 39"/>
                <a:gd name="T17" fmla="*/ 10036 h 63"/>
                <a:gd name="T18" fmla="*/ 1625 w 39"/>
                <a:gd name="T19" fmla="*/ 10385 h 63"/>
                <a:gd name="T20" fmla="*/ 1625 w 39"/>
                <a:gd name="T21" fmla="*/ 10194 h 6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" h="63">
                  <a:moveTo>
                    <a:pt x="9" y="57"/>
                  </a:moveTo>
                  <a:cubicBezTo>
                    <a:pt x="6" y="45"/>
                    <a:pt x="0" y="38"/>
                    <a:pt x="12" y="28"/>
                  </a:cubicBezTo>
                  <a:cubicBezTo>
                    <a:pt x="15" y="26"/>
                    <a:pt x="18" y="25"/>
                    <a:pt x="20" y="23"/>
                  </a:cubicBezTo>
                  <a:cubicBezTo>
                    <a:pt x="23" y="20"/>
                    <a:pt x="25" y="17"/>
                    <a:pt x="28" y="14"/>
                  </a:cubicBezTo>
                  <a:cubicBezTo>
                    <a:pt x="32" y="9"/>
                    <a:pt x="32" y="3"/>
                    <a:pt x="38" y="0"/>
                  </a:cubicBezTo>
                  <a:cubicBezTo>
                    <a:pt x="39" y="5"/>
                    <a:pt x="36" y="12"/>
                    <a:pt x="34" y="16"/>
                  </a:cubicBezTo>
                  <a:cubicBezTo>
                    <a:pt x="30" y="22"/>
                    <a:pt x="28" y="28"/>
                    <a:pt x="25" y="34"/>
                  </a:cubicBezTo>
                  <a:cubicBezTo>
                    <a:pt x="21" y="39"/>
                    <a:pt x="23" y="43"/>
                    <a:pt x="18" y="49"/>
                  </a:cubicBezTo>
                  <a:cubicBezTo>
                    <a:pt x="15" y="51"/>
                    <a:pt x="14" y="53"/>
                    <a:pt x="12" y="56"/>
                  </a:cubicBezTo>
                  <a:cubicBezTo>
                    <a:pt x="11" y="57"/>
                    <a:pt x="11" y="63"/>
                    <a:pt x="9" y="58"/>
                  </a:cubicBezTo>
                  <a:lnTo>
                    <a:pt x="9" y="57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03" name="Freeform 1171"/>
            <p:cNvSpPr>
              <a:spLocks/>
            </p:cNvSpPr>
            <p:nvPr/>
          </p:nvSpPr>
          <p:spPr bwMode="auto">
            <a:xfrm>
              <a:off x="10726" y="-2307"/>
              <a:ext cx="288" cy="175"/>
            </a:xfrm>
            <a:custGeom>
              <a:avLst/>
              <a:gdLst>
                <a:gd name="T0" fmla="*/ 1434 w 51"/>
                <a:gd name="T1" fmla="*/ 1626 h 31"/>
                <a:gd name="T2" fmla="*/ 8990 w 51"/>
                <a:gd name="T3" fmla="*/ 5227 h 31"/>
                <a:gd name="T4" fmla="*/ 8290 w 51"/>
                <a:gd name="T5" fmla="*/ 4494 h 31"/>
                <a:gd name="T6" fmla="*/ 6121 w 51"/>
                <a:gd name="T7" fmla="*/ 3410 h 31"/>
                <a:gd name="T8" fmla="*/ 1434 w 51"/>
                <a:gd name="T9" fmla="*/ 1626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31">
                  <a:moveTo>
                    <a:pt x="8" y="9"/>
                  </a:moveTo>
                  <a:cubicBezTo>
                    <a:pt x="8" y="9"/>
                    <a:pt x="41" y="31"/>
                    <a:pt x="50" y="29"/>
                  </a:cubicBezTo>
                  <a:cubicBezTo>
                    <a:pt x="50" y="29"/>
                    <a:pt x="51" y="28"/>
                    <a:pt x="46" y="25"/>
                  </a:cubicBezTo>
                  <a:cubicBezTo>
                    <a:pt x="46" y="25"/>
                    <a:pt x="42" y="26"/>
                    <a:pt x="34" y="19"/>
                  </a:cubicBezTo>
                  <a:cubicBezTo>
                    <a:pt x="34" y="19"/>
                    <a:pt x="0" y="0"/>
                    <a:pt x="8" y="9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9004" name="Freeform 1172"/>
            <p:cNvSpPr>
              <a:spLocks/>
            </p:cNvSpPr>
            <p:nvPr/>
          </p:nvSpPr>
          <p:spPr bwMode="auto">
            <a:xfrm>
              <a:off x="11234" y="-2239"/>
              <a:ext cx="174" cy="107"/>
            </a:xfrm>
            <a:custGeom>
              <a:avLst/>
              <a:gdLst>
                <a:gd name="T0" fmla="*/ 0 w 31"/>
                <a:gd name="T1" fmla="*/ 3204 h 19"/>
                <a:gd name="T2" fmla="*/ 2835 w 31"/>
                <a:gd name="T3" fmla="*/ 1425 h 19"/>
                <a:gd name="T4" fmla="*/ 3873 w 31"/>
                <a:gd name="T5" fmla="*/ 1239 h 19"/>
                <a:gd name="T6" fmla="*/ 5484 w 31"/>
                <a:gd name="T7" fmla="*/ 890 h 19"/>
                <a:gd name="T8" fmla="*/ 4597 w 31"/>
                <a:gd name="T9" fmla="*/ 732 h 19"/>
                <a:gd name="T10" fmla="*/ 2992 w 31"/>
                <a:gd name="T11" fmla="*/ 541 h 19"/>
                <a:gd name="T12" fmla="*/ 2644 w 31"/>
                <a:gd name="T13" fmla="*/ 732 h 19"/>
                <a:gd name="T14" fmla="*/ 0 w 31"/>
                <a:gd name="T15" fmla="*/ 3204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" h="19">
                  <a:moveTo>
                    <a:pt x="0" y="18"/>
                  </a:moveTo>
                  <a:cubicBezTo>
                    <a:pt x="0" y="18"/>
                    <a:pt x="12" y="13"/>
                    <a:pt x="16" y="8"/>
                  </a:cubicBezTo>
                  <a:cubicBezTo>
                    <a:pt x="16" y="8"/>
                    <a:pt x="19" y="5"/>
                    <a:pt x="22" y="7"/>
                  </a:cubicBezTo>
                  <a:cubicBezTo>
                    <a:pt x="22" y="7"/>
                    <a:pt x="29" y="7"/>
                    <a:pt x="31" y="5"/>
                  </a:cubicBezTo>
                  <a:cubicBezTo>
                    <a:pt x="31" y="5"/>
                    <a:pt x="30" y="4"/>
                    <a:pt x="26" y="4"/>
                  </a:cubicBezTo>
                  <a:cubicBezTo>
                    <a:pt x="26" y="4"/>
                    <a:pt x="20" y="5"/>
                    <a:pt x="17" y="3"/>
                  </a:cubicBezTo>
                  <a:cubicBezTo>
                    <a:pt x="17" y="3"/>
                    <a:pt x="17" y="0"/>
                    <a:pt x="15" y="4"/>
                  </a:cubicBezTo>
                  <a:cubicBezTo>
                    <a:pt x="15" y="4"/>
                    <a:pt x="6" y="19"/>
                    <a:pt x="0" y="18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98440" name="Group 1256"/>
          <p:cNvGrpSpPr>
            <a:grpSpLocks/>
          </p:cNvGrpSpPr>
          <p:nvPr/>
        </p:nvGrpSpPr>
        <p:grpSpPr bwMode="auto">
          <a:xfrm>
            <a:off x="12536580" y="1312248"/>
            <a:ext cx="3406775" cy="1159669"/>
            <a:chOff x="3631" y="6701"/>
            <a:chExt cx="3466" cy="1280"/>
          </a:xfrm>
        </p:grpSpPr>
        <p:sp>
          <p:nvSpPr>
            <p:cNvPr id="98902" name="Freeform 1257"/>
            <p:cNvSpPr>
              <a:spLocks/>
            </p:cNvSpPr>
            <p:nvPr/>
          </p:nvSpPr>
          <p:spPr bwMode="auto">
            <a:xfrm>
              <a:off x="5491" y="6871"/>
              <a:ext cx="1290" cy="997"/>
            </a:xfrm>
            <a:custGeom>
              <a:avLst/>
              <a:gdLst>
                <a:gd name="T0" fmla="*/ 0 w 229"/>
                <a:gd name="T1" fmla="*/ 7677 h 177"/>
                <a:gd name="T2" fmla="*/ 2507 w 229"/>
                <a:gd name="T3" fmla="*/ 8759 h 177"/>
                <a:gd name="T4" fmla="*/ 11266 w 229"/>
                <a:gd name="T5" fmla="*/ 12499 h 177"/>
                <a:gd name="T6" fmla="*/ 19485 w 229"/>
                <a:gd name="T7" fmla="*/ 16977 h 177"/>
                <a:gd name="T8" fmla="*/ 23958 w 229"/>
                <a:gd name="T9" fmla="*/ 20368 h 177"/>
                <a:gd name="T10" fmla="*/ 25040 w 229"/>
                <a:gd name="T11" fmla="*/ 20909 h 177"/>
                <a:gd name="T12" fmla="*/ 28971 w 229"/>
                <a:gd name="T13" fmla="*/ 24491 h 177"/>
                <a:gd name="T14" fmla="*/ 33258 w 229"/>
                <a:gd name="T15" fmla="*/ 28237 h 177"/>
                <a:gd name="T16" fmla="*/ 34684 w 229"/>
                <a:gd name="T17" fmla="*/ 28778 h 177"/>
                <a:gd name="T18" fmla="*/ 38272 w 229"/>
                <a:gd name="T19" fmla="*/ 30744 h 177"/>
                <a:gd name="T20" fmla="*/ 40204 w 229"/>
                <a:gd name="T21" fmla="*/ 30394 h 177"/>
                <a:gd name="T22" fmla="*/ 33957 w 229"/>
                <a:gd name="T23" fmla="*/ 22334 h 177"/>
                <a:gd name="T24" fmla="*/ 21992 w 229"/>
                <a:gd name="T25" fmla="*/ 9108 h 177"/>
                <a:gd name="T26" fmla="*/ 16821 w 229"/>
                <a:gd name="T27" fmla="*/ 5171 h 177"/>
                <a:gd name="T28" fmla="*/ 7870 w 229"/>
                <a:gd name="T29" fmla="*/ 1774 h 177"/>
                <a:gd name="T30" fmla="*/ 2664 w 229"/>
                <a:gd name="T31" fmla="*/ 0 h 177"/>
                <a:gd name="T32" fmla="*/ 0 w 229"/>
                <a:gd name="T33" fmla="*/ 7677 h 17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29" h="177">
                  <a:moveTo>
                    <a:pt x="0" y="43"/>
                  </a:moveTo>
                  <a:cubicBezTo>
                    <a:pt x="0" y="43"/>
                    <a:pt x="12" y="47"/>
                    <a:pt x="14" y="49"/>
                  </a:cubicBezTo>
                  <a:cubicBezTo>
                    <a:pt x="14" y="49"/>
                    <a:pt x="46" y="68"/>
                    <a:pt x="63" y="70"/>
                  </a:cubicBezTo>
                  <a:cubicBezTo>
                    <a:pt x="63" y="70"/>
                    <a:pt x="95" y="83"/>
                    <a:pt x="109" y="95"/>
                  </a:cubicBezTo>
                  <a:cubicBezTo>
                    <a:pt x="109" y="95"/>
                    <a:pt x="126" y="106"/>
                    <a:pt x="134" y="114"/>
                  </a:cubicBezTo>
                  <a:cubicBezTo>
                    <a:pt x="134" y="114"/>
                    <a:pt x="138" y="117"/>
                    <a:pt x="140" y="117"/>
                  </a:cubicBezTo>
                  <a:cubicBezTo>
                    <a:pt x="140" y="117"/>
                    <a:pt x="155" y="136"/>
                    <a:pt x="162" y="137"/>
                  </a:cubicBezTo>
                  <a:cubicBezTo>
                    <a:pt x="162" y="137"/>
                    <a:pt x="182" y="156"/>
                    <a:pt x="186" y="158"/>
                  </a:cubicBezTo>
                  <a:cubicBezTo>
                    <a:pt x="186" y="158"/>
                    <a:pt x="193" y="162"/>
                    <a:pt x="194" y="161"/>
                  </a:cubicBezTo>
                  <a:cubicBezTo>
                    <a:pt x="194" y="161"/>
                    <a:pt x="211" y="172"/>
                    <a:pt x="214" y="172"/>
                  </a:cubicBezTo>
                  <a:cubicBezTo>
                    <a:pt x="214" y="172"/>
                    <a:pt x="229" y="177"/>
                    <a:pt x="225" y="170"/>
                  </a:cubicBezTo>
                  <a:cubicBezTo>
                    <a:pt x="225" y="170"/>
                    <a:pt x="194" y="130"/>
                    <a:pt x="190" y="125"/>
                  </a:cubicBezTo>
                  <a:cubicBezTo>
                    <a:pt x="190" y="125"/>
                    <a:pt x="132" y="56"/>
                    <a:pt x="123" y="51"/>
                  </a:cubicBezTo>
                  <a:cubicBezTo>
                    <a:pt x="123" y="51"/>
                    <a:pt x="106" y="32"/>
                    <a:pt x="94" y="29"/>
                  </a:cubicBezTo>
                  <a:cubicBezTo>
                    <a:pt x="94" y="29"/>
                    <a:pt x="52" y="12"/>
                    <a:pt x="44" y="10"/>
                  </a:cubicBezTo>
                  <a:cubicBezTo>
                    <a:pt x="44" y="10"/>
                    <a:pt x="19" y="3"/>
                    <a:pt x="15" y="0"/>
                  </a:cubicBezTo>
                  <a:cubicBezTo>
                    <a:pt x="15" y="0"/>
                    <a:pt x="5" y="22"/>
                    <a:pt x="0" y="4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03" name="Freeform 1258"/>
            <p:cNvSpPr>
              <a:spLocks/>
            </p:cNvSpPr>
            <p:nvPr/>
          </p:nvSpPr>
          <p:spPr bwMode="auto">
            <a:xfrm>
              <a:off x="5496" y="6871"/>
              <a:ext cx="1240" cy="958"/>
            </a:xfrm>
            <a:custGeom>
              <a:avLst/>
              <a:gdLst>
                <a:gd name="T0" fmla="*/ 192 w 220"/>
                <a:gd name="T1" fmla="*/ 6447 h 170"/>
                <a:gd name="T2" fmla="*/ 2700 w 220"/>
                <a:gd name="T3" fmla="*/ 7337 h 170"/>
                <a:gd name="T4" fmla="*/ 4673 w 220"/>
                <a:gd name="T5" fmla="*/ 7529 h 170"/>
                <a:gd name="T6" fmla="*/ 8607 w 220"/>
                <a:gd name="T7" fmla="*/ 9653 h 170"/>
                <a:gd name="T8" fmla="*/ 11087 w 220"/>
                <a:gd name="T9" fmla="*/ 10386 h 170"/>
                <a:gd name="T10" fmla="*/ 13059 w 220"/>
                <a:gd name="T11" fmla="*/ 10544 h 170"/>
                <a:gd name="T12" fmla="*/ 14869 w 220"/>
                <a:gd name="T13" fmla="*/ 11462 h 170"/>
                <a:gd name="T14" fmla="*/ 16836 w 220"/>
                <a:gd name="T15" fmla="*/ 12894 h 170"/>
                <a:gd name="T16" fmla="*/ 18809 w 220"/>
                <a:gd name="T17" fmla="*/ 14133 h 170"/>
                <a:gd name="T18" fmla="*/ 19699 w 220"/>
                <a:gd name="T19" fmla="*/ 15018 h 170"/>
                <a:gd name="T20" fmla="*/ 20776 w 220"/>
                <a:gd name="T21" fmla="*/ 15751 h 170"/>
                <a:gd name="T22" fmla="*/ 21666 w 220"/>
                <a:gd name="T23" fmla="*/ 16833 h 170"/>
                <a:gd name="T24" fmla="*/ 22557 w 220"/>
                <a:gd name="T25" fmla="*/ 18067 h 170"/>
                <a:gd name="T26" fmla="*/ 23284 w 220"/>
                <a:gd name="T27" fmla="*/ 18957 h 170"/>
                <a:gd name="T28" fmla="*/ 23983 w 220"/>
                <a:gd name="T29" fmla="*/ 19340 h 170"/>
                <a:gd name="T30" fmla="*/ 25955 w 220"/>
                <a:gd name="T31" fmla="*/ 20929 h 170"/>
                <a:gd name="T32" fmla="*/ 26846 w 220"/>
                <a:gd name="T33" fmla="*/ 21848 h 170"/>
                <a:gd name="T34" fmla="*/ 27573 w 220"/>
                <a:gd name="T35" fmla="*/ 22896 h 170"/>
                <a:gd name="T36" fmla="*/ 29737 w 220"/>
                <a:gd name="T37" fmla="*/ 23787 h 170"/>
                <a:gd name="T38" fmla="*/ 31705 w 220"/>
                <a:gd name="T39" fmla="*/ 25753 h 170"/>
                <a:gd name="T40" fmla="*/ 33294 w 220"/>
                <a:gd name="T41" fmla="*/ 27213 h 170"/>
                <a:gd name="T42" fmla="*/ 35103 w 220"/>
                <a:gd name="T43" fmla="*/ 28261 h 170"/>
                <a:gd name="T44" fmla="*/ 36185 w 220"/>
                <a:gd name="T45" fmla="*/ 28453 h 170"/>
                <a:gd name="T46" fmla="*/ 37425 w 220"/>
                <a:gd name="T47" fmla="*/ 29343 h 170"/>
                <a:gd name="T48" fmla="*/ 39043 w 220"/>
                <a:gd name="T49" fmla="*/ 29692 h 170"/>
                <a:gd name="T50" fmla="*/ 37425 w 220"/>
                <a:gd name="T51" fmla="*/ 27376 h 170"/>
                <a:gd name="T52" fmla="*/ 35802 w 220"/>
                <a:gd name="T53" fmla="*/ 25246 h 170"/>
                <a:gd name="T54" fmla="*/ 32595 w 220"/>
                <a:gd name="T55" fmla="*/ 21115 h 170"/>
                <a:gd name="T56" fmla="*/ 28306 w 220"/>
                <a:gd name="T57" fmla="*/ 16292 h 170"/>
                <a:gd name="T58" fmla="*/ 26497 w 220"/>
                <a:gd name="T59" fmla="*/ 14133 h 170"/>
                <a:gd name="T60" fmla="*/ 24524 w 220"/>
                <a:gd name="T61" fmla="*/ 12161 h 170"/>
                <a:gd name="T62" fmla="*/ 20776 w 220"/>
                <a:gd name="T63" fmla="*/ 8228 h 170"/>
                <a:gd name="T64" fmla="*/ 16644 w 220"/>
                <a:gd name="T65" fmla="*/ 5365 h 170"/>
                <a:gd name="T66" fmla="*/ 7339 w 220"/>
                <a:gd name="T67" fmla="*/ 1617 h 170"/>
                <a:gd name="T68" fmla="*/ 5180 w 220"/>
                <a:gd name="T69" fmla="*/ 1082 h 170"/>
                <a:gd name="T70" fmla="*/ 3207 w 220"/>
                <a:gd name="T71" fmla="*/ 192 h 170"/>
                <a:gd name="T72" fmla="*/ 2508 w 220"/>
                <a:gd name="T73" fmla="*/ 0 h 170"/>
                <a:gd name="T74" fmla="*/ 1432 w 220"/>
                <a:gd name="T75" fmla="*/ 1082 h 170"/>
                <a:gd name="T76" fmla="*/ 0 w 220"/>
                <a:gd name="T77" fmla="*/ 4480 h 170"/>
                <a:gd name="T78" fmla="*/ 0 w 220"/>
                <a:gd name="T79" fmla="*/ 4666 h 170"/>
                <a:gd name="T80" fmla="*/ 192 w 220"/>
                <a:gd name="T81" fmla="*/ 6447 h 17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20" h="170">
                  <a:moveTo>
                    <a:pt x="1" y="36"/>
                  </a:moveTo>
                  <a:cubicBezTo>
                    <a:pt x="6" y="36"/>
                    <a:pt x="10" y="40"/>
                    <a:pt x="15" y="41"/>
                  </a:cubicBezTo>
                  <a:cubicBezTo>
                    <a:pt x="19" y="41"/>
                    <a:pt x="22" y="40"/>
                    <a:pt x="26" y="42"/>
                  </a:cubicBezTo>
                  <a:cubicBezTo>
                    <a:pt x="33" y="47"/>
                    <a:pt x="40" y="53"/>
                    <a:pt x="48" y="54"/>
                  </a:cubicBezTo>
                  <a:cubicBezTo>
                    <a:pt x="53" y="55"/>
                    <a:pt x="58" y="57"/>
                    <a:pt x="62" y="58"/>
                  </a:cubicBezTo>
                  <a:cubicBezTo>
                    <a:pt x="66" y="60"/>
                    <a:pt x="69" y="59"/>
                    <a:pt x="73" y="59"/>
                  </a:cubicBezTo>
                  <a:cubicBezTo>
                    <a:pt x="77" y="60"/>
                    <a:pt x="80" y="63"/>
                    <a:pt x="83" y="64"/>
                  </a:cubicBezTo>
                  <a:cubicBezTo>
                    <a:pt x="88" y="66"/>
                    <a:pt x="90" y="70"/>
                    <a:pt x="94" y="72"/>
                  </a:cubicBezTo>
                  <a:cubicBezTo>
                    <a:pt x="98" y="74"/>
                    <a:pt x="102" y="75"/>
                    <a:pt x="105" y="79"/>
                  </a:cubicBezTo>
                  <a:cubicBezTo>
                    <a:pt x="107" y="81"/>
                    <a:pt x="108" y="83"/>
                    <a:pt x="110" y="84"/>
                  </a:cubicBezTo>
                  <a:cubicBezTo>
                    <a:pt x="112" y="86"/>
                    <a:pt x="114" y="86"/>
                    <a:pt x="116" y="88"/>
                  </a:cubicBezTo>
                  <a:cubicBezTo>
                    <a:pt x="118" y="90"/>
                    <a:pt x="119" y="92"/>
                    <a:pt x="121" y="94"/>
                  </a:cubicBezTo>
                  <a:cubicBezTo>
                    <a:pt x="123" y="96"/>
                    <a:pt x="124" y="98"/>
                    <a:pt x="126" y="101"/>
                  </a:cubicBezTo>
                  <a:cubicBezTo>
                    <a:pt x="127" y="102"/>
                    <a:pt x="128" y="105"/>
                    <a:pt x="130" y="106"/>
                  </a:cubicBezTo>
                  <a:cubicBezTo>
                    <a:pt x="131" y="108"/>
                    <a:pt x="133" y="107"/>
                    <a:pt x="134" y="108"/>
                  </a:cubicBezTo>
                  <a:cubicBezTo>
                    <a:pt x="139" y="109"/>
                    <a:pt x="142" y="113"/>
                    <a:pt x="145" y="117"/>
                  </a:cubicBezTo>
                  <a:cubicBezTo>
                    <a:pt x="147" y="119"/>
                    <a:pt x="149" y="120"/>
                    <a:pt x="150" y="122"/>
                  </a:cubicBezTo>
                  <a:cubicBezTo>
                    <a:pt x="152" y="125"/>
                    <a:pt x="152" y="126"/>
                    <a:pt x="154" y="128"/>
                  </a:cubicBezTo>
                  <a:cubicBezTo>
                    <a:pt x="158" y="130"/>
                    <a:pt x="162" y="129"/>
                    <a:pt x="166" y="133"/>
                  </a:cubicBezTo>
                  <a:cubicBezTo>
                    <a:pt x="170" y="136"/>
                    <a:pt x="173" y="140"/>
                    <a:pt x="177" y="144"/>
                  </a:cubicBezTo>
                  <a:cubicBezTo>
                    <a:pt x="181" y="146"/>
                    <a:pt x="182" y="151"/>
                    <a:pt x="186" y="152"/>
                  </a:cubicBezTo>
                  <a:cubicBezTo>
                    <a:pt x="190" y="153"/>
                    <a:pt x="193" y="156"/>
                    <a:pt x="196" y="158"/>
                  </a:cubicBezTo>
                  <a:cubicBezTo>
                    <a:pt x="198" y="159"/>
                    <a:pt x="200" y="159"/>
                    <a:pt x="202" y="159"/>
                  </a:cubicBezTo>
                  <a:cubicBezTo>
                    <a:pt x="205" y="160"/>
                    <a:pt x="207" y="162"/>
                    <a:pt x="209" y="164"/>
                  </a:cubicBezTo>
                  <a:cubicBezTo>
                    <a:pt x="211" y="165"/>
                    <a:pt x="217" y="170"/>
                    <a:pt x="218" y="166"/>
                  </a:cubicBezTo>
                  <a:cubicBezTo>
                    <a:pt x="220" y="161"/>
                    <a:pt x="212" y="156"/>
                    <a:pt x="209" y="153"/>
                  </a:cubicBezTo>
                  <a:cubicBezTo>
                    <a:pt x="206" y="150"/>
                    <a:pt x="202" y="146"/>
                    <a:pt x="200" y="141"/>
                  </a:cubicBezTo>
                  <a:cubicBezTo>
                    <a:pt x="195" y="132"/>
                    <a:pt x="189" y="125"/>
                    <a:pt x="182" y="118"/>
                  </a:cubicBezTo>
                  <a:cubicBezTo>
                    <a:pt x="174" y="109"/>
                    <a:pt x="167" y="100"/>
                    <a:pt x="158" y="91"/>
                  </a:cubicBezTo>
                  <a:cubicBezTo>
                    <a:pt x="155" y="87"/>
                    <a:pt x="152" y="83"/>
                    <a:pt x="148" y="79"/>
                  </a:cubicBezTo>
                  <a:cubicBezTo>
                    <a:pt x="144" y="75"/>
                    <a:pt x="141" y="72"/>
                    <a:pt x="137" y="68"/>
                  </a:cubicBezTo>
                  <a:cubicBezTo>
                    <a:pt x="130" y="61"/>
                    <a:pt x="124" y="53"/>
                    <a:pt x="116" y="46"/>
                  </a:cubicBezTo>
                  <a:cubicBezTo>
                    <a:pt x="109" y="40"/>
                    <a:pt x="101" y="35"/>
                    <a:pt x="93" y="30"/>
                  </a:cubicBezTo>
                  <a:cubicBezTo>
                    <a:pt x="76" y="20"/>
                    <a:pt x="59" y="13"/>
                    <a:pt x="41" y="9"/>
                  </a:cubicBezTo>
                  <a:cubicBezTo>
                    <a:pt x="37" y="8"/>
                    <a:pt x="33" y="7"/>
                    <a:pt x="29" y="6"/>
                  </a:cubicBezTo>
                  <a:cubicBezTo>
                    <a:pt x="25" y="4"/>
                    <a:pt x="22" y="2"/>
                    <a:pt x="18" y="1"/>
                  </a:cubicBezTo>
                  <a:cubicBezTo>
                    <a:pt x="16" y="1"/>
                    <a:pt x="15" y="0"/>
                    <a:pt x="14" y="0"/>
                  </a:cubicBezTo>
                  <a:cubicBezTo>
                    <a:pt x="10" y="0"/>
                    <a:pt x="10" y="2"/>
                    <a:pt x="8" y="6"/>
                  </a:cubicBezTo>
                  <a:cubicBezTo>
                    <a:pt x="5" y="12"/>
                    <a:pt x="1" y="18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lnTo>
                    <a:pt x="1" y="36"/>
                  </a:ln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04" name="Freeform 1259"/>
            <p:cNvSpPr>
              <a:spLocks/>
            </p:cNvSpPr>
            <p:nvPr/>
          </p:nvSpPr>
          <p:spPr bwMode="auto">
            <a:xfrm>
              <a:off x="5508" y="6876"/>
              <a:ext cx="665" cy="305"/>
            </a:xfrm>
            <a:custGeom>
              <a:avLst/>
              <a:gdLst>
                <a:gd name="T0" fmla="*/ 0 w 118"/>
                <a:gd name="T1" fmla="*/ 6315 h 54"/>
                <a:gd name="T2" fmla="*/ 1240 w 118"/>
                <a:gd name="T3" fmla="*/ 6123 h 54"/>
                <a:gd name="T4" fmla="*/ 2158 w 118"/>
                <a:gd name="T5" fmla="*/ 6478 h 54"/>
                <a:gd name="T6" fmla="*/ 3939 w 118"/>
                <a:gd name="T7" fmla="*/ 5936 h 54"/>
                <a:gd name="T8" fmla="*/ 4666 w 118"/>
                <a:gd name="T9" fmla="*/ 5580 h 54"/>
                <a:gd name="T10" fmla="*/ 5557 w 118"/>
                <a:gd name="T11" fmla="*/ 5580 h 54"/>
                <a:gd name="T12" fmla="*/ 7338 w 118"/>
                <a:gd name="T13" fmla="*/ 5772 h 54"/>
                <a:gd name="T14" fmla="*/ 7879 w 118"/>
                <a:gd name="T15" fmla="*/ 6123 h 54"/>
                <a:gd name="T16" fmla="*/ 9113 w 118"/>
                <a:gd name="T17" fmla="*/ 5936 h 54"/>
                <a:gd name="T18" fmla="*/ 9845 w 118"/>
                <a:gd name="T19" fmla="*/ 6123 h 54"/>
                <a:gd name="T20" fmla="*/ 10927 w 118"/>
                <a:gd name="T21" fmla="*/ 5936 h 54"/>
                <a:gd name="T22" fmla="*/ 11812 w 118"/>
                <a:gd name="T23" fmla="*/ 6315 h 54"/>
                <a:gd name="T24" fmla="*/ 12703 w 118"/>
                <a:gd name="T25" fmla="*/ 6315 h 54"/>
                <a:gd name="T26" fmla="*/ 13435 w 118"/>
                <a:gd name="T27" fmla="*/ 6857 h 54"/>
                <a:gd name="T28" fmla="*/ 14483 w 118"/>
                <a:gd name="T29" fmla="*/ 7207 h 54"/>
                <a:gd name="T30" fmla="*/ 15210 w 118"/>
                <a:gd name="T31" fmla="*/ 7941 h 54"/>
                <a:gd name="T32" fmla="*/ 16101 w 118"/>
                <a:gd name="T33" fmla="*/ 8297 h 54"/>
                <a:gd name="T34" fmla="*/ 16991 w 118"/>
                <a:gd name="T35" fmla="*/ 8455 h 54"/>
                <a:gd name="T36" fmla="*/ 18073 w 118"/>
                <a:gd name="T37" fmla="*/ 8998 h 54"/>
                <a:gd name="T38" fmla="*/ 18958 w 118"/>
                <a:gd name="T39" fmla="*/ 9190 h 54"/>
                <a:gd name="T40" fmla="*/ 19882 w 118"/>
                <a:gd name="T41" fmla="*/ 9732 h 54"/>
                <a:gd name="T42" fmla="*/ 20390 w 118"/>
                <a:gd name="T43" fmla="*/ 9382 h 54"/>
                <a:gd name="T44" fmla="*/ 21122 w 118"/>
                <a:gd name="T45" fmla="*/ 9540 h 54"/>
                <a:gd name="T46" fmla="*/ 19691 w 118"/>
                <a:gd name="T47" fmla="*/ 8455 h 54"/>
                <a:gd name="T48" fmla="*/ 17724 w 118"/>
                <a:gd name="T49" fmla="*/ 6857 h 54"/>
                <a:gd name="T50" fmla="*/ 15024 w 118"/>
                <a:gd name="T51" fmla="*/ 5394 h 54"/>
                <a:gd name="T52" fmla="*/ 12511 w 118"/>
                <a:gd name="T53" fmla="*/ 4496 h 54"/>
                <a:gd name="T54" fmla="*/ 7687 w 118"/>
                <a:gd name="T55" fmla="*/ 2169 h 54"/>
                <a:gd name="T56" fmla="*/ 3049 w 118"/>
                <a:gd name="T57" fmla="*/ 734 h 54"/>
                <a:gd name="T58" fmla="*/ 1431 w 118"/>
                <a:gd name="T59" fmla="*/ 192 h 54"/>
                <a:gd name="T60" fmla="*/ 0 w 118"/>
                <a:gd name="T61" fmla="*/ 6315 h 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18" h="54">
                  <a:moveTo>
                    <a:pt x="0" y="35"/>
                  </a:moveTo>
                  <a:cubicBezTo>
                    <a:pt x="2" y="35"/>
                    <a:pt x="4" y="34"/>
                    <a:pt x="7" y="34"/>
                  </a:cubicBezTo>
                  <a:cubicBezTo>
                    <a:pt x="9" y="35"/>
                    <a:pt x="9" y="36"/>
                    <a:pt x="12" y="36"/>
                  </a:cubicBezTo>
                  <a:cubicBezTo>
                    <a:pt x="14" y="35"/>
                    <a:pt x="22" y="37"/>
                    <a:pt x="22" y="33"/>
                  </a:cubicBezTo>
                  <a:cubicBezTo>
                    <a:pt x="24" y="33"/>
                    <a:pt x="24" y="32"/>
                    <a:pt x="26" y="31"/>
                  </a:cubicBezTo>
                  <a:cubicBezTo>
                    <a:pt x="27" y="31"/>
                    <a:pt x="30" y="31"/>
                    <a:pt x="31" y="31"/>
                  </a:cubicBezTo>
                  <a:cubicBezTo>
                    <a:pt x="33" y="31"/>
                    <a:pt x="39" y="31"/>
                    <a:pt x="41" y="32"/>
                  </a:cubicBezTo>
                  <a:cubicBezTo>
                    <a:pt x="43" y="32"/>
                    <a:pt x="43" y="34"/>
                    <a:pt x="44" y="34"/>
                  </a:cubicBezTo>
                  <a:cubicBezTo>
                    <a:pt x="47" y="35"/>
                    <a:pt x="48" y="33"/>
                    <a:pt x="51" y="33"/>
                  </a:cubicBezTo>
                  <a:cubicBezTo>
                    <a:pt x="52" y="33"/>
                    <a:pt x="54" y="34"/>
                    <a:pt x="55" y="34"/>
                  </a:cubicBezTo>
                  <a:cubicBezTo>
                    <a:pt x="57" y="35"/>
                    <a:pt x="59" y="33"/>
                    <a:pt x="61" y="33"/>
                  </a:cubicBezTo>
                  <a:cubicBezTo>
                    <a:pt x="63" y="33"/>
                    <a:pt x="64" y="34"/>
                    <a:pt x="66" y="35"/>
                  </a:cubicBezTo>
                  <a:cubicBezTo>
                    <a:pt x="67" y="35"/>
                    <a:pt x="69" y="35"/>
                    <a:pt x="71" y="35"/>
                  </a:cubicBezTo>
                  <a:cubicBezTo>
                    <a:pt x="73" y="36"/>
                    <a:pt x="73" y="37"/>
                    <a:pt x="75" y="38"/>
                  </a:cubicBezTo>
                  <a:cubicBezTo>
                    <a:pt x="77" y="39"/>
                    <a:pt x="79" y="39"/>
                    <a:pt x="81" y="40"/>
                  </a:cubicBezTo>
                  <a:cubicBezTo>
                    <a:pt x="84" y="41"/>
                    <a:pt x="83" y="42"/>
                    <a:pt x="85" y="44"/>
                  </a:cubicBezTo>
                  <a:cubicBezTo>
                    <a:pt x="86" y="45"/>
                    <a:pt x="89" y="45"/>
                    <a:pt x="90" y="46"/>
                  </a:cubicBezTo>
                  <a:cubicBezTo>
                    <a:pt x="92" y="46"/>
                    <a:pt x="94" y="47"/>
                    <a:pt x="95" y="47"/>
                  </a:cubicBezTo>
                  <a:cubicBezTo>
                    <a:pt x="98" y="48"/>
                    <a:pt x="99" y="49"/>
                    <a:pt x="101" y="50"/>
                  </a:cubicBezTo>
                  <a:cubicBezTo>
                    <a:pt x="103" y="51"/>
                    <a:pt x="104" y="50"/>
                    <a:pt x="106" y="51"/>
                  </a:cubicBezTo>
                  <a:cubicBezTo>
                    <a:pt x="108" y="52"/>
                    <a:pt x="109" y="54"/>
                    <a:pt x="111" y="54"/>
                  </a:cubicBezTo>
                  <a:cubicBezTo>
                    <a:pt x="112" y="54"/>
                    <a:pt x="113" y="52"/>
                    <a:pt x="114" y="52"/>
                  </a:cubicBezTo>
                  <a:cubicBezTo>
                    <a:pt x="116" y="52"/>
                    <a:pt x="117" y="53"/>
                    <a:pt x="118" y="53"/>
                  </a:cubicBezTo>
                  <a:cubicBezTo>
                    <a:pt x="116" y="49"/>
                    <a:pt x="113" y="49"/>
                    <a:pt x="110" y="47"/>
                  </a:cubicBezTo>
                  <a:cubicBezTo>
                    <a:pt x="106" y="44"/>
                    <a:pt x="103" y="40"/>
                    <a:pt x="99" y="38"/>
                  </a:cubicBezTo>
                  <a:cubicBezTo>
                    <a:pt x="94" y="35"/>
                    <a:pt x="89" y="32"/>
                    <a:pt x="84" y="30"/>
                  </a:cubicBezTo>
                  <a:cubicBezTo>
                    <a:pt x="80" y="28"/>
                    <a:pt x="75" y="27"/>
                    <a:pt x="70" y="25"/>
                  </a:cubicBezTo>
                  <a:cubicBezTo>
                    <a:pt x="61" y="21"/>
                    <a:pt x="52" y="16"/>
                    <a:pt x="43" y="12"/>
                  </a:cubicBezTo>
                  <a:cubicBezTo>
                    <a:pt x="34" y="8"/>
                    <a:pt x="26" y="7"/>
                    <a:pt x="17" y="4"/>
                  </a:cubicBezTo>
                  <a:cubicBezTo>
                    <a:pt x="14" y="3"/>
                    <a:pt x="11" y="0"/>
                    <a:pt x="8" y="1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05" name="Freeform 1260"/>
            <p:cNvSpPr>
              <a:spLocks/>
            </p:cNvSpPr>
            <p:nvPr/>
          </p:nvSpPr>
          <p:spPr bwMode="auto">
            <a:xfrm>
              <a:off x="5502" y="6893"/>
              <a:ext cx="344" cy="169"/>
            </a:xfrm>
            <a:custGeom>
              <a:avLst/>
              <a:gdLst>
                <a:gd name="T0" fmla="*/ 1974 w 61"/>
                <a:gd name="T1" fmla="*/ 0 h 30"/>
                <a:gd name="T2" fmla="*/ 3243 w 61"/>
                <a:gd name="T3" fmla="*/ 541 h 30"/>
                <a:gd name="T4" fmla="*/ 4483 w 61"/>
                <a:gd name="T5" fmla="*/ 1082 h 30"/>
                <a:gd name="T6" fmla="*/ 4483 w 61"/>
                <a:gd name="T7" fmla="*/ 1431 h 30"/>
                <a:gd name="T8" fmla="*/ 5724 w 61"/>
                <a:gd name="T9" fmla="*/ 2158 h 30"/>
                <a:gd name="T10" fmla="*/ 7540 w 61"/>
                <a:gd name="T11" fmla="*/ 2856 h 30"/>
                <a:gd name="T12" fmla="*/ 9316 w 61"/>
                <a:gd name="T13" fmla="*/ 3205 h 30"/>
                <a:gd name="T14" fmla="*/ 10940 w 61"/>
                <a:gd name="T15" fmla="*/ 3938 h 30"/>
                <a:gd name="T16" fmla="*/ 8425 w 61"/>
                <a:gd name="T17" fmla="*/ 4124 h 30"/>
                <a:gd name="T18" fmla="*/ 6998 w 61"/>
                <a:gd name="T19" fmla="*/ 4124 h 30"/>
                <a:gd name="T20" fmla="*/ 5566 w 61"/>
                <a:gd name="T21" fmla="*/ 4287 h 30"/>
                <a:gd name="T22" fmla="*/ 4134 w 61"/>
                <a:gd name="T23" fmla="*/ 4473 h 30"/>
                <a:gd name="T24" fmla="*/ 2701 w 61"/>
                <a:gd name="T25" fmla="*/ 5014 h 30"/>
                <a:gd name="T26" fmla="*/ 1241 w 61"/>
                <a:gd name="T27" fmla="*/ 5014 h 30"/>
                <a:gd name="T28" fmla="*/ 0 w 61"/>
                <a:gd name="T29" fmla="*/ 5014 h 30"/>
                <a:gd name="T30" fmla="*/ 1974 w 61"/>
                <a:gd name="T31" fmla="*/ 0 h 3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1" h="30">
                  <a:moveTo>
                    <a:pt x="11" y="0"/>
                  </a:moveTo>
                  <a:cubicBezTo>
                    <a:pt x="13" y="0"/>
                    <a:pt x="16" y="3"/>
                    <a:pt x="18" y="3"/>
                  </a:cubicBezTo>
                  <a:cubicBezTo>
                    <a:pt x="20" y="4"/>
                    <a:pt x="23" y="6"/>
                    <a:pt x="25" y="6"/>
                  </a:cubicBezTo>
                  <a:cubicBezTo>
                    <a:pt x="25" y="6"/>
                    <a:pt x="25" y="8"/>
                    <a:pt x="25" y="8"/>
                  </a:cubicBezTo>
                  <a:cubicBezTo>
                    <a:pt x="27" y="10"/>
                    <a:pt x="29" y="11"/>
                    <a:pt x="32" y="12"/>
                  </a:cubicBezTo>
                  <a:cubicBezTo>
                    <a:pt x="36" y="13"/>
                    <a:pt x="39" y="14"/>
                    <a:pt x="42" y="16"/>
                  </a:cubicBezTo>
                  <a:cubicBezTo>
                    <a:pt x="45" y="18"/>
                    <a:pt x="49" y="17"/>
                    <a:pt x="52" y="18"/>
                  </a:cubicBezTo>
                  <a:cubicBezTo>
                    <a:pt x="54" y="19"/>
                    <a:pt x="60" y="19"/>
                    <a:pt x="61" y="22"/>
                  </a:cubicBezTo>
                  <a:cubicBezTo>
                    <a:pt x="57" y="24"/>
                    <a:pt x="51" y="23"/>
                    <a:pt x="47" y="23"/>
                  </a:cubicBezTo>
                  <a:cubicBezTo>
                    <a:pt x="44" y="22"/>
                    <a:pt x="42" y="23"/>
                    <a:pt x="39" y="23"/>
                  </a:cubicBezTo>
                  <a:cubicBezTo>
                    <a:pt x="36" y="24"/>
                    <a:pt x="33" y="23"/>
                    <a:pt x="31" y="24"/>
                  </a:cubicBezTo>
                  <a:cubicBezTo>
                    <a:pt x="27" y="25"/>
                    <a:pt x="26" y="26"/>
                    <a:pt x="23" y="25"/>
                  </a:cubicBezTo>
                  <a:cubicBezTo>
                    <a:pt x="19" y="25"/>
                    <a:pt x="18" y="28"/>
                    <a:pt x="15" y="28"/>
                  </a:cubicBezTo>
                  <a:cubicBezTo>
                    <a:pt x="12" y="29"/>
                    <a:pt x="10" y="28"/>
                    <a:pt x="7" y="28"/>
                  </a:cubicBezTo>
                  <a:cubicBezTo>
                    <a:pt x="5" y="29"/>
                    <a:pt x="3" y="30"/>
                    <a:pt x="0" y="28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06" name="Freeform 1261"/>
            <p:cNvSpPr>
              <a:spLocks/>
            </p:cNvSpPr>
            <p:nvPr/>
          </p:nvSpPr>
          <p:spPr bwMode="auto">
            <a:xfrm>
              <a:off x="6156" y="7186"/>
              <a:ext cx="552" cy="615"/>
            </a:xfrm>
            <a:custGeom>
              <a:avLst/>
              <a:gdLst>
                <a:gd name="T0" fmla="*/ 1081 w 98"/>
                <a:gd name="T1" fmla="*/ 542 h 109"/>
                <a:gd name="T2" fmla="*/ 2856 w 98"/>
                <a:gd name="T3" fmla="*/ 2325 h 109"/>
                <a:gd name="T4" fmla="*/ 5013 w 98"/>
                <a:gd name="T5" fmla="*/ 3950 h 109"/>
                <a:gd name="T6" fmla="*/ 6787 w 98"/>
                <a:gd name="T7" fmla="*/ 6274 h 109"/>
                <a:gd name="T8" fmla="*/ 8759 w 98"/>
                <a:gd name="T9" fmla="*/ 8277 h 109"/>
                <a:gd name="T10" fmla="*/ 10725 w 98"/>
                <a:gd name="T11" fmla="*/ 11143 h 109"/>
                <a:gd name="T12" fmla="*/ 12499 w 98"/>
                <a:gd name="T13" fmla="*/ 13468 h 109"/>
                <a:gd name="T14" fmla="*/ 14307 w 98"/>
                <a:gd name="T15" fmla="*/ 15279 h 109"/>
                <a:gd name="T16" fmla="*/ 15895 w 98"/>
                <a:gd name="T17" fmla="*/ 17412 h 109"/>
                <a:gd name="T18" fmla="*/ 16785 w 98"/>
                <a:gd name="T19" fmla="*/ 18495 h 109"/>
                <a:gd name="T20" fmla="*/ 17320 w 98"/>
                <a:gd name="T21" fmla="*/ 19037 h 109"/>
                <a:gd name="T22" fmla="*/ 17163 w 98"/>
                <a:gd name="T23" fmla="*/ 19229 h 109"/>
                <a:gd name="T24" fmla="*/ 15738 w 98"/>
                <a:gd name="T25" fmla="*/ 18337 h 109"/>
                <a:gd name="T26" fmla="*/ 14465 w 98"/>
                <a:gd name="T27" fmla="*/ 17796 h 109"/>
                <a:gd name="T28" fmla="*/ 12341 w 98"/>
                <a:gd name="T29" fmla="*/ 15279 h 109"/>
                <a:gd name="T30" fmla="*/ 9992 w 98"/>
                <a:gd name="T31" fmla="*/ 12768 h 109"/>
                <a:gd name="T32" fmla="*/ 10533 w 98"/>
                <a:gd name="T33" fmla="*/ 14010 h 109"/>
                <a:gd name="T34" fmla="*/ 11265 w 98"/>
                <a:gd name="T35" fmla="*/ 15629 h 109"/>
                <a:gd name="T36" fmla="*/ 9294 w 98"/>
                <a:gd name="T37" fmla="*/ 13118 h 109"/>
                <a:gd name="T38" fmla="*/ 8218 w 98"/>
                <a:gd name="T39" fmla="*/ 11493 h 109"/>
                <a:gd name="T40" fmla="*/ 7328 w 98"/>
                <a:gd name="T41" fmla="*/ 10060 h 109"/>
                <a:gd name="T42" fmla="*/ 7869 w 98"/>
                <a:gd name="T43" fmla="*/ 12227 h 109"/>
                <a:gd name="T44" fmla="*/ 7677 w 98"/>
                <a:gd name="T45" fmla="*/ 12926 h 109"/>
                <a:gd name="T46" fmla="*/ 7328 w 98"/>
                <a:gd name="T47" fmla="*/ 11843 h 109"/>
                <a:gd name="T48" fmla="*/ 6089 w 98"/>
                <a:gd name="T49" fmla="*/ 9327 h 109"/>
                <a:gd name="T50" fmla="*/ 4822 w 98"/>
                <a:gd name="T51" fmla="*/ 7544 h 109"/>
                <a:gd name="T52" fmla="*/ 5554 w 98"/>
                <a:gd name="T53" fmla="*/ 9710 h 109"/>
                <a:gd name="T54" fmla="*/ 5362 w 98"/>
                <a:gd name="T55" fmla="*/ 10794 h 109"/>
                <a:gd name="T56" fmla="*/ 4630 w 98"/>
                <a:gd name="T57" fmla="*/ 9518 h 109"/>
                <a:gd name="T58" fmla="*/ 3932 w 98"/>
                <a:gd name="T59" fmla="*/ 8977 h 109"/>
                <a:gd name="T60" fmla="*/ 3582 w 98"/>
                <a:gd name="T61" fmla="*/ 8085 h 109"/>
                <a:gd name="T62" fmla="*/ 3047 w 98"/>
                <a:gd name="T63" fmla="*/ 7002 h 109"/>
                <a:gd name="T64" fmla="*/ 2664 w 98"/>
                <a:gd name="T65" fmla="*/ 8277 h 109"/>
                <a:gd name="T66" fmla="*/ 1966 w 98"/>
                <a:gd name="T67" fmla="*/ 7544 h 109"/>
                <a:gd name="T68" fmla="*/ 1239 w 98"/>
                <a:gd name="T69" fmla="*/ 6810 h 109"/>
                <a:gd name="T70" fmla="*/ 192 w 98"/>
                <a:gd name="T71" fmla="*/ 5919 h 109"/>
                <a:gd name="T72" fmla="*/ 192 w 98"/>
                <a:gd name="T73" fmla="*/ 5027 h 109"/>
                <a:gd name="T74" fmla="*/ 0 w 98"/>
                <a:gd name="T75" fmla="*/ 4841 h 109"/>
                <a:gd name="T76" fmla="*/ 0 w 98"/>
                <a:gd name="T77" fmla="*/ 4299 h 109"/>
                <a:gd name="T78" fmla="*/ 0 w 98"/>
                <a:gd name="T79" fmla="*/ 2708 h 109"/>
                <a:gd name="T80" fmla="*/ 890 w 98"/>
                <a:gd name="T81" fmla="*/ 4299 h 109"/>
                <a:gd name="T82" fmla="*/ 1966 w 98"/>
                <a:gd name="T83" fmla="*/ 5569 h 109"/>
                <a:gd name="T84" fmla="*/ 1425 w 98"/>
                <a:gd name="T85" fmla="*/ 4299 h 109"/>
                <a:gd name="T86" fmla="*/ 2315 w 98"/>
                <a:gd name="T87" fmla="*/ 5219 h 109"/>
                <a:gd name="T88" fmla="*/ 2856 w 98"/>
                <a:gd name="T89" fmla="*/ 5761 h 109"/>
                <a:gd name="T90" fmla="*/ 3396 w 98"/>
                <a:gd name="T91" fmla="*/ 6274 h 109"/>
                <a:gd name="T92" fmla="*/ 2856 w 98"/>
                <a:gd name="T93" fmla="*/ 4677 h 109"/>
                <a:gd name="T94" fmla="*/ 1617 w 98"/>
                <a:gd name="T95" fmla="*/ 3058 h 109"/>
                <a:gd name="T96" fmla="*/ 1239 w 98"/>
                <a:gd name="T97" fmla="*/ 1625 h 109"/>
                <a:gd name="T98" fmla="*/ 349 w 98"/>
                <a:gd name="T99" fmla="*/ 192 h 109"/>
                <a:gd name="T100" fmla="*/ 890 w 98"/>
                <a:gd name="T101" fmla="*/ 192 h 109"/>
                <a:gd name="T102" fmla="*/ 1081 w 98"/>
                <a:gd name="T103" fmla="*/ 542 h 109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98" h="109">
                  <a:moveTo>
                    <a:pt x="6" y="3"/>
                  </a:moveTo>
                  <a:cubicBezTo>
                    <a:pt x="9" y="4"/>
                    <a:pt x="13" y="10"/>
                    <a:pt x="16" y="13"/>
                  </a:cubicBezTo>
                  <a:cubicBezTo>
                    <a:pt x="20" y="17"/>
                    <a:pt x="24" y="18"/>
                    <a:pt x="28" y="22"/>
                  </a:cubicBezTo>
                  <a:cubicBezTo>
                    <a:pt x="31" y="27"/>
                    <a:pt x="34" y="31"/>
                    <a:pt x="38" y="35"/>
                  </a:cubicBezTo>
                  <a:cubicBezTo>
                    <a:pt x="42" y="38"/>
                    <a:pt x="45" y="42"/>
                    <a:pt x="49" y="46"/>
                  </a:cubicBezTo>
                  <a:cubicBezTo>
                    <a:pt x="53" y="51"/>
                    <a:pt x="56" y="57"/>
                    <a:pt x="60" y="62"/>
                  </a:cubicBezTo>
                  <a:cubicBezTo>
                    <a:pt x="63" y="67"/>
                    <a:pt x="67" y="71"/>
                    <a:pt x="70" y="75"/>
                  </a:cubicBezTo>
                  <a:cubicBezTo>
                    <a:pt x="73" y="79"/>
                    <a:pt x="77" y="81"/>
                    <a:pt x="80" y="85"/>
                  </a:cubicBezTo>
                  <a:cubicBezTo>
                    <a:pt x="83" y="88"/>
                    <a:pt x="86" y="93"/>
                    <a:pt x="89" y="97"/>
                  </a:cubicBezTo>
                  <a:cubicBezTo>
                    <a:pt x="91" y="99"/>
                    <a:pt x="92" y="101"/>
                    <a:pt x="94" y="103"/>
                  </a:cubicBezTo>
                  <a:cubicBezTo>
                    <a:pt x="95" y="104"/>
                    <a:pt x="97" y="105"/>
                    <a:pt x="97" y="106"/>
                  </a:cubicBezTo>
                  <a:cubicBezTo>
                    <a:pt x="98" y="109"/>
                    <a:pt x="97" y="107"/>
                    <a:pt x="96" y="107"/>
                  </a:cubicBezTo>
                  <a:cubicBezTo>
                    <a:pt x="93" y="107"/>
                    <a:pt x="90" y="104"/>
                    <a:pt x="88" y="102"/>
                  </a:cubicBezTo>
                  <a:cubicBezTo>
                    <a:pt x="86" y="101"/>
                    <a:pt x="83" y="101"/>
                    <a:pt x="81" y="99"/>
                  </a:cubicBezTo>
                  <a:cubicBezTo>
                    <a:pt x="76" y="95"/>
                    <a:pt x="73" y="90"/>
                    <a:pt x="69" y="85"/>
                  </a:cubicBezTo>
                  <a:cubicBezTo>
                    <a:pt x="65" y="80"/>
                    <a:pt x="60" y="74"/>
                    <a:pt x="56" y="71"/>
                  </a:cubicBezTo>
                  <a:cubicBezTo>
                    <a:pt x="56" y="73"/>
                    <a:pt x="58" y="77"/>
                    <a:pt x="59" y="78"/>
                  </a:cubicBezTo>
                  <a:cubicBezTo>
                    <a:pt x="60" y="81"/>
                    <a:pt x="61" y="84"/>
                    <a:pt x="63" y="87"/>
                  </a:cubicBezTo>
                  <a:cubicBezTo>
                    <a:pt x="59" y="86"/>
                    <a:pt x="54" y="77"/>
                    <a:pt x="52" y="73"/>
                  </a:cubicBezTo>
                  <a:cubicBezTo>
                    <a:pt x="50" y="70"/>
                    <a:pt x="48" y="67"/>
                    <a:pt x="46" y="64"/>
                  </a:cubicBezTo>
                  <a:cubicBezTo>
                    <a:pt x="45" y="61"/>
                    <a:pt x="43" y="56"/>
                    <a:pt x="41" y="56"/>
                  </a:cubicBezTo>
                  <a:cubicBezTo>
                    <a:pt x="40" y="59"/>
                    <a:pt x="43" y="65"/>
                    <a:pt x="44" y="68"/>
                  </a:cubicBezTo>
                  <a:cubicBezTo>
                    <a:pt x="44" y="69"/>
                    <a:pt x="45" y="72"/>
                    <a:pt x="43" y="72"/>
                  </a:cubicBezTo>
                  <a:cubicBezTo>
                    <a:pt x="42" y="71"/>
                    <a:pt x="41" y="67"/>
                    <a:pt x="41" y="66"/>
                  </a:cubicBezTo>
                  <a:cubicBezTo>
                    <a:pt x="39" y="61"/>
                    <a:pt x="36" y="57"/>
                    <a:pt x="34" y="52"/>
                  </a:cubicBezTo>
                  <a:cubicBezTo>
                    <a:pt x="32" y="49"/>
                    <a:pt x="30" y="44"/>
                    <a:pt x="27" y="42"/>
                  </a:cubicBezTo>
                  <a:cubicBezTo>
                    <a:pt x="27" y="46"/>
                    <a:pt x="30" y="51"/>
                    <a:pt x="31" y="54"/>
                  </a:cubicBezTo>
                  <a:cubicBezTo>
                    <a:pt x="32" y="57"/>
                    <a:pt x="34" y="66"/>
                    <a:pt x="30" y="60"/>
                  </a:cubicBezTo>
                  <a:cubicBezTo>
                    <a:pt x="28" y="58"/>
                    <a:pt x="28" y="55"/>
                    <a:pt x="26" y="53"/>
                  </a:cubicBezTo>
                  <a:cubicBezTo>
                    <a:pt x="25" y="52"/>
                    <a:pt x="23" y="52"/>
                    <a:pt x="22" y="50"/>
                  </a:cubicBezTo>
                  <a:cubicBezTo>
                    <a:pt x="20" y="48"/>
                    <a:pt x="20" y="47"/>
                    <a:pt x="20" y="45"/>
                  </a:cubicBezTo>
                  <a:cubicBezTo>
                    <a:pt x="19" y="42"/>
                    <a:pt x="18" y="40"/>
                    <a:pt x="17" y="39"/>
                  </a:cubicBezTo>
                  <a:cubicBezTo>
                    <a:pt x="16" y="40"/>
                    <a:pt x="17" y="45"/>
                    <a:pt x="15" y="46"/>
                  </a:cubicBezTo>
                  <a:cubicBezTo>
                    <a:pt x="13" y="48"/>
                    <a:pt x="11" y="43"/>
                    <a:pt x="11" y="42"/>
                  </a:cubicBezTo>
                  <a:cubicBezTo>
                    <a:pt x="9" y="39"/>
                    <a:pt x="9" y="39"/>
                    <a:pt x="7" y="38"/>
                  </a:cubicBezTo>
                  <a:cubicBezTo>
                    <a:pt x="5" y="37"/>
                    <a:pt x="3" y="34"/>
                    <a:pt x="1" y="33"/>
                  </a:cubicBezTo>
                  <a:cubicBezTo>
                    <a:pt x="2" y="31"/>
                    <a:pt x="2" y="30"/>
                    <a:pt x="1" y="28"/>
                  </a:cubicBezTo>
                  <a:cubicBezTo>
                    <a:pt x="1" y="28"/>
                    <a:pt x="0" y="28"/>
                    <a:pt x="0" y="27"/>
                  </a:cubicBezTo>
                  <a:cubicBezTo>
                    <a:pt x="0" y="26"/>
                    <a:pt x="0" y="25"/>
                    <a:pt x="0" y="24"/>
                  </a:cubicBezTo>
                  <a:cubicBezTo>
                    <a:pt x="0" y="21"/>
                    <a:pt x="0" y="18"/>
                    <a:pt x="0" y="15"/>
                  </a:cubicBezTo>
                  <a:cubicBezTo>
                    <a:pt x="2" y="18"/>
                    <a:pt x="2" y="21"/>
                    <a:pt x="5" y="24"/>
                  </a:cubicBezTo>
                  <a:cubicBezTo>
                    <a:pt x="7" y="26"/>
                    <a:pt x="8" y="30"/>
                    <a:pt x="11" y="31"/>
                  </a:cubicBezTo>
                  <a:cubicBezTo>
                    <a:pt x="10" y="28"/>
                    <a:pt x="8" y="26"/>
                    <a:pt x="8" y="24"/>
                  </a:cubicBezTo>
                  <a:cubicBezTo>
                    <a:pt x="10" y="22"/>
                    <a:pt x="11" y="27"/>
                    <a:pt x="13" y="29"/>
                  </a:cubicBezTo>
                  <a:cubicBezTo>
                    <a:pt x="14" y="30"/>
                    <a:pt x="15" y="31"/>
                    <a:pt x="16" y="32"/>
                  </a:cubicBezTo>
                  <a:cubicBezTo>
                    <a:pt x="18" y="34"/>
                    <a:pt x="17" y="36"/>
                    <a:pt x="19" y="35"/>
                  </a:cubicBezTo>
                  <a:cubicBezTo>
                    <a:pt x="19" y="32"/>
                    <a:pt x="17" y="29"/>
                    <a:pt x="16" y="26"/>
                  </a:cubicBezTo>
                  <a:cubicBezTo>
                    <a:pt x="14" y="23"/>
                    <a:pt x="10" y="21"/>
                    <a:pt x="9" y="17"/>
                  </a:cubicBezTo>
                  <a:cubicBezTo>
                    <a:pt x="9" y="14"/>
                    <a:pt x="9" y="12"/>
                    <a:pt x="7" y="9"/>
                  </a:cubicBezTo>
                  <a:cubicBezTo>
                    <a:pt x="6" y="7"/>
                    <a:pt x="2" y="3"/>
                    <a:pt x="2" y="1"/>
                  </a:cubicBezTo>
                  <a:cubicBezTo>
                    <a:pt x="3" y="0"/>
                    <a:pt x="4" y="1"/>
                    <a:pt x="5" y="1"/>
                  </a:cubicBezTo>
                  <a:lnTo>
                    <a:pt x="6" y="3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07" name="Freeform 1262"/>
            <p:cNvSpPr>
              <a:spLocks/>
            </p:cNvSpPr>
            <p:nvPr/>
          </p:nvSpPr>
          <p:spPr bwMode="auto">
            <a:xfrm>
              <a:off x="6009" y="7181"/>
              <a:ext cx="141" cy="169"/>
            </a:xfrm>
            <a:custGeom>
              <a:avLst/>
              <a:gdLst>
                <a:gd name="T0" fmla="*/ 541 w 25"/>
                <a:gd name="T1" fmla="*/ 541 h 30"/>
                <a:gd name="T2" fmla="*/ 192 w 25"/>
                <a:gd name="T3" fmla="*/ 1775 h 30"/>
                <a:gd name="T4" fmla="*/ 350 w 25"/>
                <a:gd name="T5" fmla="*/ 2315 h 30"/>
                <a:gd name="T6" fmla="*/ 733 w 25"/>
                <a:gd name="T7" fmla="*/ 1966 h 30"/>
                <a:gd name="T8" fmla="*/ 1083 w 25"/>
                <a:gd name="T9" fmla="*/ 2158 h 30"/>
                <a:gd name="T10" fmla="*/ 1433 w 25"/>
                <a:gd name="T11" fmla="*/ 2158 h 30"/>
                <a:gd name="T12" fmla="*/ 1782 w 25"/>
                <a:gd name="T13" fmla="*/ 3205 h 30"/>
                <a:gd name="T14" fmla="*/ 2324 w 25"/>
                <a:gd name="T15" fmla="*/ 2698 h 30"/>
                <a:gd name="T16" fmla="*/ 2515 w 25"/>
                <a:gd name="T17" fmla="*/ 3588 h 30"/>
                <a:gd name="T18" fmla="*/ 2865 w 25"/>
                <a:gd name="T19" fmla="*/ 4124 h 30"/>
                <a:gd name="T20" fmla="*/ 2865 w 25"/>
                <a:gd name="T21" fmla="*/ 3588 h 30"/>
                <a:gd name="T22" fmla="*/ 3593 w 25"/>
                <a:gd name="T23" fmla="*/ 3205 h 30"/>
                <a:gd name="T24" fmla="*/ 3593 w 25"/>
                <a:gd name="T25" fmla="*/ 3746 h 30"/>
                <a:gd name="T26" fmla="*/ 3942 w 25"/>
                <a:gd name="T27" fmla="*/ 4287 h 30"/>
                <a:gd name="T28" fmla="*/ 4292 w 25"/>
                <a:gd name="T29" fmla="*/ 4631 h 30"/>
                <a:gd name="T30" fmla="*/ 4134 w 25"/>
                <a:gd name="T31" fmla="*/ 3588 h 30"/>
                <a:gd name="T32" fmla="*/ 3942 w 25"/>
                <a:gd name="T33" fmla="*/ 2158 h 30"/>
                <a:gd name="T34" fmla="*/ 3756 w 25"/>
                <a:gd name="T35" fmla="*/ 732 h 30"/>
                <a:gd name="T36" fmla="*/ 3243 w 25"/>
                <a:gd name="T37" fmla="*/ 2856 h 30"/>
                <a:gd name="T38" fmla="*/ 3401 w 25"/>
                <a:gd name="T39" fmla="*/ 1775 h 30"/>
                <a:gd name="T40" fmla="*/ 3243 w 25"/>
                <a:gd name="T41" fmla="*/ 890 h 30"/>
                <a:gd name="T42" fmla="*/ 2324 w 25"/>
                <a:gd name="T43" fmla="*/ 2158 h 30"/>
                <a:gd name="T44" fmla="*/ 2515 w 25"/>
                <a:gd name="T45" fmla="*/ 1239 h 30"/>
                <a:gd name="T46" fmla="*/ 2324 w 25"/>
                <a:gd name="T47" fmla="*/ 541 h 30"/>
                <a:gd name="T48" fmla="*/ 1624 w 25"/>
                <a:gd name="T49" fmla="*/ 1431 h 30"/>
                <a:gd name="T50" fmla="*/ 891 w 25"/>
                <a:gd name="T51" fmla="*/ 1617 h 30"/>
                <a:gd name="T52" fmla="*/ 1083 w 25"/>
                <a:gd name="T53" fmla="*/ 0 h 30"/>
                <a:gd name="T54" fmla="*/ 891 w 25"/>
                <a:gd name="T55" fmla="*/ 541 h 30"/>
                <a:gd name="T56" fmla="*/ 541 w 25"/>
                <a:gd name="T57" fmla="*/ 541 h 3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5" h="30">
                  <a:moveTo>
                    <a:pt x="3" y="3"/>
                  </a:moveTo>
                  <a:cubicBezTo>
                    <a:pt x="2" y="5"/>
                    <a:pt x="0" y="7"/>
                    <a:pt x="1" y="10"/>
                  </a:cubicBezTo>
                  <a:cubicBezTo>
                    <a:pt x="1" y="11"/>
                    <a:pt x="1" y="13"/>
                    <a:pt x="2" y="13"/>
                  </a:cubicBezTo>
                  <a:cubicBezTo>
                    <a:pt x="4" y="13"/>
                    <a:pt x="3" y="11"/>
                    <a:pt x="4" y="11"/>
                  </a:cubicBezTo>
                  <a:cubicBezTo>
                    <a:pt x="5" y="10"/>
                    <a:pt x="5" y="11"/>
                    <a:pt x="6" y="12"/>
                  </a:cubicBezTo>
                  <a:cubicBezTo>
                    <a:pt x="6" y="12"/>
                    <a:pt x="9" y="13"/>
                    <a:pt x="8" y="12"/>
                  </a:cubicBezTo>
                  <a:cubicBezTo>
                    <a:pt x="10" y="14"/>
                    <a:pt x="10" y="16"/>
                    <a:pt x="10" y="18"/>
                  </a:cubicBezTo>
                  <a:cubicBezTo>
                    <a:pt x="12" y="19"/>
                    <a:pt x="12" y="16"/>
                    <a:pt x="13" y="15"/>
                  </a:cubicBezTo>
                  <a:cubicBezTo>
                    <a:pt x="13" y="17"/>
                    <a:pt x="13" y="19"/>
                    <a:pt x="14" y="20"/>
                  </a:cubicBezTo>
                  <a:cubicBezTo>
                    <a:pt x="14" y="21"/>
                    <a:pt x="15" y="23"/>
                    <a:pt x="16" y="23"/>
                  </a:cubicBezTo>
                  <a:cubicBezTo>
                    <a:pt x="17" y="22"/>
                    <a:pt x="16" y="21"/>
                    <a:pt x="16" y="20"/>
                  </a:cubicBezTo>
                  <a:cubicBezTo>
                    <a:pt x="17" y="18"/>
                    <a:pt x="19" y="17"/>
                    <a:pt x="20" y="18"/>
                  </a:cubicBezTo>
                  <a:cubicBezTo>
                    <a:pt x="20" y="18"/>
                    <a:pt x="20" y="20"/>
                    <a:pt x="20" y="21"/>
                  </a:cubicBezTo>
                  <a:cubicBezTo>
                    <a:pt x="21" y="22"/>
                    <a:pt x="21" y="23"/>
                    <a:pt x="22" y="24"/>
                  </a:cubicBezTo>
                  <a:cubicBezTo>
                    <a:pt x="22" y="25"/>
                    <a:pt x="23" y="30"/>
                    <a:pt x="24" y="26"/>
                  </a:cubicBezTo>
                  <a:cubicBezTo>
                    <a:pt x="25" y="24"/>
                    <a:pt x="24" y="21"/>
                    <a:pt x="23" y="20"/>
                  </a:cubicBezTo>
                  <a:cubicBezTo>
                    <a:pt x="23" y="17"/>
                    <a:pt x="23" y="15"/>
                    <a:pt x="22" y="12"/>
                  </a:cubicBezTo>
                  <a:cubicBezTo>
                    <a:pt x="22" y="10"/>
                    <a:pt x="22" y="7"/>
                    <a:pt x="21" y="4"/>
                  </a:cubicBezTo>
                  <a:cubicBezTo>
                    <a:pt x="21" y="7"/>
                    <a:pt x="22" y="17"/>
                    <a:pt x="18" y="16"/>
                  </a:cubicBezTo>
                  <a:cubicBezTo>
                    <a:pt x="17" y="13"/>
                    <a:pt x="19" y="12"/>
                    <a:pt x="19" y="10"/>
                  </a:cubicBezTo>
                  <a:cubicBezTo>
                    <a:pt x="19" y="9"/>
                    <a:pt x="18" y="7"/>
                    <a:pt x="18" y="5"/>
                  </a:cubicBezTo>
                  <a:cubicBezTo>
                    <a:pt x="17" y="8"/>
                    <a:pt x="17" y="14"/>
                    <a:pt x="13" y="12"/>
                  </a:cubicBezTo>
                  <a:cubicBezTo>
                    <a:pt x="13" y="11"/>
                    <a:pt x="14" y="9"/>
                    <a:pt x="14" y="7"/>
                  </a:cubicBezTo>
                  <a:cubicBezTo>
                    <a:pt x="14" y="7"/>
                    <a:pt x="13" y="3"/>
                    <a:pt x="13" y="3"/>
                  </a:cubicBezTo>
                  <a:cubicBezTo>
                    <a:pt x="11" y="1"/>
                    <a:pt x="10" y="7"/>
                    <a:pt x="9" y="8"/>
                  </a:cubicBezTo>
                  <a:cubicBezTo>
                    <a:pt x="8" y="9"/>
                    <a:pt x="6" y="8"/>
                    <a:pt x="5" y="9"/>
                  </a:cubicBezTo>
                  <a:cubicBezTo>
                    <a:pt x="4" y="7"/>
                    <a:pt x="7" y="3"/>
                    <a:pt x="6" y="0"/>
                  </a:cubicBezTo>
                  <a:cubicBezTo>
                    <a:pt x="5" y="0"/>
                    <a:pt x="5" y="1"/>
                    <a:pt x="5" y="3"/>
                  </a:cubicBezTo>
                  <a:lnTo>
                    <a:pt x="3" y="3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08" name="Freeform 1263"/>
            <p:cNvSpPr>
              <a:spLocks/>
            </p:cNvSpPr>
            <p:nvPr/>
          </p:nvSpPr>
          <p:spPr bwMode="auto">
            <a:xfrm>
              <a:off x="5620" y="7051"/>
              <a:ext cx="68" cy="45"/>
            </a:xfrm>
            <a:custGeom>
              <a:avLst/>
              <a:gdLst>
                <a:gd name="T0" fmla="*/ 1286 w 12"/>
                <a:gd name="T1" fmla="*/ 349 h 8"/>
                <a:gd name="T2" fmla="*/ 0 w 12"/>
                <a:gd name="T3" fmla="*/ 1232 h 8"/>
                <a:gd name="T4" fmla="*/ 1094 w 12"/>
                <a:gd name="T5" fmla="*/ 1232 h 8"/>
                <a:gd name="T6" fmla="*/ 1638 w 12"/>
                <a:gd name="T7" fmla="*/ 726 h 8"/>
                <a:gd name="T8" fmla="*/ 2182 w 12"/>
                <a:gd name="T9" fmla="*/ 191 h 8"/>
                <a:gd name="T10" fmla="*/ 1445 w 12"/>
                <a:gd name="T11" fmla="*/ 349 h 8"/>
                <a:gd name="T12" fmla="*/ 1286 w 12"/>
                <a:gd name="T13" fmla="*/ 349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">
                  <a:moveTo>
                    <a:pt x="7" y="2"/>
                  </a:moveTo>
                  <a:cubicBezTo>
                    <a:pt x="5" y="3"/>
                    <a:pt x="2" y="5"/>
                    <a:pt x="0" y="7"/>
                  </a:cubicBezTo>
                  <a:cubicBezTo>
                    <a:pt x="1" y="8"/>
                    <a:pt x="5" y="8"/>
                    <a:pt x="6" y="7"/>
                  </a:cubicBezTo>
                  <a:cubicBezTo>
                    <a:pt x="8" y="7"/>
                    <a:pt x="8" y="5"/>
                    <a:pt x="9" y="4"/>
                  </a:cubicBezTo>
                  <a:cubicBezTo>
                    <a:pt x="10" y="3"/>
                    <a:pt x="11" y="2"/>
                    <a:pt x="12" y="1"/>
                  </a:cubicBezTo>
                  <a:cubicBezTo>
                    <a:pt x="11" y="0"/>
                    <a:pt x="9" y="1"/>
                    <a:pt x="8" y="2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09" name="Freeform 1264"/>
            <p:cNvSpPr>
              <a:spLocks/>
            </p:cNvSpPr>
            <p:nvPr/>
          </p:nvSpPr>
          <p:spPr bwMode="auto">
            <a:xfrm>
              <a:off x="5694" y="7068"/>
              <a:ext cx="101" cy="79"/>
            </a:xfrm>
            <a:custGeom>
              <a:avLst/>
              <a:gdLst>
                <a:gd name="T0" fmla="*/ 2834 w 18"/>
                <a:gd name="T1" fmla="*/ 192 h 14"/>
                <a:gd name="T2" fmla="*/ 0 w 18"/>
                <a:gd name="T3" fmla="*/ 1975 h 14"/>
                <a:gd name="T4" fmla="*/ 1605 w 18"/>
                <a:gd name="T5" fmla="*/ 1433 h 14"/>
                <a:gd name="T6" fmla="*/ 2486 w 18"/>
                <a:gd name="T7" fmla="*/ 734 h 14"/>
                <a:gd name="T8" fmla="*/ 3182 w 18"/>
                <a:gd name="T9" fmla="*/ 0 h 14"/>
                <a:gd name="T10" fmla="*/ 2834 w 18"/>
                <a:gd name="T11" fmla="*/ 192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4">
                  <a:moveTo>
                    <a:pt x="16" y="1"/>
                  </a:moveTo>
                  <a:cubicBezTo>
                    <a:pt x="11" y="1"/>
                    <a:pt x="2" y="6"/>
                    <a:pt x="0" y="11"/>
                  </a:cubicBezTo>
                  <a:cubicBezTo>
                    <a:pt x="3" y="14"/>
                    <a:pt x="6" y="10"/>
                    <a:pt x="9" y="8"/>
                  </a:cubicBezTo>
                  <a:cubicBezTo>
                    <a:pt x="10" y="6"/>
                    <a:pt x="12" y="5"/>
                    <a:pt x="14" y="4"/>
                  </a:cubicBezTo>
                  <a:cubicBezTo>
                    <a:pt x="15" y="3"/>
                    <a:pt x="18" y="2"/>
                    <a:pt x="18" y="0"/>
                  </a:cubicBezTo>
                  <a:cubicBezTo>
                    <a:pt x="17" y="0"/>
                    <a:pt x="16" y="0"/>
                    <a:pt x="16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10" name="Freeform 1265"/>
            <p:cNvSpPr>
              <a:spLocks/>
            </p:cNvSpPr>
            <p:nvPr/>
          </p:nvSpPr>
          <p:spPr bwMode="auto">
            <a:xfrm>
              <a:off x="5773" y="7096"/>
              <a:ext cx="101" cy="79"/>
            </a:xfrm>
            <a:custGeom>
              <a:avLst/>
              <a:gdLst>
                <a:gd name="T0" fmla="*/ 2110 w 18"/>
                <a:gd name="T1" fmla="*/ 734 h 14"/>
                <a:gd name="T2" fmla="*/ 0 w 18"/>
                <a:gd name="T3" fmla="*/ 1975 h 14"/>
                <a:gd name="T4" fmla="*/ 1762 w 18"/>
                <a:gd name="T5" fmla="*/ 1783 h 14"/>
                <a:gd name="T6" fmla="*/ 2301 w 18"/>
                <a:gd name="T7" fmla="*/ 1083 h 14"/>
                <a:gd name="T8" fmla="*/ 3182 w 18"/>
                <a:gd name="T9" fmla="*/ 350 h 14"/>
                <a:gd name="T10" fmla="*/ 2301 w 18"/>
                <a:gd name="T11" fmla="*/ 734 h 14"/>
                <a:gd name="T12" fmla="*/ 2110 w 18"/>
                <a:gd name="T13" fmla="*/ 734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4">
                  <a:moveTo>
                    <a:pt x="12" y="4"/>
                  </a:moveTo>
                  <a:cubicBezTo>
                    <a:pt x="9" y="7"/>
                    <a:pt x="2" y="6"/>
                    <a:pt x="0" y="11"/>
                  </a:cubicBezTo>
                  <a:cubicBezTo>
                    <a:pt x="3" y="14"/>
                    <a:pt x="7" y="13"/>
                    <a:pt x="10" y="10"/>
                  </a:cubicBezTo>
                  <a:cubicBezTo>
                    <a:pt x="11" y="9"/>
                    <a:pt x="12" y="7"/>
                    <a:pt x="13" y="6"/>
                  </a:cubicBezTo>
                  <a:cubicBezTo>
                    <a:pt x="15" y="4"/>
                    <a:pt x="17" y="3"/>
                    <a:pt x="18" y="2"/>
                  </a:cubicBezTo>
                  <a:cubicBezTo>
                    <a:pt x="17" y="0"/>
                    <a:pt x="15" y="3"/>
                    <a:pt x="13" y="4"/>
                  </a:cubicBezTo>
                  <a:lnTo>
                    <a:pt x="12" y="4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11" name="Freeform 1266"/>
            <p:cNvSpPr>
              <a:spLocks/>
            </p:cNvSpPr>
            <p:nvPr/>
          </p:nvSpPr>
          <p:spPr bwMode="auto">
            <a:xfrm>
              <a:off x="5513" y="6933"/>
              <a:ext cx="175" cy="101"/>
            </a:xfrm>
            <a:custGeom>
              <a:avLst/>
              <a:gdLst>
                <a:gd name="T0" fmla="*/ 0 w 31"/>
                <a:gd name="T1" fmla="*/ 3182 h 18"/>
                <a:gd name="T2" fmla="*/ 1976 w 31"/>
                <a:gd name="T3" fmla="*/ 2301 h 18"/>
                <a:gd name="T4" fmla="*/ 2518 w 31"/>
                <a:gd name="T5" fmla="*/ 1762 h 18"/>
                <a:gd name="T6" fmla="*/ 3060 w 31"/>
                <a:gd name="T7" fmla="*/ 1605 h 18"/>
                <a:gd name="T8" fmla="*/ 4494 w 31"/>
                <a:gd name="T9" fmla="*/ 1605 h 18"/>
                <a:gd name="T10" fmla="*/ 5577 w 31"/>
                <a:gd name="T11" fmla="*/ 1414 h 18"/>
                <a:gd name="T12" fmla="*/ 3602 w 31"/>
                <a:gd name="T13" fmla="*/ 881 h 18"/>
                <a:gd name="T14" fmla="*/ 3060 w 31"/>
                <a:gd name="T15" fmla="*/ 348 h 18"/>
                <a:gd name="T16" fmla="*/ 2518 w 31"/>
                <a:gd name="T17" fmla="*/ 191 h 18"/>
                <a:gd name="T18" fmla="*/ 1276 w 31"/>
                <a:gd name="T19" fmla="*/ 0 h 18"/>
                <a:gd name="T20" fmla="*/ 0 w 31"/>
                <a:gd name="T21" fmla="*/ 3182 h 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1" h="18">
                  <a:moveTo>
                    <a:pt x="0" y="18"/>
                  </a:moveTo>
                  <a:cubicBezTo>
                    <a:pt x="1" y="18"/>
                    <a:pt x="10" y="14"/>
                    <a:pt x="11" y="13"/>
                  </a:cubicBezTo>
                  <a:cubicBezTo>
                    <a:pt x="13" y="12"/>
                    <a:pt x="13" y="11"/>
                    <a:pt x="14" y="10"/>
                  </a:cubicBezTo>
                  <a:cubicBezTo>
                    <a:pt x="16" y="9"/>
                    <a:pt x="16" y="10"/>
                    <a:pt x="17" y="9"/>
                  </a:cubicBezTo>
                  <a:cubicBezTo>
                    <a:pt x="20" y="9"/>
                    <a:pt x="22" y="8"/>
                    <a:pt x="25" y="9"/>
                  </a:cubicBezTo>
                  <a:cubicBezTo>
                    <a:pt x="26" y="9"/>
                    <a:pt x="31" y="10"/>
                    <a:pt x="31" y="8"/>
                  </a:cubicBezTo>
                  <a:cubicBezTo>
                    <a:pt x="28" y="6"/>
                    <a:pt x="23" y="7"/>
                    <a:pt x="20" y="5"/>
                  </a:cubicBezTo>
                  <a:cubicBezTo>
                    <a:pt x="19" y="4"/>
                    <a:pt x="18" y="3"/>
                    <a:pt x="17" y="2"/>
                  </a:cubicBezTo>
                  <a:cubicBezTo>
                    <a:pt x="17" y="2"/>
                    <a:pt x="15" y="2"/>
                    <a:pt x="14" y="1"/>
                  </a:cubicBezTo>
                  <a:cubicBezTo>
                    <a:pt x="12" y="0"/>
                    <a:pt x="9" y="1"/>
                    <a:pt x="7" y="0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12" name="Freeform 1267"/>
            <p:cNvSpPr>
              <a:spLocks/>
            </p:cNvSpPr>
            <p:nvPr/>
          </p:nvSpPr>
          <p:spPr bwMode="auto">
            <a:xfrm>
              <a:off x="5553" y="6837"/>
              <a:ext cx="1488" cy="1144"/>
            </a:xfrm>
            <a:custGeom>
              <a:avLst/>
              <a:gdLst>
                <a:gd name="T0" fmla="*/ 25798 w 264"/>
                <a:gd name="T1" fmla="*/ 16833 h 203"/>
                <a:gd name="T2" fmla="*/ 33677 w 264"/>
                <a:gd name="T3" fmla="*/ 27219 h 203"/>
                <a:gd name="T4" fmla="*/ 37076 w 264"/>
                <a:gd name="T5" fmla="*/ 31316 h 203"/>
                <a:gd name="T6" fmla="*/ 36185 w 264"/>
                <a:gd name="T7" fmla="*/ 31153 h 203"/>
                <a:gd name="T8" fmla="*/ 32945 w 264"/>
                <a:gd name="T9" fmla="*/ 27377 h 203"/>
                <a:gd name="T10" fmla="*/ 32403 w 264"/>
                <a:gd name="T11" fmla="*/ 27377 h 203"/>
                <a:gd name="T12" fmla="*/ 34912 w 264"/>
                <a:gd name="T13" fmla="*/ 31153 h 203"/>
                <a:gd name="T14" fmla="*/ 39934 w 264"/>
                <a:gd name="T15" fmla="*/ 33632 h 203"/>
                <a:gd name="T16" fmla="*/ 46731 w 264"/>
                <a:gd name="T17" fmla="*/ 34900 h 203"/>
                <a:gd name="T18" fmla="*/ 46382 w 264"/>
                <a:gd name="T19" fmla="*/ 34714 h 203"/>
                <a:gd name="T20" fmla="*/ 30087 w 264"/>
                <a:gd name="T21" fmla="*/ 20581 h 203"/>
                <a:gd name="T22" fmla="*/ 18617 w 264"/>
                <a:gd name="T23" fmla="*/ 7687 h 203"/>
                <a:gd name="T24" fmla="*/ 16295 w 264"/>
                <a:gd name="T25" fmla="*/ 6255 h 203"/>
                <a:gd name="T26" fmla="*/ 1432 w 264"/>
                <a:gd name="T27" fmla="*/ 890 h 203"/>
                <a:gd name="T28" fmla="*/ 0 w 264"/>
                <a:gd name="T29" fmla="*/ 0 h 203"/>
                <a:gd name="T30" fmla="*/ 192 w 264"/>
                <a:gd name="T31" fmla="*/ 1967 h 203"/>
                <a:gd name="T32" fmla="*/ 3207 w 264"/>
                <a:gd name="T33" fmla="*/ 2699 h 203"/>
                <a:gd name="T34" fmla="*/ 6797 w 264"/>
                <a:gd name="T35" fmla="*/ 3748 h 203"/>
                <a:gd name="T36" fmla="*/ 17918 w 264"/>
                <a:gd name="T37" fmla="*/ 8605 h 203"/>
                <a:gd name="T38" fmla="*/ 25798 w 264"/>
                <a:gd name="T39" fmla="*/ 16833 h 20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64" h="203">
                  <a:moveTo>
                    <a:pt x="144" y="94"/>
                  </a:moveTo>
                  <a:cubicBezTo>
                    <a:pt x="144" y="94"/>
                    <a:pt x="173" y="136"/>
                    <a:pt x="188" y="152"/>
                  </a:cubicBezTo>
                  <a:cubicBezTo>
                    <a:pt x="188" y="152"/>
                    <a:pt x="202" y="172"/>
                    <a:pt x="207" y="175"/>
                  </a:cubicBezTo>
                  <a:cubicBezTo>
                    <a:pt x="207" y="175"/>
                    <a:pt x="208" y="178"/>
                    <a:pt x="202" y="174"/>
                  </a:cubicBezTo>
                  <a:cubicBezTo>
                    <a:pt x="202" y="174"/>
                    <a:pt x="189" y="161"/>
                    <a:pt x="184" y="153"/>
                  </a:cubicBezTo>
                  <a:cubicBezTo>
                    <a:pt x="184" y="153"/>
                    <a:pt x="175" y="146"/>
                    <a:pt x="181" y="153"/>
                  </a:cubicBezTo>
                  <a:cubicBezTo>
                    <a:pt x="181" y="153"/>
                    <a:pt x="188" y="170"/>
                    <a:pt x="195" y="174"/>
                  </a:cubicBezTo>
                  <a:cubicBezTo>
                    <a:pt x="195" y="174"/>
                    <a:pt x="218" y="191"/>
                    <a:pt x="223" y="188"/>
                  </a:cubicBezTo>
                  <a:cubicBezTo>
                    <a:pt x="223" y="188"/>
                    <a:pt x="255" y="203"/>
                    <a:pt x="261" y="195"/>
                  </a:cubicBezTo>
                  <a:cubicBezTo>
                    <a:pt x="261" y="195"/>
                    <a:pt x="264" y="194"/>
                    <a:pt x="259" y="194"/>
                  </a:cubicBezTo>
                  <a:cubicBezTo>
                    <a:pt x="259" y="194"/>
                    <a:pt x="218" y="185"/>
                    <a:pt x="168" y="115"/>
                  </a:cubicBezTo>
                  <a:cubicBezTo>
                    <a:pt x="168" y="115"/>
                    <a:pt x="112" y="49"/>
                    <a:pt x="104" y="43"/>
                  </a:cubicBezTo>
                  <a:cubicBezTo>
                    <a:pt x="104" y="43"/>
                    <a:pt x="97" y="36"/>
                    <a:pt x="91" y="35"/>
                  </a:cubicBezTo>
                  <a:cubicBezTo>
                    <a:pt x="91" y="35"/>
                    <a:pt x="13" y="9"/>
                    <a:pt x="8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4" y="12"/>
                    <a:pt x="18" y="15"/>
                  </a:cubicBezTo>
                  <a:cubicBezTo>
                    <a:pt x="18" y="15"/>
                    <a:pt x="35" y="21"/>
                    <a:pt x="38" y="21"/>
                  </a:cubicBezTo>
                  <a:cubicBezTo>
                    <a:pt x="38" y="21"/>
                    <a:pt x="92" y="38"/>
                    <a:pt x="100" y="48"/>
                  </a:cubicBezTo>
                  <a:cubicBezTo>
                    <a:pt x="100" y="48"/>
                    <a:pt x="141" y="87"/>
                    <a:pt x="144" y="9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13" name="Freeform 1268"/>
            <p:cNvSpPr>
              <a:spLocks/>
            </p:cNvSpPr>
            <p:nvPr/>
          </p:nvSpPr>
          <p:spPr bwMode="auto">
            <a:xfrm>
              <a:off x="4820" y="7062"/>
              <a:ext cx="800" cy="468"/>
            </a:xfrm>
            <a:custGeom>
              <a:avLst/>
              <a:gdLst>
                <a:gd name="T0" fmla="*/ 10918 w 142"/>
                <a:gd name="T1" fmla="*/ 733 h 83"/>
                <a:gd name="T2" fmla="*/ 541 w 142"/>
                <a:gd name="T3" fmla="*/ 4483 h 83"/>
                <a:gd name="T4" fmla="*/ 541 w 142"/>
                <a:gd name="T5" fmla="*/ 5723 h 83"/>
                <a:gd name="T6" fmla="*/ 1966 w 142"/>
                <a:gd name="T7" fmla="*/ 7347 h 83"/>
                <a:gd name="T8" fmla="*/ 2507 w 142"/>
                <a:gd name="T9" fmla="*/ 8616 h 83"/>
                <a:gd name="T10" fmla="*/ 4124 w 142"/>
                <a:gd name="T11" fmla="*/ 9507 h 83"/>
                <a:gd name="T12" fmla="*/ 4637 w 142"/>
                <a:gd name="T13" fmla="*/ 10048 h 83"/>
                <a:gd name="T14" fmla="*/ 6980 w 142"/>
                <a:gd name="T15" fmla="*/ 11125 h 83"/>
                <a:gd name="T16" fmla="*/ 7330 w 142"/>
                <a:gd name="T17" fmla="*/ 11666 h 83"/>
                <a:gd name="T18" fmla="*/ 9301 w 142"/>
                <a:gd name="T19" fmla="*/ 12715 h 83"/>
                <a:gd name="T20" fmla="*/ 11617 w 142"/>
                <a:gd name="T21" fmla="*/ 13640 h 83"/>
                <a:gd name="T22" fmla="*/ 14315 w 142"/>
                <a:gd name="T23" fmla="*/ 13640 h 83"/>
                <a:gd name="T24" fmla="*/ 17521 w 142"/>
                <a:gd name="T25" fmla="*/ 13448 h 83"/>
                <a:gd name="T26" fmla="*/ 19837 w 142"/>
                <a:gd name="T27" fmla="*/ 13448 h 83"/>
                <a:gd name="T28" fmla="*/ 23076 w 142"/>
                <a:gd name="T29" fmla="*/ 12557 h 83"/>
                <a:gd name="T30" fmla="*/ 25042 w 142"/>
                <a:gd name="T31" fmla="*/ 11125 h 83"/>
                <a:gd name="T32" fmla="*/ 25042 w 142"/>
                <a:gd name="T33" fmla="*/ 10048 h 83"/>
                <a:gd name="T34" fmla="*/ 20569 w 142"/>
                <a:gd name="T35" fmla="*/ 3592 h 83"/>
                <a:gd name="T36" fmla="*/ 10918 w 142"/>
                <a:gd name="T37" fmla="*/ 733 h 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42" h="83">
                  <a:moveTo>
                    <a:pt x="61" y="4"/>
                  </a:moveTo>
                  <a:cubicBezTo>
                    <a:pt x="60" y="5"/>
                    <a:pt x="21" y="23"/>
                    <a:pt x="3" y="25"/>
                  </a:cubicBezTo>
                  <a:cubicBezTo>
                    <a:pt x="3" y="25"/>
                    <a:pt x="0" y="29"/>
                    <a:pt x="3" y="32"/>
                  </a:cubicBezTo>
                  <a:cubicBezTo>
                    <a:pt x="3" y="32"/>
                    <a:pt x="3" y="39"/>
                    <a:pt x="11" y="41"/>
                  </a:cubicBezTo>
                  <a:cubicBezTo>
                    <a:pt x="11" y="41"/>
                    <a:pt x="14" y="45"/>
                    <a:pt x="14" y="48"/>
                  </a:cubicBezTo>
                  <a:cubicBezTo>
                    <a:pt x="14" y="48"/>
                    <a:pt x="16" y="54"/>
                    <a:pt x="23" y="53"/>
                  </a:cubicBezTo>
                  <a:cubicBezTo>
                    <a:pt x="23" y="53"/>
                    <a:pt x="26" y="53"/>
                    <a:pt x="26" y="56"/>
                  </a:cubicBezTo>
                  <a:cubicBezTo>
                    <a:pt x="26" y="56"/>
                    <a:pt x="27" y="63"/>
                    <a:pt x="39" y="62"/>
                  </a:cubicBezTo>
                  <a:cubicBezTo>
                    <a:pt x="39" y="62"/>
                    <a:pt x="41" y="63"/>
                    <a:pt x="41" y="65"/>
                  </a:cubicBezTo>
                  <a:cubicBezTo>
                    <a:pt x="41" y="65"/>
                    <a:pt x="42" y="72"/>
                    <a:pt x="52" y="71"/>
                  </a:cubicBezTo>
                  <a:cubicBezTo>
                    <a:pt x="52" y="71"/>
                    <a:pt x="59" y="78"/>
                    <a:pt x="65" y="76"/>
                  </a:cubicBezTo>
                  <a:cubicBezTo>
                    <a:pt x="65" y="76"/>
                    <a:pt x="77" y="82"/>
                    <a:pt x="80" y="76"/>
                  </a:cubicBezTo>
                  <a:cubicBezTo>
                    <a:pt x="80" y="76"/>
                    <a:pt x="94" y="83"/>
                    <a:pt x="98" y="75"/>
                  </a:cubicBezTo>
                  <a:cubicBezTo>
                    <a:pt x="98" y="75"/>
                    <a:pt x="107" y="78"/>
                    <a:pt x="111" y="75"/>
                  </a:cubicBezTo>
                  <a:cubicBezTo>
                    <a:pt x="111" y="75"/>
                    <a:pt x="125" y="78"/>
                    <a:pt x="129" y="70"/>
                  </a:cubicBezTo>
                  <a:cubicBezTo>
                    <a:pt x="129" y="70"/>
                    <a:pt x="138" y="65"/>
                    <a:pt x="140" y="62"/>
                  </a:cubicBezTo>
                  <a:cubicBezTo>
                    <a:pt x="140" y="62"/>
                    <a:pt x="142" y="60"/>
                    <a:pt x="140" y="56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0"/>
                    <a:pt x="66" y="0"/>
                    <a:pt x="61" y="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14" name="Freeform 1269"/>
            <p:cNvSpPr>
              <a:spLocks/>
            </p:cNvSpPr>
            <p:nvPr/>
          </p:nvSpPr>
          <p:spPr bwMode="auto">
            <a:xfrm>
              <a:off x="4127" y="6741"/>
              <a:ext cx="1279" cy="535"/>
            </a:xfrm>
            <a:custGeom>
              <a:avLst/>
              <a:gdLst>
                <a:gd name="T0" fmla="*/ 1240 w 227"/>
                <a:gd name="T1" fmla="*/ 16776 h 95"/>
                <a:gd name="T2" fmla="*/ 3747 w 227"/>
                <a:gd name="T3" fmla="*/ 15729 h 95"/>
                <a:gd name="T4" fmla="*/ 6254 w 227"/>
                <a:gd name="T5" fmla="*/ 14462 h 95"/>
                <a:gd name="T6" fmla="*/ 8221 w 227"/>
                <a:gd name="T7" fmla="*/ 13764 h 95"/>
                <a:gd name="T8" fmla="*/ 10193 w 227"/>
                <a:gd name="T9" fmla="*/ 12846 h 95"/>
                <a:gd name="T10" fmla="*/ 12159 w 227"/>
                <a:gd name="T11" fmla="*/ 11607 h 95"/>
                <a:gd name="T12" fmla="*/ 13241 w 227"/>
                <a:gd name="T13" fmla="*/ 11415 h 95"/>
                <a:gd name="T14" fmla="*/ 13590 w 227"/>
                <a:gd name="T15" fmla="*/ 10908 h 95"/>
                <a:gd name="T16" fmla="*/ 14317 w 227"/>
                <a:gd name="T17" fmla="*/ 11066 h 95"/>
                <a:gd name="T18" fmla="*/ 15207 w 227"/>
                <a:gd name="T19" fmla="*/ 10531 h 95"/>
                <a:gd name="T20" fmla="*/ 16097 w 227"/>
                <a:gd name="T21" fmla="*/ 10531 h 95"/>
                <a:gd name="T22" fmla="*/ 16982 w 227"/>
                <a:gd name="T23" fmla="*/ 10373 h 95"/>
                <a:gd name="T24" fmla="*/ 18064 w 227"/>
                <a:gd name="T25" fmla="*/ 9990 h 95"/>
                <a:gd name="T26" fmla="*/ 19146 w 227"/>
                <a:gd name="T27" fmla="*/ 10531 h 95"/>
                <a:gd name="T28" fmla="*/ 20030 w 227"/>
                <a:gd name="T29" fmla="*/ 10373 h 95"/>
                <a:gd name="T30" fmla="*/ 20920 w 227"/>
                <a:gd name="T31" fmla="*/ 10373 h 95"/>
                <a:gd name="T32" fmla="*/ 21811 w 227"/>
                <a:gd name="T33" fmla="*/ 10373 h 95"/>
                <a:gd name="T34" fmla="*/ 22729 w 227"/>
                <a:gd name="T35" fmla="*/ 10182 h 95"/>
                <a:gd name="T36" fmla="*/ 23969 w 227"/>
                <a:gd name="T37" fmla="*/ 10373 h 95"/>
                <a:gd name="T38" fmla="*/ 24859 w 227"/>
                <a:gd name="T39" fmla="*/ 9833 h 95"/>
                <a:gd name="T40" fmla="*/ 25935 w 227"/>
                <a:gd name="T41" fmla="*/ 9641 h 95"/>
                <a:gd name="T42" fmla="*/ 27017 w 227"/>
                <a:gd name="T43" fmla="*/ 9450 h 95"/>
                <a:gd name="T44" fmla="*/ 27907 w 227"/>
                <a:gd name="T45" fmla="*/ 9641 h 95"/>
                <a:gd name="T46" fmla="*/ 28983 w 227"/>
                <a:gd name="T47" fmla="*/ 9450 h 95"/>
                <a:gd name="T48" fmla="*/ 29873 w 227"/>
                <a:gd name="T49" fmla="*/ 10182 h 95"/>
                <a:gd name="T50" fmla="*/ 30764 w 227"/>
                <a:gd name="T51" fmla="*/ 10373 h 95"/>
                <a:gd name="T52" fmla="*/ 31648 w 227"/>
                <a:gd name="T53" fmla="*/ 10908 h 95"/>
                <a:gd name="T54" fmla="*/ 33271 w 227"/>
                <a:gd name="T55" fmla="*/ 9292 h 95"/>
                <a:gd name="T56" fmla="*/ 37018 w 227"/>
                <a:gd name="T57" fmla="*/ 5170 h 95"/>
                <a:gd name="T58" fmla="*/ 38635 w 227"/>
                <a:gd name="T59" fmla="*/ 2855 h 95"/>
                <a:gd name="T60" fmla="*/ 39525 w 227"/>
                <a:gd name="T61" fmla="*/ 1774 h 95"/>
                <a:gd name="T62" fmla="*/ 40601 w 227"/>
                <a:gd name="T63" fmla="*/ 541 h 95"/>
                <a:gd name="T64" fmla="*/ 38635 w 227"/>
                <a:gd name="T65" fmla="*/ 1239 h 95"/>
                <a:gd name="T66" fmla="*/ 36477 w 227"/>
                <a:gd name="T67" fmla="*/ 1965 h 95"/>
                <a:gd name="T68" fmla="*/ 31299 w 227"/>
                <a:gd name="T69" fmla="*/ 1616 h 95"/>
                <a:gd name="T70" fmla="*/ 26127 w 227"/>
                <a:gd name="T71" fmla="*/ 1076 h 95"/>
                <a:gd name="T72" fmla="*/ 20920 w 227"/>
                <a:gd name="T73" fmla="*/ 1965 h 95"/>
                <a:gd name="T74" fmla="*/ 11077 w 227"/>
                <a:gd name="T75" fmla="*/ 7676 h 95"/>
                <a:gd name="T76" fmla="*/ 8221 w 227"/>
                <a:gd name="T77" fmla="*/ 10182 h 95"/>
                <a:gd name="T78" fmla="*/ 4823 w 227"/>
                <a:gd name="T79" fmla="*/ 13223 h 95"/>
                <a:gd name="T80" fmla="*/ 2507 w 227"/>
                <a:gd name="T81" fmla="*/ 14653 h 95"/>
                <a:gd name="T82" fmla="*/ 349 w 227"/>
                <a:gd name="T83" fmla="*/ 16619 h 95"/>
                <a:gd name="T84" fmla="*/ 0 w 227"/>
                <a:gd name="T85" fmla="*/ 16968 h 95"/>
                <a:gd name="T86" fmla="*/ 1240 w 227"/>
                <a:gd name="T87" fmla="*/ 16776 h 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227" h="95">
                  <a:moveTo>
                    <a:pt x="7" y="94"/>
                  </a:moveTo>
                  <a:cubicBezTo>
                    <a:pt x="11" y="95"/>
                    <a:pt x="17" y="89"/>
                    <a:pt x="21" y="88"/>
                  </a:cubicBezTo>
                  <a:cubicBezTo>
                    <a:pt x="26" y="85"/>
                    <a:pt x="30" y="84"/>
                    <a:pt x="35" y="81"/>
                  </a:cubicBezTo>
                  <a:cubicBezTo>
                    <a:pt x="39" y="79"/>
                    <a:pt x="42" y="78"/>
                    <a:pt x="46" y="77"/>
                  </a:cubicBezTo>
                  <a:cubicBezTo>
                    <a:pt x="50" y="76"/>
                    <a:pt x="53" y="73"/>
                    <a:pt x="57" y="72"/>
                  </a:cubicBezTo>
                  <a:cubicBezTo>
                    <a:pt x="61" y="70"/>
                    <a:pt x="64" y="67"/>
                    <a:pt x="68" y="65"/>
                  </a:cubicBezTo>
                  <a:cubicBezTo>
                    <a:pt x="70" y="64"/>
                    <a:pt x="72" y="65"/>
                    <a:pt x="74" y="64"/>
                  </a:cubicBezTo>
                  <a:cubicBezTo>
                    <a:pt x="75" y="63"/>
                    <a:pt x="76" y="61"/>
                    <a:pt x="76" y="61"/>
                  </a:cubicBezTo>
                  <a:cubicBezTo>
                    <a:pt x="77" y="61"/>
                    <a:pt x="78" y="62"/>
                    <a:pt x="80" y="62"/>
                  </a:cubicBezTo>
                  <a:cubicBezTo>
                    <a:pt x="81" y="61"/>
                    <a:pt x="83" y="59"/>
                    <a:pt x="85" y="59"/>
                  </a:cubicBezTo>
                  <a:cubicBezTo>
                    <a:pt x="86" y="58"/>
                    <a:pt x="88" y="59"/>
                    <a:pt x="90" y="59"/>
                  </a:cubicBezTo>
                  <a:cubicBezTo>
                    <a:pt x="92" y="58"/>
                    <a:pt x="93" y="58"/>
                    <a:pt x="95" y="58"/>
                  </a:cubicBezTo>
                  <a:cubicBezTo>
                    <a:pt x="97" y="58"/>
                    <a:pt x="100" y="56"/>
                    <a:pt x="101" y="56"/>
                  </a:cubicBezTo>
                  <a:cubicBezTo>
                    <a:pt x="103" y="57"/>
                    <a:pt x="104" y="59"/>
                    <a:pt x="107" y="59"/>
                  </a:cubicBezTo>
                  <a:cubicBezTo>
                    <a:pt x="109" y="59"/>
                    <a:pt x="110" y="58"/>
                    <a:pt x="112" y="58"/>
                  </a:cubicBezTo>
                  <a:cubicBezTo>
                    <a:pt x="114" y="59"/>
                    <a:pt x="115" y="59"/>
                    <a:pt x="117" y="58"/>
                  </a:cubicBezTo>
                  <a:cubicBezTo>
                    <a:pt x="119" y="57"/>
                    <a:pt x="120" y="58"/>
                    <a:pt x="122" y="58"/>
                  </a:cubicBezTo>
                  <a:cubicBezTo>
                    <a:pt x="124" y="58"/>
                    <a:pt x="125" y="57"/>
                    <a:pt x="127" y="57"/>
                  </a:cubicBezTo>
                  <a:cubicBezTo>
                    <a:pt x="129" y="56"/>
                    <a:pt x="131" y="59"/>
                    <a:pt x="134" y="58"/>
                  </a:cubicBezTo>
                  <a:cubicBezTo>
                    <a:pt x="135" y="57"/>
                    <a:pt x="137" y="55"/>
                    <a:pt x="139" y="55"/>
                  </a:cubicBezTo>
                  <a:cubicBezTo>
                    <a:pt x="141" y="54"/>
                    <a:pt x="143" y="55"/>
                    <a:pt x="145" y="54"/>
                  </a:cubicBezTo>
                  <a:cubicBezTo>
                    <a:pt x="147" y="54"/>
                    <a:pt x="149" y="53"/>
                    <a:pt x="151" y="53"/>
                  </a:cubicBezTo>
                  <a:cubicBezTo>
                    <a:pt x="153" y="54"/>
                    <a:pt x="154" y="55"/>
                    <a:pt x="156" y="54"/>
                  </a:cubicBezTo>
                  <a:cubicBezTo>
                    <a:pt x="158" y="54"/>
                    <a:pt x="160" y="52"/>
                    <a:pt x="162" y="53"/>
                  </a:cubicBezTo>
                  <a:cubicBezTo>
                    <a:pt x="164" y="54"/>
                    <a:pt x="165" y="57"/>
                    <a:pt x="167" y="57"/>
                  </a:cubicBezTo>
                  <a:cubicBezTo>
                    <a:pt x="169" y="57"/>
                    <a:pt x="170" y="56"/>
                    <a:pt x="172" y="58"/>
                  </a:cubicBezTo>
                  <a:cubicBezTo>
                    <a:pt x="174" y="59"/>
                    <a:pt x="175" y="60"/>
                    <a:pt x="177" y="61"/>
                  </a:cubicBezTo>
                  <a:cubicBezTo>
                    <a:pt x="182" y="61"/>
                    <a:pt x="184" y="57"/>
                    <a:pt x="186" y="52"/>
                  </a:cubicBezTo>
                  <a:cubicBezTo>
                    <a:pt x="191" y="42"/>
                    <a:pt x="201" y="37"/>
                    <a:pt x="207" y="29"/>
                  </a:cubicBezTo>
                  <a:cubicBezTo>
                    <a:pt x="210" y="25"/>
                    <a:pt x="213" y="20"/>
                    <a:pt x="216" y="16"/>
                  </a:cubicBezTo>
                  <a:cubicBezTo>
                    <a:pt x="218" y="13"/>
                    <a:pt x="219" y="11"/>
                    <a:pt x="221" y="10"/>
                  </a:cubicBezTo>
                  <a:cubicBezTo>
                    <a:pt x="223" y="8"/>
                    <a:pt x="226" y="6"/>
                    <a:pt x="227" y="3"/>
                  </a:cubicBezTo>
                  <a:cubicBezTo>
                    <a:pt x="225" y="0"/>
                    <a:pt x="218" y="6"/>
                    <a:pt x="216" y="7"/>
                  </a:cubicBezTo>
                  <a:cubicBezTo>
                    <a:pt x="212" y="9"/>
                    <a:pt x="208" y="10"/>
                    <a:pt x="204" y="11"/>
                  </a:cubicBezTo>
                  <a:cubicBezTo>
                    <a:pt x="194" y="12"/>
                    <a:pt x="184" y="9"/>
                    <a:pt x="175" y="9"/>
                  </a:cubicBezTo>
                  <a:cubicBezTo>
                    <a:pt x="165" y="8"/>
                    <a:pt x="156" y="6"/>
                    <a:pt x="146" y="6"/>
                  </a:cubicBezTo>
                  <a:cubicBezTo>
                    <a:pt x="137" y="6"/>
                    <a:pt x="127" y="8"/>
                    <a:pt x="117" y="11"/>
                  </a:cubicBezTo>
                  <a:cubicBezTo>
                    <a:pt x="97" y="16"/>
                    <a:pt x="79" y="29"/>
                    <a:pt x="62" y="43"/>
                  </a:cubicBezTo>
                  <a:cubicBezTo>
                    <a:pt x="57" y="48"/>
                    <a:pt x="51" y="53"/>
                    <a:pt x="46" y="57"/>
                  </a:cubicBezTo>
                  <a:cubicBezTo>
                    <a:pt x="39" y="62"/>
                    <a:pt x="34" y="70"/>
                    <a:pt x="27" y="74"/>
                  </a:cubicBezTo>
                  <a:cubicBezTo>
                    <a:pt x="23" y="77"/>
                    <a:pt x="18" y="79"/>
                    <a:pt x="14" y="82"/>
                  </a:cubicBezTo>
                  <a:cubicBezTo>
                    <a:pt x="9" y="86"/>
                    <a:pt x="5" y="90"/>
                    <a:pt x="2" y="93"/>
                  </a:cubicBezTo>
                  <a:cubicBezTo>
                    <a:pt x="1" y="94"/>
                    <a:pt x="1" y="94"/>
                    <a:pt x="0" y="95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15" name="Freeform 1270"/>
            <p:cNvSpPr>
              <a:spLocks/>
            </p:cNvSpPr>
            <p:nvPr/>
          </p:nvSpPr>
          <p:spPr bwMode="auto">
            <a:xfrm>
              <a:off x="4392" y="6786"/>
              <a:ext cx="958" cy="333"/>
            </a:xfrm>
            <a:custGeom>
              <a:avLst/>
              <a:gdLst>
                <a:gd name="T0" fmla="*/ 0 w 170"/>
                <a:gd name="T1" fmla="*/ 10605 h 59"/>
                <a:gd name="T2" fmla="*/ 1431 w 170"/>
                <a:gd name="T3" fmla="*/ 10255 h 59"/>
                <a:gd name="T4" fmla="*/ 2699 w 170"/>
                <a:gd name="T5" fmla="*/ 9527 h 59"/>
                <a:gd name="T6" fmla="*/ 3939 w 170"/>
                <a:gd name="T7" fmla="*/ 8822 h 59"/>
                <a:gd name="T8" fmla="*/ 4480 w 170"/>
                <a:gd name="T9" fmla="*/ 8635 h 59"/>
                <a:gd name="T10" fmla="*/ 5179 w 170"/>
                <a:gd name="T11" fmla="*/ 8094 h 59"/>
                <a:gd name="T12" fmla="*/ 5906 w 170"/>
                <a:gd name="T13" fmla="*/ 7902 h 59"/>
                <a:gd name="T14" fmla="*/ 6796 w 170"/>
                <a:gd name="T15" fmla="*/ 7360 h 59"/>
                <a:gd name="T16" fmla="*/ 6988 w 170"/>
                <a:gd name="T17" fmla="*/ 7902 h 59"/>
                <a:gd name="T18" fmla="*/ 8228 w 170"/>
                <a:gd name="T19" fmla="*/ 7010 h 59"/>
                <a:gd name="T20" fmla="*/ 9112 w 170"/>
                <a:gd name="T21" fmla="*/ 7010 h 59"/>
                <a:gd name="T22" fmla="*/ 10036 w 170"/>
                <a:gd name="T23" fmla="*/ 7744 h 59"/>
                <a:gd name="T24" fmla="*/ 10927 w 170"/>
                <a:gd name="T25" fmla="*/ 7202 h 59"/>
                <a:gd name="T26" fmla="*/ 11812 w 170"/>
                <a:gd name="T27" fmla="*/ 7360 h 59"/>
                <a:gd name="T28" fmla="*/ 12894 w 170"/>
                <a:gd name="T29" fmla="*/ 6818 h 59"/>
                <a:gd name="T30" fmla="*/ 14674 w 170"/>
                <a:gd name="T31" fmla="*/ 7010 h 59"/>
                <a:gd name="T32" fmla="*/ 15401 w 170"/>
                <a:gd name="T33" fmla="*/ 7360 h 59"/>
                <a:gd name="T34" fmla="*/ 16641 w 170"/>
                <a:gd name="T35" fmla="*/ 7010 h 59"/>
                <a:gd name="T36" fmla="*/ 18799 w 170"/>
                <a:gd name="T37" fmla="*/ 7010 h 59"/>
                <a:gd name="T38" fmla="*/ 20929 w 170"/>
                <a:gd name="T39" fmla="*/ 7552 h 59"/>
                <a:gd name="T40" fmla="*/ 22896 w 170"/>
                <a:gd name="T41" fmla="*/ 8094 h 59"/>
                <a:gd name="T42" fmla="*/ 24705 w 170"/>
                <a:gd name="T43" fmla="*/ 8094 h 59"/>
                <a:gd name="T44" fmla="*/ 25753 w 170"/>
                <a:gd name="T45" fmla="*/ 5926 h 59"/>
                <a:gd name="T46" fmla="*/ 27376 w 170"/>
                <a:gd name="T47" fmla="*/ 3951 h 59"/>
                <a:gd name="T48" fmla="*/ 26294 w 170"/>
                <a:gd name="T49" fmla="*/ 4843 h 59"/>
                <a:gd name="T50" fmla="*/ 25246 w 170"/>
                <a:gd name="T51" fmla="*/ 5384 h 59"/>
                <a:gd name="T52" fmla="*/ 24514 w 170"/>
                <a:gd name="T53" fmla="*/ 6310 h 59"/>
                <a:gd name="T54" fmla="*/ 23279 w 170"/>
                <a:gd name="T55" fmla="*/ 6468 h 59"/>
                <a:gd name="T56" fmla="*/ 21307 w 170"/>
                <a:gd name="T57" fmla="*/ 6310 h 59"/>
                <a:gd name="T58" fmla="*/ 21307 w 170"/>
                <a:gd name="T59" fmla="*/ 5226 h 59"/>
                <a:gd name="T60" fmla="*/ 20231 w 170"/>
                <a:gd name="T61" fmla="*/ 4843 h 59"/>
                <a:gd name="T62" fmla="*/ 18957 w 170"/>
                <a:gd name="T63" fmla="*/ 4301 h 59"/>
                <a:gd name="T64" fmla="*/ 17717 w 170"/>
                <a:gd name="T65" fmla="*/ 4143 h 59"/>
                <a:gd name="T66" fmla="*/ 16449 w 170"/>
                <a:gd name="T67" fmla="*/ 3793 h 59"/>
                <a:gd name="T68" fmla="*/ 15210 w 170"/>
                <a:gd name="T69" fmla="*/ 3951 h 59"/>
                <a:gd name="T70" fmla="*/ 13051 w 170"/>
                <a:gd name="T71" fmla="*/ 3601 h 59"/>
                <a:gd name="T72" fmla="*/ 14860 w 170"/>
                <a:gd name="T73" fmla="*/ 2325 h 59"/>
                <a:gd name="T74" fmla="*/ 16833 w 170"/>
                <a:gd name="T75" fmla="*/ 1434 h 59"/>
                <a:gd name="T76" fmla="*/ 19149 w 170"/>
                <a:gd name="T77" fmla="*/ 1276 h 59"/>
                <a:gd name="T78" fmla="*/ 23279 w 170"/>
                <a:gd name="T79" fmla="*/ 1784 h 59"/>
                <a:gd name="T80" fmla="*/ 25055 w 170"/>
                <a:gd name="T81" fmla="*/ 1625 h 59"/>
                <a:gd name="T82" fmla="*/ 27027 w 170"/>
                <a:gd name="T83" fmla="*/ 1625 h 59"/>
                <a:gd name="T84" fmla="*/ 28644 w 170"/>
                <a:gd name="T85" fmla="*/ 1434 h 59"/>
                <a:gd name="T86" fmla="*/ 29535 w 170"/>
                <a:gd name="T87" fmla="*/ 1276 h 59"/>
                <a:gd name="T88" fmla="*/ 30425 w 170"/>
                <a:gd name="T89" fmla="*/ 734 h 59"/>
                <a:gd name="T90" fmla="*/ 28261 w 170"/>
                <a:gd name="T91" fmla="*/ 892 h 59"/>
                <a:gd name="T92" fmla="*/ 25246 w 170"/>
                <a:gd name="T93" fmla="*/ 1276 h 59"/>
                <a:gd name="T94" fmla="*/ 18799 w 170"/>
                <a:gd name="T95" fmla="*/ 0 h 59"/>
                <a:gd name="T96" fmla="*/ 8064 w 170"/>
                <a:gd name="T97" fmla="*/ 2517 h 59"/>
                <a:gd name="T98" fmla="*/ 0 w 170"/>
                <a:gd name="T99" fmla="*/ 9713 h 59"/>
                <a:gd name="T100" fmla="*/ 0 w 170"/>
                <a:gd name="T101" fmla="*/ 10605 h 5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70" h="59">
                  <a:moveTo>
                    <a:pt x="0" y="59"/>
                  </a:moveTo>
                  <a:cubicBezTo>
                    <a:pt x="2" y="59"/>
                    <a:pt x="5" y="58"/>
                    <a:pt x="8" y="57"/>
                  </a:cubicBezTo>
                  <a:cubicBezTo>
                    <a:pt x="11" y="57"/>
                    <a:pt x="12" y="56"/>
                    <a:pt x="15" y="53"/>
                  </a:cubicBezTo>
                  <a:cubicBezTo>
                    <a:pt x="17" y="51"/>
                    <a:pt x="19" y="51"/>
                    <a:pt x="22" y="49"/>
                  </a:cubicBezTo>
                  <a:cubicBezTo>
                    <a:pt x="23" y="49"/>
                    <a:pt x="24" y="49"/>
                    <a:pt x="25" y="48"/>
                  </a:cubicBezTo>
                  <a:cubicBezTo>
                    <a:pt x="27" y="47"/>
                    <a:pt x="27" y="45"/>
                    <a:pt x="29" y="45"/>
                  </a:cubicBezTo>
                  <a:cubicBezTo>
                    <a:pt x="30" y="49"/>
                    <a:pt x="32" y="45"/>
                    <a:pt x="33" y="44"/>
                  </a:cubicBezTo>
                  <a:cubicBezTo>
                    <a:pt x="34" y="43"/>
                    <a:pt x="37" y="43"/>
                    <a:pt x="38" y="41"/>
                  </a:cubicBezTo>
                  <a:cubicBezTo>
                    <a:pt x="38" y="42"/>
                    <a:pt x="38" y="44"/>
                    <a:pt x="39" y="44"/>
                  </a:cubicBezTo>
                  <a:cubicBezTo>
                    <a:pt x="41" y="40"/>
                    <a:pt x="43" y="42"/>
                    <a:pt x="46" y="39"/>
                  </a:cubicBezTo>
                  <a:cubicBezTo>
                    <a:pt x="47" y="44"/>
                    <a:pt x="49" y="44"/>
                    <a:pt x="51" y="39"/>
                  </a:cubicBezTo>
                  <a:cubicBezTo>
                    <a:pt x="53" y="40"/>
                    <a:pt x="54" y="42"/>
                    <a:pt x="56" y="43"/>
                  </a:cubicBezTo>
                  <a:cubicBezTo>
                    <a:pt x="57" y="43"/>
                    <a:pt x="59" y="40"/>
                    <a:pt x="61" y="40"/>
                  </a:cubicBezTo>
                  <a:cubicBezTo>
                    <a:pt x="63" y="41"/>
                    <a:pt x="64" y="42"/>
                    <a:pt x="66" y="41"/>
                  </a:cubicBezTo>
                  <a:cubicBezTo>
                    <a:pt x="68" y="40"/>
                    <a:pt x="70" y="39"/>
                    <a:pt x="72" y="38"/>
                  </a:cubicBezTo>
                  <a:cubicBezTo>
                    <a:pt x="74" y="38"/>
                    <a:pt x="79" y="38"/>
                    <a:pt x="82" y="39"/>
                  </a:cubicBezTo>
                  <a:cubicBezTo>
                    <a:pt x="84" y="40"/>
                    <a:pt x="84" y="41"/>
                    <a:pt x="86" y="41"/>
                  </a:cubicBezTo>
                  <a:cubicBezTo>
                    <a:pt x="89" y="41"/>
                    <a:pt x="90" y="39"/>
                    <a:pt x="93" y="39"/>
                  </a:cubicBezTo>
                  <a:cubicBezTo>
                    <a:pt x="97" y="40"/>
                    <a:pt x="101" y="38"/>
                    <a:pt x="105" y="39"/>
                  </a:cubicBezTo>
                  <a:cubicBezTo>
                    <a:pt x="109" y="40"/>
                    <a:pt x="113" y="40"/>
                    <a:pt x="117" y="42"/>
                  </a:cubicBezTo>
                  <a:cubicBezTo>
                    <a:pt x="120" y="43"/>
                    <a:pt x="124" y="44"/>
                    <a:pt x="128" y="45"/>
                  </a:cubicBezTo>
                  <a:cubicBezTo>
                    <a:pt x="131" y="47"/>
                    <a:pt x="136" y="48"/>
                    <a:pt x="138" y="45"/>
                  </a:cubicBezTo>
                  <a:cubicBezTo>
                    <a:pt x="141" y="40"/>
                    <a:pt x="141" y="36"/>
                    <a:pt x="144" y="33"/>
                  </a:cubicBezTo>
                  <a:cubicBezTo>
                    <a:pt x="146" y="31"/>
                    <a:pt x="153" y="25"/>
                    <a:pt x="153" y="22"/>
                  </a:cubicBezTo>
                  <a:cubicBezTo>
                    <a:pt x="151" y="23"/>
                    <a:pt x="149" y="26"/>
                    <a:pt x="147" y="27"/>
                  </a:cubicBezTo>
                  <a:cubicBezTo>
                    <a:pt x="145" y="28"/>
                    <a:pt x="143" y="29"/>
                    <a:pt x="141" y="30"/>
                  </a:cubicBezTo>
                  <a:cubicBezTo>
                    <a:pt x="139" y="32"/>
                    <a:pt x="139" y="34"/>
                    <a:pt x="137" y="35"/>
                  </a:cubicBezTo>
                  <a:cubicBezTo>
                    <a:pt x="135" y="36"/>
                    <a:pt x="132" y="35"/>
                    <a:pt x="130" y="36"/>
                  </a:cubicBezTo>
                  <a:cubicBezTo>
                    <a:pt x="128" y="37"/>
                    <a:pt x="120" y="42"/>
                    <a:pt x="119" y="35"/>
                  </a:cubicBezTo>
                  <a:cubicBezTo>
                    <a:pt x="119" y="32"/>
                    <a:pt x="121" y="32"/>
                    <a:pt x="119" y="29"/>
                  </a:cubicBezTo>
                  <a:cubicBezTo>
                    <a:pt x="118" y="28"/>
                    <a:pt x="114" y="28"/>
                    <a:pt x="113" y="27"/>
                  </a:cubicBezTo>
                  <a:cubicBezTo>
                    <a:pt x="110" y="26"/>
                    <a:pt x="109" y="24"/>
                    <a:pt x="106" y="24"/>
                  </a:cubicBezTo>
                  <a:cubicBezTo>
                    <a:pt x="104" y="23"/>
                    <a:pt x="102" y="24"/>
                    <a:pt x="99" y="23"/>
                  </a:cubicBezTo>
                  <a:cubicBezTo>
                    <a:pt x="97" y="23"/>
                    <a:pt x="95" y="21"/>
                    <a:pt x="92" y="21"/>
                  </a:cubicBezTo>
                  <a:cubicBezTo>
                    <a:pt x="90" y="21"/>
                    <a:pt x="87" y="22"/>
                    <a:pt x="85" y="22"/>
                  </a:cubicBezTo>
                  <a:cubicBezTo>
                    <a:pt x="83" y="22"/>
                    <a:pt x="73" y="23"/>
                    <a:pt x="73" y="20"/>
                  </a:cubicBezTo>
                  <a:cubicBezTo>
                    <a:pt x="73" y="18"/>
                    <a:pt x="82" y="13"/>
                    <a:pt x="83" y="13"/>
                  </a:cubicBezTo>
                  <a:cubicBezTo>
                    <a:pt x="87" y="12"/>
                    <a:pt x="89" y="8"/>
                    <a:pt x="94" y="8"/>
                  </a:cubicBezTo>
                  <a:cubicBezTo>
                    <a:pt x="98" y="8"/>
                    <a:pt x="102" y="8"/>
                    <a:pt x="107" y="7"/>
                  </a:cubicBezTo>
                  <a:cubicBezTo>
                    <a:pt x="114" y="6"/>
                    <a:pt x="122" y="9"/>
                    <a:pt x="130" y="10"/>
                  </a:cubicBezTo>
                  <a:cubicBezTo>
                    <a:pt x="133" y="11"/>
                    <a:pt x="137" y="9"/>
                    <a:pt x="140" y="9"/>
                  </a:cubicBezTo>
                  <a:cubicBezTo>
                    <a:pt x="144" y="9"/>
                    <a:pt x="148" y="9"/>
                    <a:pt x="151" y="9"/>
                  </a:cubicBezTo>
                  <a:cubicBezTo>
                    <a:pt x="155" y="9"/>
                    <a:pt x="157" y="7"/>
                    <a:pt x="160" y="8"/>
                  </a:cubicBezTo>
                  <a:cubicBezTo>
                    <a:pt x="163" y="9"/>
                    <a:pt x="162" y="9"/>
                    <a:pt x="165" y="7"/>
                  </a:cubicBezTo>
                  <a:cubicBezTo>
                    <a:pt x="166" y="6"/>
                    <a:pt x="169" y="5"/>
                    <a:pt x="170" y="4"/>
                  </a:cubicBezTo>
                  <a:cubicBezTo>
                    <a:pt x="167" y="1"/>
                    <a:pt x="161" y="4"/>
                    <a:pt x="158" y="5"/>
                  </a:cubicBezTo>
                  <a:cubicBezTo>
                    <a:pt x="152" y="6"/>
                    <a:pt x="147" y="7"/>
                    <a:pt x="141" y="7"/>
                  </a:cubicBezTo>
                  <a:cubicBezTo>
                    <a:pt x="129" y="6"/>
                    <a:pt x="117" y="0"/>
                    <a:pt x="105" y="0"/>
                  </a:cubicBezTo>
                  <a:cubicBezTo>
                    <a:pt x="84" y="0"/>
                    <a:pt x="64" y="3"/>
                    <a:pt x="45" y="14"/>
                  </a:cubicBezTo>
                  <a:cubicBezTo>
                    <a:pt x="28" y="24"/>
                    <a:pt x="13" y="37"/>
                    <a:pt x="0" y="54"/>
                  </a:cubicBezTo>
                  <a:lnTo>
                    <a:pt x="0" y="59"/>
                  </a:ln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16" name="Freeform 1271"/>
            <p:cNvSpPr>
              <a:spLocks/>
            </p:cNvSpPr>
            <p:nvPr/>
          </p:nvSpPr>
          <p:spPr bwMode="auto">
            <a:xfrm>
              <a:off x="4082" y="6741"/>
              <a:ext cx="1352" cy="541"/>
            </a:xfrm>
            <a:custGeom>
              <a:avLst/>
              <a:gdLst>
                <a:gd name="T0" fmla="*/ 40937 w 240"/>
                <a:gd name="T1" fmla="*/ 890 h 96"/>
                <a:gd name="T2" fmla="*/ 36115 w 240"/>
                <a:gd name="T3" fmla="*/ 2699 h 96"/>
                <a:gd name="T4" fmla="*/ 28246 w 240"/>
                <a:gd name="T5" fmla="*/ 1781 h 96"/>
                <a:gd name="T6" fmla="*/ 20212 w 240"/>
                <a:gd name="T7" fmla="*/ 3398 h 96"/>
                <a:gd name="T8" fmla="*/ 15199 w 240"/>
                <a:gd name="T9" fmla="*/ 6796 h 96"/>
                <a:gd name="T10" fmla="*/ 8219 w 240"/>
                <a:gd name="T11" fmla="*/ 13052 h 96"/>
                <a:gd name="T12" fmla="*/ 1775 w 240"/>
                <a:gd name="T13" fmla="*/ 17182 h 96"/>
                <a:gd name="T14" fmla="*/ 1966 w 240"/>
                <a:gd name="T15" fmla="*/ 15024 h 96"/>
                <a:gd name="T16" fmla="*/ 14849 w 240"/>
                <a:gd name="T17" fmla="*/ 4666 h 96"/>
                <a:gd name="T18" fmla="*/ 22883 w 240"/>
                <a:gd name="T19" fmla="*/ 349 h 96"/>
                <a:gd name="T20" fmla="*/ 32718 w 240"/>
                <a:gd name="T21" fmla="*/ 1431 h 96"/>
                <a:gd name="T22" fmla="*/ 37890 w 240"/>
                <a:gd name="T23" fmla="*/ 1967 h 96"/>
                <a:gd name="T24" fmla="*/ 40397 w 240"/>
                <a:gd name="T25" fmla="*/ 733 h 96"/>
                <a:gd name="T26" fmla="*/ 40937 w 240"/>
                <a:gd name="T27" fmla="*/ 890 h 9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40" h="96">
                  <a:moveTo>
                    <a:pt x="229" y="5"/>
                  </a:moveTo>
                  <a:cubicBezTo>
                    <a:pt x="229" y="5"/>
                    <a:pt x="213" y="17"/>
                    <a:pt x="202" y="15"/>
                  </a:cubicBezTo>
                  <a:cubicBezTo>
                    <a:pt x="202" y="15"/>
                    <a:pt x="168" y="10"/>
                    <a:pt x="158" y="10"/>
                  </a:cubicBezTo>
                  <a:cubicBezTo>
                    <a:pt x="158" y="10"/>
                    <a:pt x="127" y="10"/>
                    <a:pt x="113" y="19"/>
                  </a:cubicBezTo>
                  <a:cubicBezTo>
                    <a:pt x="113" y="19"/>
                    <a:pt x="97" y="28"/>
                    <a:pt x="85" y="38"/>
                  </a:cubicBezTo>
                  <a:cubicBezTo>
                    <a:pt x="85" y="38"/>
                    <a:pt x="56" y="69"/>
                    <a:pt x="46" y="73"/>
                  </a:cubicBezTo>
                  <a:cubicBezTo>
                    <a:pt x="46" y="73"/>
                    <a:pt x="20" y="93"/>
                    <a:pt x="10" y="96"/>
                  </a:cubicBezTo>
                  <a:cubicBezTo>
                    <a:pt x="10" y="96"/>
                    <a:pt x="0" y="92"/>
                    <a:pt x="11" y="84"/>
                  </a:cubicBezTo>
                  <a:cubicBezTo>
                    <a:pt x="11" y="84"/>
                    <a:pt x="73" y="36"/>
                    <a:pt x="83" y="26"/>
                  </a:cubicBezTo>
                  <a:cubicBezTo>
                    <a:pt x="83" y="26"/>
                    <a:pt x="108" y="2"/>
                    <a:pt x="128" y="2"/>
                  </a:cubicBezTo>
                  <a:cubicBezTo>
                    <a:pt x="128" y="2"/>
                    <a:pt x="155" y="3"/>
                    <a:pt x="183" y="8"/>
                  </a:cubicBezTo>
                  <a:cubicBezTo>
                    <a:pt x="183" y="8"/>
                    <a:pt x="205" y="13"/>
                    <a:pt x="212" y="11"/>
                  </a:cubicBezTo>
                  <a:cubicBezTo>
                    <a:pt x="212" y="11"/>
                    <a:pt x="223" y="7"/>
                    <a:pt x="226" y="4"/>
                  </a:cubicBezTo>
                  <a:cubicBezTo>
                    <a:pt x="226" y="4"/>
                    <a:pt x="240" y="0"/>
                    <a:pt x="229" y="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17" name="Freeform 1272"/>
            <p:cNvSpPr>
              <a:spLocks/>
            </p:cNvSpPr>
            <p:nvPr/>
          </p:nvSpPr>
          <p:spPr bwMode="auto">
            <a:xfrm>
              <a:off x="5096" y="7085"/>
              <a:ext cx="395" cy="304"/>
            </a:xfrm>
            <a:custGeom>
              <a:avLst/>
              <a:gdLst>
                <a:gd name="T0" fmla="*/ 1625 w 70"/>
                <a:gd name="T1" fmla="*/ 0 h 54"/>
                <a:gd name="T2" fmla="*/ 1083 w 70"/>
                <a:gd name="T3" fmla="*/ 1239 h 54"/>
                <a:gd name="T4" fmla="*/ 734 w 70"/>
                <a:gd name="T5" fmla="*/ 2505 h 54"/>
                <a:gd name="T6" fmla="*/ 192 w 70"/>
                <a:gd name="T7" fmla="*/ 3389 h 54"/>
                <a:gd name="T8" fmla="*/ 892 w 70"/>
                <a:gd name="T9" fmla="*/ 4470 h 54"/>
                <a:gd name="T10" fmla="*/ 2517 w 70"/>
                <a:gd name="T11" fmla="*/ 6592 h 54"/>
                <a:gd name="T12" fmla="*/ 4300 w 70"/>
                <a:gd name="T13" fmla="*/ 8557 h 54"/>
                <a:gd name="T14" fmla="*/ 6467 w 70"/>
                <a:gd name="T15" fmla="*/ 9283 h 54"/>
                <a:gd name="T16" fmla="*/ 8436 w 70"/>
                <a:gd name="T17" fmla="*/ 8208 h 54"/>
                <a:gd name="T18" fmla="*/ 9869 w 70"/>
                <a:gd name="T19" fmla="*/ 7319 h 54"/>
                <a:gd name="T20" fmla="*/ 11844 w 70"/>
                <a:gd name="T21" fmla="*/ 5168 h 54"/>
                <a:gd name="T22" fmla="*/ 11844 w 70"/>
                <a:gd name="T23" fmla="*/ 3738 h 54"/>
                <a:gd name="T24" fmla="*/ 8086 w 70"/>
                <a:gd name="T25" fmla="*/ 3580 h 54"/>
                <a:gd name="T26" fmla="*/ 3950 w 70"/>
                <a:gd name="T27" fmla="*/ 2854 h 54"/>
                <a:gd name="T28" fmla="*/ 2517 w 70"/>
                <a:gd name="T29" fmla="*/ 1239 h 54"/>
                <a:gd name="T30" fmla="*/ 1625 w 70"/>
                <a:gd name="T31" fmla="*/ 0 h 5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0" h="54">
                  <a:moveTo>
                    <a:pt x="9" y="0"/>
                  </a:moveTo>
                  <a:cubicBezTo>
                    <a:pt x="9" y="3"/>
                    <a:pt x="7" y="4"/>
                    <a:pt x="6" y="7"/>
                  </a:cubicBezTo>
                  <a:cubicBezTo>
                    <a:pt x="5" y="9"/>
                    <a:pt x="6" y="11"/>
                    <a:pt x="4" y="14"/>
                  </a:cubicBezTo>
                  <a:cubicBezTo>
                    <a:pt x="2" y="16"/>
                    <a:pt x="0" y="15"/>
                    <a:pt x="1" y="19"/>
                  </a:cubicBezTo>
                  <a:cubicBezTo>
                    <a:pt x="1" y="20"/>
                    <a:pt x="4" y="24"/>
                    <a:pt x="5" y="25"/>
                  </a:cubicBezTo>
                  <a:cubicBezTo>
                    <a:pt x="8" y="29"/>
                    <a:pt x="11" y="33"/>
                    <a:pt x="14" y="37"/>
                  </a:cubicBezTo>
                  <a:cubicBezTo>
                    <a:pt x="18" y="40"/>
                    <a:pt x="20" y="46"/>
                    <a:pt x="24" y="48"/>
                  </a:cubicBezTo>
                  <a:cubicBezTo>
                    <a:pt x="29" y="50"/>
                    <a:pt x="32" y="54"/>
                    <a:pt x="36" y="52"/>
                  </a:cubicBezTo>
                  <a:cubicBezTo>
                    <a:pt x="40" y="50"/>
                    <a:pt x="44" y="48"/>
                    <a:pt x="47" y="46"/>
                  </a:cubicBezTo>
                  <a:cubicBezTo>
                    <a:pt x="51" y="43"/>
                    <a:pt x="51" y="42"/>
                    <a:pt x="55" y="41"/>
                  </a:cubicBezTo>
                  <a:cubicBezTo>
                    <a:pt x="60" y="38"/>
                    <a:pt x="63" y="35"/>
                    <a:pt x="66" y="29"/>
                  </a:cubicBezTo>
                  <a:cubicBezTo>
                    <a:pt x="68" y="26"/>
                    <a:pt x="70" y="23"/>
                    <a:pt x="66" y="21"/>
                  </a:cubicBezTo>
                  <a:cubicBezTo>
                    <a:pt x="60" y="18"/>
                    <a:pt x="51" y="20"/>
                    <a:pt x="45" y="20"/>
                  </a:cubicBezTo>
                  <a:cubicBezTo>
                    <a:pt x="38" y="20"/>
                    <a:pt x="28" y="20"/>
                    <a:pt x="22" y="16"/>
                  </a:cubicBezTo>
                  <a:cubicBezTo>
                    <a:pt x="19" y="15"/>
                    <a:pt x="17" y="9"/>
                    <a:pt x="14" y="7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18" name="Freeform 1273"/>
            <p:cNvSpPr>
              <a:spLocks/>
            </p:cNvSpPr>
            <p:nvPr/>
          </p:nvSpPr>
          <p:spPr bwMode="auto">
            <a:xfrm>
              <a:off x="5119" y="7068"/>
              <a:ext cx="366" cy="321"/>
            </a:xfrm>
            <a:custGeom>
              <a:avLst/>
              <a:gdLst>
                <a:gd name="T0" fmla="*/ 1616 w 65"/>
                <a:gd name="T1" fmla="*/ 0 h 57"/>
                <a:gd name="T2" fmla="*/ 1075 w 65"/>
                <a:gd name="T3" fmla="*/ 1239 h 57"/>
                <a:gd name="T4" fmla="*/ 732 w 65"/>
                <a:gd name="T5" fmla="*/ 2315 h 57"/>
                <a:gd name="T6" fmla="*/ 191 w 65"/>
                <a:gd name="T7" fmla="*/ 3396 h 57"/>
                <a:gd name="T8" fmla="*/ 732 w 65"/>
                <a:gd name="T9" fmla="*/ 4471 h 57"/>
                <a:gd name="T10" fmla="*/ 2314 w 65"/>
                <a:gd name="T11" fmla="*/ 6978 h 57"/>
                <a:gd name="T12" fmla="*/ 3739 w 65"/>
                <a:gd name="T13" fmla="*/ 9101 h 57"/>
                <a:gd name="T14" fmla="*/ 5546 w 65"/>
                <a:gd name="T15" fmla="*/ 9833 h 57"/>
                <a:gd name="T16" fmla="*/ 7861 w 65"/>
                <a:gd name="T17" fmla="*/ 8566 h 57"/>
                <a:gd name="T18" fmla="*/ 9448 w 65"/>
                <a:gd name="T19" fmla="*/ 7327 h 57"/>
                <a:gd name="T20" fmla="*/ 10873 w 65"/>
                <a:gd name="T21" fmla="*/ 5170 h 57"/>
                <a:gd name="T22" fmla="*/ 10873 w 65"/>
                <a:gd name="T23" fmla="*/ 3745 h 57"/>
                <a:gd name="T24" fmla="*/ 7483 w 65"/>
                <a:gd name="T25" fmla="*/ 3582 h 57"/>
                <a:gd name="T26" fmla="*/ 3581 w 65"/>
                <a:gd name="T27" fmla="*/ 2855 h 57"/>
                <a:gd name="T28" fmla="*/ 2314 w 65"/>
                <a:gd name="T29" fmla="*/ 1239 h 57"/>
                <a:gd name="T30" fmla="*/ 1616 w 65"/>
                <a:gd name="T31" fmla="*/ 0 h 5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5" h="57">
                  <a:moveTo>
                    <a:pt x="9" y="0"/>
                  </a:moveTo>
                  <a:cubicBezTo>
                    <a:pt x="8" y="3"/>
                    <a:pt x="6" y="4"/>
                    <a:pt x="6" y="7"/>
                  </a:cubicBezTo>
                  <a:cubicBezTo>
                    <a:pt x="5" y="9"/>
                    <a:pt x="5" y="11"/>
                    <a:pt x="4" y="13"/>
                  </a:cubicBezTo>
                  <a:cubicBezTo>
                    <a:pt x="2" y="16"/>
                    <a:pt x="0" y="15"/>
                    <a:pt x="1" y="19"/>
                  </a:cubicBezTo>
                  <a:cubicBezTo>
                    <a:pt x="1" y="20"/>
                    <a:pt x="4" y="24"/>
                    <a:pt x="4" y="25"/>
                  </a:cubicBezTo>
                  <a:cubicBezTo>
                    <a:pt x="7" y="29"/>
                    <a:pt x="10" y="36"/>
                    <a:pt x="13" y="39"/>
                  </a:cubicBezTo>
                  <a:cubicBezTo>
                    <a:pt x="16" y="43"/>
                    <a:pt x="17" y="49"/>
                    <a:pt x="21" y="51"/>
                  </a:cubicBezTo>
                  <a:cubicBezTo>
                    <a:pt x="25" y="53"/>
                    <a:pt x="27" y="57"/>
                    <a:pt x="31" y="55"/>
                  </a:cubicBezTo>
                  <a:cubicBezTo>
                    <a:pt x="34" y="52"/>
                    <a:pt x="40" y="51"/>
                    <a:pt x="44" y="48"/>
                  </a:cubicBezTo>
                  <a:cubicBezTo>
                    <a:pt x="47" y="46"/>
                    <a:pt x="50" y="43"/>
                    <a:pt x="53" y="41"/>
                  </a:cubicBezTo>
                  <a:cubicBezTo>
                    <a:pt x="58" y="39"/>
                    <a:pt x="58" y="35"/>
                    <a:pt x="61" y="29"/>
                  </a:cubicBezTo>
                  <a:cubicBezTo>
                    <a:pt x="63" y="26"/>
                    <a:pt x="65" y="23"/>
                    <a:pt x="61" y="21"/>
                  </a:cubicBezTo>
                  <a:cubicBezTo>
                    <a:pt x="56" y="18"/>
                    <a:pt x="47" y="20"/>
                    <a:pt x="42" y="20"/>
                  </a:cubicBezTo>
                  <a:cubicBezTo>
                    <a:pt x="36" y="20"/>
                    <a:pt x="26" y="20"/>
                    <a:pt x="20" y="16"/>
                  </a:cubicBezTo>
                  <a:cubicBezTo>
                    <a:pt x="17" y="15"/>
                    <a:pt x="16" y="9"/>
                    <a:pt x="13" y="7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19" name="Freeform 1274"/>
            <p:cNvSpPr>
              <a:spLocks/>
            </p:cNvSpPr>
            <p:nvPr/>
          </p:nvSpPr>
          <p:spPr bwMode="auto">
            <a:xfrm>
              <a:off x="5147" y="7057"/>
              <a:ext cx="344" cy="321"/>
            </a:xfrm>
            <a:custGeom>
              <a:avLst/>
              <a:gdLst>
                <a:gd name="T0" fmla="*/ 891 w 61"/>
                <a:gd name="T1" fmla="*/ 0 h 57"/>
                <a:gd name="T2" fmla="*/ 541 w 61"/>
                <a:gd name="T3" fmla="*/ 1076 h 57"/>
                <a:gd name="T4" fmla="*/ 192 w 61"/>
                <a:gd name="T5" fmla="*/ 2664 h 57"/>
                <a:gd name="T6" fmla="*/ 350 w 61"/>
                <a:gd name="T7" fmla="*/ 3931 h 57"/>
                <a:gd name="T8" fmla="*/ 891 w 61"/>
                <a:gd name="T9" fmla="*/ 5170 h 57"/>
                <a:gd name="T10" fmla="*/ 1624 w 61"/>
                <a:gd name="T11" fmla="*/ 6978 h 57"/>
                <a:gd name="T12" fmla="*/ 3051 w 61"/>
                <a:gd name="T13" fmla="*/ 8943 h 57"/>
                <a:gd name="T14" fmla="*/ 4833 w 61"/>
                <a:gd name="T15" fmla="*/ 9641 h 57"/>
                <a:gd name="T16" fmla="*/ 7185 w 61"/>
                <a:gd name="T17" fmla="*/ 8566 h 57"/>
                <a:gd name="T18" fmla="*/ 8775 w 61"/>
                <a:gd name="T19" fmla="*/ 7135 h 57"/>
                <a:gd name="T20" fmla="*/ 10207 w 61"/>
                <a:gd name="T21" fmla="*/ 5170 h 57"/>
                <a:gd name="T22" fmla="*/ 10207 w 61"/>
                <a:gd name="T23" fmla="*/ 3582 h 57"/>
                <a:gd name="T24" fmla="*/ 6807 w 61"/>
                <a:gd name="T25" fmla="*/ 3396 h 57"/>
                <a:gd name="T26" fmla="*/ 3051 w 61"/>
                <a:gd name="T27" fmla="*/ 2855 h 57"/>
                <a:gd name="T28" fmla="*/ 1624 w 61"/>
                <a:gd name="T29" fmla="*/ 1239 h 57"/>
                <a:gd name="T30" fmla="*/ 891 w 61"/>
                <a:gd name="T31" fmla="*/ 0 h 5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1" h="57">
                  <a:moveTo>
                    <a:pt x="5" y="0"/>
                  </a:moveTo>
                  <a:cubicBezTo>
                    <a:pt x="4" y="2"/>
                    <a:pt x="4" y="4"/>
                    <a:pt x="3" y="6"/>
                  </a:cubicBezTo>
                  <a:cubicBezTo>
                    <a:pt x="2" y="9"/>
                    <a:pt x="1" y="12"/>
                    <a:pt x="1" y="15"/>
                  </a:cubicBezTo>
                  <a:cubicBezTo>
                    <a:pt x="0" y="18"/>
                    <a:pt x="1" y="18"/>
                    <a:pt x="2" y="22"/>
                  </a:cubicBezTo>
                  <a:cubicBezTo>
                    <a:pt x="2" y="23"/>
                    <a:pt x="4" y="28"/>
                    <a:pt x="5" y="29"/>
                  </a:cubicBezTo>
                  <a:cubicBezTo>
                    <a:pt x="7" y="33"/>
                    <a:pt x="6" y="36"/>
                    <a:pt x="9" y="39"/>
                  </a:cubicBezTo>
                  <a:cubicBezTo>
                    <a:pt x="12" y="43"/>
                    <a:pt x="13" y="48"/>
                    <a:pt x="17" y="50"/>
                  </a:cubicBezTo>
                  <a:cubicBezTo>
                    <a:pt x="21" y="52"/>
                    <a:pt x="24" y="57"/>
                    <a:pt x="27" y="54"/>
                  </a:cubicBezTo>
                  <a:cubicBezTo>
                    <a:pt x="31" y="52"/>
                    <a:pt x="37" y="50"/>
                    <a:pt x="40" y="48"/>
                  </a:cubicBezTo>
                  <a:cubicBezTo>
                    <a:pt x="43" y="45"/>
                    <a:pt x="46" y="42"/>
                    <a:pt x="49" y="40"/>
                  </a:cubicBezTo>
                  <a:cubicBezTo>
                    <a:pt x="54" y="38"/>
                    <a:pt x="55" y="34"/>
                    <a:pt x="57" y="29"/>
                  </a:cubicBezTo>
                  <a:cubicBezTo>
                    <a:pt x="59" y="25"/>
                    <a:pt x="61" y="22"/>
                    <a:pt x="57" y="20"/>
                  </a:cubicBezTo>
                  <a:cubicBezTo>
                    <a:pt x="52" y="17"/>
                    <a:pt x="44" y="20"/>
                    <a:pt x="38" y="19"/>
                  </a:cubicBezTo>
                  <a:cubicBezTo>
                    <a:pt x="32" y="19"/>
                    <a:pt x="22" y="19"/>
                    <a:pt x="17" y="16"/>
                  </a:cubicBezTo>
                  <a:cubicBezTo>
                    <a:pt x="14" y="14"/>
                    <a:pt x="12" y="9"/>
                    <a:pt x="9" y="7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20" name="Freeform 1275"/>
            <p:cNvSpPr>
              <a:spLocks/>
            </p:cNvSpPr>
            <p:nvPr/>
          </p:nvSpPr>
          <p:spPr bwMode="auto">
            <a:xfrm>
              <a:off x="5153" y="6701"/>
              <a:ext cx="456" cy="660"/>
            </a:xfrm>
            <a:custGeom>
              <a:avLst/>
              <a:gdLst>
                <a:gd name="T0" fmla="*/ 191 w 81"/>
                <a:gd name="T1" fmla="*/ 11835 h 117"/>
                <a:gd name="T2" fmla="*/ 540 w 81"/>
                <a:gd name="T3" fmla="*/ 15084 h 117"/>
                <a:gd name="T4" fmla="*/ 1616 w 81"/>
                <a:gd name="T5" fmla="*/ 18299 h 117"/>
                <a:gd name="T6" fmla="*/ 4087 w 81"/>
                <a:gd name="T7" fmla="*/ 20810 h 117"/>
                <a:gd name="T8" fmla="*/ 6243 w 81"/>
                <a:gd name="T9" fmla="*/ 19918 h 117"/>
                <a:gd name="T10" fmla="*/ 7482 w 81"/>
                <a:gd name="T11" fmla="*/ 18677 h 117"/>
                <a:gd name="T12" fmla="*/ 11597 w 81"/>
                <a:gd name="T13" fmla="*/ 13459 h 117"/>
                <a:gd name="T14" fmla="*/ 13725 w 81"/>
                <a:gd name="T15" fmla="*/ 4485 h 117"/>
                <a:gd name="T16" fmla="*/ 10871 w 81"/>
                <a:gd name="T17" fmla="*/ 733 h 117"/>
                <a:gd name="T18" fmla="*/ 5894 w 81"/>
                <a:gd name="T19" fmla="*/ 2866 h 117"/>
                <a:gd name="T20" fmla="*/ 3738 w 81"/>
                <a:gd name="T21" fmla="*/ 6109 h 117"/>
                <a:gd name="T22" fmla="*/ 1965 w 81"/>
                <a:gd name="T23" fmla="*/ 8625 h 117"/>
                <a:gd name="T24" fmla="*/ 191 w 81"/>
                <a:gd name="T25" fmla="*/ 11835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1" h="117">
                  <a:moveTo>
                    <a:pt x="1" y="66"/>
                  </a:moveTo>
                  <a:cubicBezTo>
                    <a:pt x="1" y="66"/>
                    <a:pt x="0" y="77"/>
                    <a:pt x="3" y="84"/>
                  </a:cubicBezTo>
                  <a:cubicBezTo>
                    <a:pt x="3" y="84"/>
                    <a:pt x="6" y="98"/>
                    <a:pt x="9" y="102"/>
                  </a:cubicBezTo>
                  <a:cubicBezTo>
                    <a:pt x="9" y="102"/>
                    <a:pt x="20" y="116"/>
                    <a:pt x="23" y="116"/>
                  </a:cubicBezTo>
                  <a:cubicBezTo>
                    <a:pt x="23" y="116"/>
                    <a:pt x="30" y="117"/>
                    <a:pt x="35" y="111"/>
                  </a:cubicBezTo>
                  <a:cubicBezTo>
                    <a:pt x="35" y="111"/>
                    <a:pt x="39" y="105"/>
                    <a:pt x="42" y="104"/>
                  </a:cubicBezTo>
                  <a:cubicBezTo>
                    <a:pt x="42" y="104"/>
                    <a:pt x="62" y="84"/>
                    <a:pt x="65" y="75"/>
                  </a:cubicBezTo>
                  <a:cubicBezTo>
                    <a:pt x="65" y="75"/>
                    <a:pt x="81" y="54"/>
                    <a:pt x="77" y="25"/>
                  </a:cubicBezTo>
                  <a:cubicBezTo>
                    <a:pt x="77" y="25"/>
                    <a:pt x="75" y="9"/>
                    <a:pt x="61" y="4"/>
                  </a:cubicBezTo>
                  <a:cubicBezTo>
                    <a:pt x="61" y="4"/>
                    <a:pt x="47" y="0"/>
                    <a:pt x="33" y="16"/>
                  </a:cubicBezTo>
                  <a:cubicBezTo>
                    <a:pt x="33" y="16"/>
                    <a:pt x="24" y="26"/>
                    <a:pt x="21" y="34"/>
                  </a:cubicBezTo>
                  <a:cubicBezTo>
                    <a:pt x="21" y="34"/>
                    <a:pt x="15" y="44"/>
                    <a:pt x="11" y="48"/>
                  </a:cubicBezTo>
                  <a:cubicBezTo>
                    <a:pt x="11" y="48"/>
                    <a:pt x="3" y="56"/>
                    <a:pt x="1" y="6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21" name="Freeform 1276"/>
            <p:cNvSpPr>
              <a:spLocks/>
            </p:cNvSpPr>
            <p:nvPr/>
          </p:nvSpPr>
          <p:spPr bwMode="auto">
            <a:xfrm>
              <a:off x="5260" y="6797"/>
              <a:ext cx="338" cy="581"/>
            </a:xfrm>
            <a:custGeom>
              <a:avLst/>
              <a:gdLst>
                <a:gd name="T0" fmla="*/ 349 w 60"/>
                <a:gd name="T1" fmla="*/ 17594 h 103"/>
                <a:gd name="T2" fmla="*/ 3048 w 60"/>
                <a:gd name="T3" fmla="*/ 16866 h 103"/>
                <a:gd name="T4" fmla="*/ 4287 w 60"/>
                <a:gd name="T5" fmla="*/ 15625 h 103"/>
                <a:gd name="T6" fmla="*/ 8061 w 60"/>
                <a:gd name="T7" fmla="*/ 10757 h 103"/>
                <a:gd name="T8" fmla="*/ 10534 w 60"/>
                <a:gd name="T9" fmla="*/ 4135 h 103"/>
                <a:gd name="T10" fmla="*/ 9999 w 60"/>
                <a:gd name="T11" fmla="*/ 192 h 103"/>
                <a:gd name="T12" fmla="*/ 9301 w 60"/>
                <a:gd name="T13" fmla="*/ 542 h 103"/>
                <a:gd name="T14" fmla="*/ 8760 w 60"/>
                <a:gd name="T15" fmla="*/ 1433 h 103"/>
                <a:gd name="T16" fmla="*/ 7143 w 60"/>
                <a:gd name="T17" fmla="*/ 1433 h 103"/>
                <a:gd name="T18" fmla="*/ 6445 w 60"/>
                <a:gd name="T19" fmla="*/ 2516 h 103"/>
                <a:gd name="T20" fmla="*/ 6253 w 60"/>
                <a:gd name="T21" fmla="*/ 4298 h 103"/>
                <a:gd name="T22" fmla="*/ 5171 w 60"/>
                <a:gd name="T23" fmla="*/ 7000 h 103"/>
                <a:gd name="T24" fmla="*/ 4124 w 60"/>
                <a:gd name="T25" fmla="*/ 10593 h 103"/>
                <a:gd name="T26" fmla="*/ 2158 w 60"/>
                <a:gd name="T27" fmla="*/ 13109 h 103"/>
                <a:gd name="T28" fmla="*/ 1082 w 60"/>
                <a:gd name="T29" fmla="*/ 16324 h 103"/>
                <a:gd name="T30" fmla="*/ 349 w 60"/>
                <a:gd name="T31" fmla="*/ 17594 h 10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03">
                  <a:moveTo>
                    <a:pt x="2" y="98"/>
                  </a:moveTo>
                  <a:cubicBezTo>
                    <a:pt x="2" y="98"/>
                    <a:pt x="7" y="103"/>
                    <a:pt x="17" y="94"/>
                  </a:cubicBezTo>
                  <a:cubicBezTo>
                    <a:pt x="17" y="94"/>
                    <a:pt x="22" y="88"/>
                    <a:pt x="24" y="87"/>
                  </a:cubicBezTo>
                  <a:cubicBezTo>
                    <a:pt x="24" y="87"/>
                    <a:pt x="42" y="69"/>
                    <a:pt x="45" y="60"/>
                  </a:cubicBezTo>
                  <a:cubicBezTo>
                    <a:pt x="45" y="60"/>
                    <a:pt x="56" y="43"/>
                    <a:pt x="59" y="23"/>
                  </a:cubicBezTo>
                  <a:cubicBezTo>
                    <a:pt x="59" y="23"/>
                    <a:pt x="60" y="4"/>
                    <a:pt x="56" y="1"/>
                  </a:cubicBezTo>
                  <a:cubicBezTo>
                    <a:pt x="56" y="1"/>
                    <a:pt x="53" y="0"/>
                    <a:pt x="52" y="3"/>
                  </a:cubicBezTo>
                  <a:cubicBezTo>
                    <a:pt x="52" y="3"/>
                    <a:pt x="48" y="4"/>
                    <a:pt x="49" y="8"/>
                  </a:cubicBezTo>
                  <a:cubicBezTo>
                    <a:pt x="49" y="8"/>
                    <a:pt x="44" y="3"/>
                    <a:pt x="40" y="8"/>
                  </a:cubicBezTo>
                  <a:cubicBezTo>
                    <a:pt x="40" y="8"/>
                    <a:pt x="34" y="10"/>
                    <a:pt x="36" y="14"/>
                  </a:cubicBezTo>
                  <a:cubicBezTo>
                    <a:pt x="36" y="14"/>
                    <a:pt x="37" y="21"/>
                    <a:pt x="35" y="24"/>
                  </a:cubicBezTo>
                  <a:cubicBezTo>
                    <a:pt x="35" y="24"/>
                    <a:pt x="29" y="33"/>
                    <a:pt x="29" y="39"/>
                  </a:cubicBezTo>
                  <a:cubicBezTo>
                    <a:pt x="29" y="39"/>
                    <a:pt x="27" y="55"/>
                    <a:pt x="23" y="59"/>
                  </a:cubicBezTo>
                  <a:cubicBezTo>
                    <a:pt x="23" y="59"/>
                    <a:pt x="14" y="63"/>
                    <a:pt x="12" y="73"/>
                  </a:cubicBezTo>
                  <a:cubicBezTo>
                    <a:pt x="12" y="73"/>
                    <a:pt x="9" y="87"/>
                    <a:pt x="6" y="91"/>
                  </a:cubicBezTo>
                  <a:cubicBezTo>
                    <a:pt x="6" y="91"/>
                    <a:pt x="0" y="95"/>
                    <a:pt x="2" y="98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22" name="Freeform 1277"/>
            <p:cNvSpPr>
              <a:spLocks/>
            </p:cNvSpPr>
            <p:nvPr/>
          </p:nvSpPr>
          <p:spPr bwMode="auto">
            <a:xfrm>
              <a:off x="5316" y="6837"/>
              <a:ext cx="276" cy="507"/>
            </a:xfrm>
            <a:custGeom>
              <a:avLst/>
              <a:gdLst>
                <a:gd name="T0" fmla="*/ 8759 w 49"/>
                <a:gd name="T1" fmla="*/ 3205 h 90"/>
                <a:gd name="T2" fmla="*/ 5712 w 49"/>
                <a:gd name="T3" fmla="*/ 10917 h 90"/>
                <a:gd name="T4" fmla="*/ 2315 w 49"/>
                <a:gd name="T5" fmla="*/ 14472 h 90"/>
                <a:gd name="T6" fmla="*/ 1081 w 49"/>
                <a:gd name="T7" fmla="*/ 15740 h 90"/>
                <a:gd name="T8" fmla="*/ 541 w 49"/>
                <a:gd name="T9" fmla="*/ 15362 h 90"/>
                <a:gd name="T10" fmla="*/ 1774 w 49"/>
                <a:gd name="T11" fmla="*/ 13774 h 90"/>
                <a:gd name="T12" fmla="*/ 4123 w 49"/>
                <a:gd name="T13" fmla="*/ 10917 h 90"/>
                <a:gd name="T14" fmla="*/ 4822 w 49"/>
                <a:gd name="T15" fmla="*/ 7329 h 90"/>
                <a:gd name="T16" fmla="*/ 5362 w 49"/>
                <a:gd name="T17" fmla="*/ 4124 h 90"/>
                <a:gd name="T18" fmla="*/ 5554 w 49"/>
                <a:gd name="T19" fmla="*/ 2856 h 90"/>
                <a:gd name="T20" fmla="*/ 5712 w 49"/>
                <a:gd name="T21" fmla="*/ 1775 h 90"/>
                <a:gd name="T22" fmla="*/ 6787 w 49"/>
                <a:gd name="T23" fmla="*/ 1617 h 90"/>
                <a:gd name="T24" fmla="*/ 7137 w 49"/>
                <a:gd name="T25" fmla="*/ 3048 h 90"/>
                <a:gd name="T26" fmla="*/ 7520 w 49"/>
                <a:gd name="T27" fmla="*/ 4287 h 90"/>
                <a:gd name="T28" fmla="*/ 8410 w 49"/>
                <a:gd name="T29" fmla="*/ 3588 h 90"/>
                <a:gd name="T30" fmla="*/ 8759 w 49"/>
                <a:gd name="T31" fmla="*/ 3205 h 9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9" h="90">
                  <a:moveTo>
                    <a:pt x="49" y="18"/>
                  </a:moveTo>
                  <a:cubicBezTo>
                    <a:pt x="49" y="18"/>
                    <a:pt x="45" y="44"/>
                    <a:pt x="32" y="61"/>
                  </a:cubicBezTo>
                  <a:cubicBezTo>
                    <a:pt x="32" y="61"/>
                    <a:pt x="24" y="74"/>
                    <a:pt x="13" y="81"/>
                  </a:cubicBezTo>
                  <a:cubicBezTo>
                    <a:pt x="13" y="81"/>
                    <a:pt x="7" y="86"/>
                    <a:pt x="6" y="88"/>
                  </a:cubicBezTo>
                  <a:cubicBezTo>
                    <a:pt x="6" y="88"/>
                    <a:pt x="0" y="90"/>
                    <a:pt x="3" y="86"/>
                  </a:cubicBezTo>
                  <a:cubicBezTo>
                    <a:pt x="3" y="86"/>
                    <a:pt x="6" y="79"/>
                    <a:pt x="10" y="77"/>
                  </a:cubicBezTo>
                  <a:cubicBezTo>
                    <a:pt x="10" y="77"/>
                    <a:pt x="21" y="66"/>
                    <a:pt x="23" y="61"/>
                  </a:cubicBezTo>
                  <a:cubicBezTo>
                    <a:pt x="23" y="61"/>
                    <a:pt x="27" y="49"/>
                    <a:pt x="27" y="41"/>
                  </a:cubicBezTo>
                  <a:cubicBezTo>
                    <a:pt x="27" y="41"/>
                    <a:pt x="27" y="27"/>
                    <a:pt x="30" y="23"/>
                  </a:cubicBezTo>
                  <a:cubicBezTo>
                    <a:pt x="30" y="23"/>
                    <a:pt x="32" y="19"/>
                    <a:pt x="31" y="16"/>
                  </a:cubicBezTo>
                  <a:cubicBezTo>
                    <a:pt x="31" y="16"/>
                    <a:pt x="30" y="12"/>
                    <a:pt x="32" y="10"/>
                  </a:cubicBezTo>
                  <a:cubicBezTo>
                    <a:pt x="32" y="10"/>
                    <a:pt x="36" y="0"/>
                    <a:pt x="38" y="9"/>
                  </a:cubicBezTo>
                  <a:cubicBezTo>
                    <a:pt x="38" y="9"/>
                    <a:pt x="40" y="12"/>
                    <a:pt x="40" y="17"/>
                  </a:cubicBezTo>
                  <a:cubicBezTo>
                    <a:pt x="40" y="17"/>
                    <a:pt x="40" y="26"/>
                    <a:pt x="42" y="24"/>
                  </a:cubicBezTo>
                  <a:cubicBezTo>
                    <a:pt x="42" y="24"/>
                    <a:pt x="45" y="25"/>
                    <a:pt x="47" y="20"/>
                  </a:cubicBezTo>
                  <a:cubicBezTo>
                    <a:pt x="47" y="20"/>
                    <a:pt x="49" y="13"/>
                    <a:pt x="49" y="18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23" name="Freeform 1278"/>
            <p:cNvSpPr>
              <a:spLocks/>
            </p:cNvSpPr>
            <p:nvPr/>
          </p:nvSpPr>
          <p:spPr bwMode="auto">
            <a:xfrm>
              <a:off x="5406" y="6780"/>
              <a:ext cx="45" cy="57"/>
            </a:xfrm>
            <a:custGeom>
              <a:avLst/>
              <a:gdLst>
                <a:gd name="T0" fmla="*/ 349 w 8"/>
                <a:gd name="T1" fmla="*/ 553 h 10"/>
                <a:gd name="T2" fmla="*/ 726 w 8"/>
                <a:gd name="T3" fmla="*/ 194 h 10"/>
                <a:gd name="T4" fmla="*/ 1232 w 8"/>
                <a:gd name="T5" fmla="*/ 747 h 10"/>
                <a:gd name="T6" fmla="*/ 1232 w 8"/>
                <a:gd name="T7" fmla="*/ 1106 h 10"/>
                <a:gd name="T8" fmla="*/ 540 w 8"/>
                <a:gd name="T9" fmla="*/ 1493 h 10"/>
                <a:gd name="T10" fmla="*/ 191 w 8"/>
                <a:gd name="T11" fmla="*/ 941 h 10"/>
                <a:gd name="T12" fmla="*/ 349 w 8"/>
                <a:gd name="T13" fmla="*/ 553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10">
                  <a:moveTo>
                    <a:pt x="2" y="3"/>
                  </a:moveTo>
                  <a:cubicBezTo>
                    <a:pt x="2" y="3"/>
                    <a:pt x="2" y="0"/>
                    <a:pt x="4" y="1"/>
                  </a:cubicBezTo>
                  <a:cubicBezTo>
                    <a:pt x="4" y="1"/>
                    <a:pt x="7" y="2"/>
                    <a:pt x="7" y="4"/>
                  </a:cubicBezTo>
                  <a:cubicBezTo>
                    <a:pt x="7" y="4"/>
                    <a:pt x="8" y="5"/>
                    <a:pt x="7" y="6"/>
                  </a:cubicBezTo>
                  <a:cubicBezTo>
                    <a:pt x="7" y="6"/>
                    <a:pt x="5" y="10"/>
                    <a:pt x="3" y="8"/>
                  </a:cubicBezTo>
                  <a:cubicBezTo>
                    <a:pt x="3" y="8"/>
                    <a:pt x="1" y="7"/>
                    <a:pt x="1" y="5"/>
                  </a:cubicBezTo>
                  <a:cubicBezTo>
                    <a:pt x="1" y="5"/>
                    <a:pt x="0" y="3"/>
                    <a:pt x="2" y="3"/>
                  </a:cubicBezTo>
                  <a:close/>
                </a:path>
              </a:pathLst>
            </a:custGeom>
            <a:solidFill>
              <a:srgbClr val="7D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24" name="Oval 1279"/>
            <p:cNvSpPr>
              <a:spLocks noChangeArrowheads="1"/>
            </p:cNvSpPr>
            <p:nvPr/>
          </p:nvSpPr>
          <p:spPr bwMode="auto">
            <a:xfrm>
              <a:off x="5418" y="6792"/>
              <a:ext cx="22" cy="34"/>
            </a:xfrm>
            <a:prstGeom prst="ellipse">
              <a:avLst/>
            </a:prstGeom>
            <a:solidFill>
              <a:srgbClr val="4A4A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8925" name="Freeform 1280"/>
            <p:cNvSpPr>
              <a:spLocks/>
            </p:cNvSpPr>
            <p:nvPr/>
          </p:nvSpPr>
          <p:spPr bwMode="auto">
            <a:xfrm>
              <a:off x="5541" y="6826"/>
              <a:ext cx="34" cy="33"/>
            </a:xfrm>
            <a:custGeom>
              <a:avLst/>
              <a:gdLst>
                <a:gd name="T0" fmla="*/ 0 w 6"/>
                <a:gd name="T1" fmla="*/ 847 h 6"/>
                <a:gd name="T2" fmla="*/ 193 w 6"/>
                <a:gd name="T3" fmla="*/ 517 h 6"/>
                <a:gd name="T4" fmla="*/ 351 w 6"/>
                <a:gd name="T5" fmla="*/ 0 h 6"/>
                <a:gd name="T6" fmla="*/ 737 w 6"/>
                <a:gd name="T7" fmla="*/ 182 h 6"/>
                <a:gd name="T8" fmla="*/ 901 w 6"/>
                <a:gd name="T9" fmla="*/ 336 h 6"/>
                <a:gd name="T10" fmla="*/ 737 w 6"/>
                <a:gd name="T11" fmla="*/ 1001 h 6"/>
                <a:gd name="T12" fmla="*/ 351 w 6"/>
                <a:gd name="T13" fmla="*/ 847 h 6"/>
                <a:gd name="T14" fmla="*/ 0 w 6"/>
                <a:gd name="T15" fmla="*/ 847 h 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" h="6">
                  <a:moveTo>
                    <a:pt x="0" y="5"/>
                  </a:moveTo>
                  <a:cubicBezTo>
                    <a:pt x="0" y="5"/>
                    <a:pt x="0" y="3"/>
                    <a:pt x="1" y="3"/>
                  </a:cubicBezTo>
                  <a:cubicBezTo>
                    <a:pt x="1" y="3"/>
                    <a:pt x="0" y="0"/>
                    <a:pt x="2" y="0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4" y="1"/>
                    <a:pt x="6" y="1"/>
                    <a:pt x="5" y="2"/>
                  </a:cubicBezTo>
                  <a:cubicBezTo>
                    <a:pt x="5" y="2"/>
                    <a:pt x="5" y="5"/>
                    <a:pt x="4" y="6"/>
                  </a:cubicBezTo>
                  <a:cubicBezTo>
                    <a:pt x="4" y="6"/>
                    <a:pt x="3" y="6"/>
                    <a:pt x="2" y="5"/>
                  </a:cubicBezTo>
                  <a:cubicBezTo>
                    <a:pt x="2" y="5"/>
                    <a:pt x="1" y="5"/>
                    <a:pt x="0" y="5"/>
                  </a:cubicBezTo>
                  <a:close/>
                </a:path>
              </a:pathLst>
            </a:custGeom>
            <a:solidFill>
              <a:srgbClr val="7D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26" name="Oval 1281"/>
            <p:cNvSpPr>
              <a:spLocks noChangeArrowheads="1"/>
            </p:cNvSpPr>
            <p:nvPr/>
          </p:nvSpPr>
          <p:spPr bwMode="auto">
            <a:xfrm>
              <a:off x="5547" y="6831"/>
              <a:ext cx="23" cy="23"/>
            </a:xfrm>
            <a:prstGeom prst="ellipse">
              <a:avLst/>
            </a:prstGeom>
            <a:solidFill>
              <a:srgbClr val="4A4A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8927" name="Oval 1282"/>
            <p:cNvSpPr>
              <a:spLocks noChangeArrowheads="1"/>
            </p:cNvSpPr>
            <p:nvPr/>
          </p:nvSpPr>
          <p:spPr bwMode="auto">
            <a:xfrm>
              <a:off x="5558" y="6837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8928" name="Oval 1283"/>
            <p:cNvSpPr>
              <a:spLocks noChangeArrowheads="1"/>
            </p:cNvSpPr>
            <p:nvPr/>
          </p:nvSpPr>
          <p:spPr bwMode="auto">
            <a:xfrm>
              <a:off x="5429" y="6809"/>
              <a:ext cx="11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8929" name="Freeform 1284"/>
            <p:cNvSpPr>
              <a:spLocks/>
            </p:cNvSpPr>
            <p:nvPr/>
          </p:nvSpPr>
          <p:spPr bwMode="auto">
            <a:xfrm>
              <a:off x="5468" y="6842"/>
              <a:ext cx="57" cy="113"/>
            </a:xfrm>
            <a:custGeom>
              <a:avLst/>
              <a:gdLst>
                <a:gd name="T0" fmla="*/ 194 w 10"/>
                <a:gd name="T1" fmla="*/ 1435 h 20"/>
                <a:gd name="T2" fmla="*/ 359 w 10"/>
                <a:gd name="T3" fmla="*/ 1085 h 20"/>
                <a:gd name="T4" fmla="*/ 1106 w 10"/>
                <a:gd name="T5" fmla="*/ 542 h 20"/>
                <a:gd name="T6" fmla="*/ 1853 w 10"/>
                <a:gd name="T7" fmla="*/ 1277 h 20"/>
                <a:gd name="T8" fmla="*/ 1493 w 10"/>
                <a:gd name="T9" fmla="*/ 3418 h 20"/>
                <a:gd name="T10" fmla="*/ 1300 w 10"/>
                <a:gd name="T11" fmla="*/ 3062 h 20"/>
                <a:gd name="T12" fmla="*/ 553 w 10"/>
                <a:gd name="T13" fmla="*/ 1978 h 20"/>
                <a:gd name="T14" fmla="*/ 194 w 10"/>
                <a:gd name="T15" fmla="*/ 1435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20">
                  <a:moveTo>
                    <a:pt x="1" y="8"/>
                  </a:moveTo>
                  <a:cubicBezTo>
                    <a:pt x="1" y="8"/>
                    <a:pt x="1" y="7"/>
                    <a:pt x="2" y="6"/>
                  </a:cubicBezTo>
                  <a:cubicBezTo>
                    <a:pt x="2" y="6"/>
                    <a:pt x="3" y="5"/>
                    <a:pt x="6" y="3"/>
                  </a:cubicBezTo>
                  <a:cubicBezTo>
                    <a:pt x="6" y="3"/>
                    <a:pt x="9" y="0"/>
                    <a:pt x="10" y="7"/>
                  </a:cubicBezTo>
                  <a:cubicBezTo>
                    <a:pt x="10" y="7"/>
                    <a:pt x="10" y="15"/>
                    <a:pt x="8" y="19"/>
                  </a:cubicBezTo>
                  <a:cubicBezTo>
                    <a:pt x="8" y="19"/>
                    <a:pt x="7" y="20"/>
                    <a:pt x="7" y="17"/>
                  </a:cubicBezTo>
                  <a:cubicBezTo>
                    <a:pt x="7" y="17"/>
                    <a:pt x="6" y="13"/>
                    <a:pt x="3" y="11"/>
                  </a:cubicBezTo>
                  <a:cubicBezTo>
                    <a:pt x="3" y="11"/>
                    <a:pt x="0" y="9"/>
                    <a:pt x="1" y="8"/>
                  </a:cubicBezTo>
                  <a:close/>
                </a:path>
              </a:pathLst>
            </a:custGeom>
            <a:solidFill>
              <a:srgbClr val="CFA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30" name="Freeform 1285"/>
            <p:cNvSpPr>
              <a:spLocks/>
            </p:cNvSpPr>
            <p:nvPr/>
          </p:nvSpPr>
          <p:spPr bwMode="auto">
            <a:xfrm>
              <a:off x="5474" y="6876"/>
              <a:ext cx="39" cy="74"/>
            </a:xfrm>
            <a:custGeom>
              <a:avLst/>
              <a:gdLst>
                <a:gd name="T0" fmla="*/ 0 w 7"/>
                <a:gd name="T1" fmla="*/ 552 h 13"/>
                <a:gd name="T2" fmla="*/ 184 w 7"/>
                <a:gd name="T3" fmla="*/ 194 h 13"/>
                <a:gd name="T4" fmla="*/ 1025 w 7"/>
                <a:gd name="T5" fmla="*/ 1298 h 13"/>
                <a:gd name="T6" fmla="*/ 1025 w 7"/>
                <a:gd name="T7" fmla="*/ 2396 h 13"/>
                <a:gd name="T8" fmla="*/ 869 w 7"/>
                <a:gd name="T9" fmla="*/ 2044 h 13"/>
                <a:gd name="T10" fmla="*/ 340 w 7"/>
                <a:gd name="T11" fmla="*/ 905 h 13"/>
                <a:gd name="T12" fmla="*/ 0 w 7"/>
                <a:gd name="T13" fmla="*/ 552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13">
                  <a:moveTo>
                    <a:pt x="0" y="3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1" y="1"/>
                    <a:pt x="6" y="0"/>
                    <a:pt x="6" y="7"/>
                  </a:cubicBezTo>
                  <a:cubicBezTo>
                    <a:pt x="6" y="7"/>
                    <a:pt x="7" y="11"/>
                    <a:pt x="6" y="13"/>
                  </a:cubicBezTo>
                  <a:cubicBezTo>
                    <a:pt x="6" y="13"/>
                    <a:pt x="5" y="13"/>
                    <a:pt x="5" y="11"/>
                  </a:cubicBezTo>
                  <a:cubicBezTo>
                    <a:pt x="5" y="11"/>
                    <a:pt x="4" y="6"/>
                    <a:pt x="2" y="5"/>
                  </a:cubicBezTo>
                  <a:cubicBezTo>
                    <a:pt x="2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BA8D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31" name="Freeform 1286"/>
            <p:cNvSpPr>
              <a:spLocks/>
            </p:cNvSpPr>
            <p:nvPr/>
          </p:nvSpPr>
          <p:spPr bwMode="auto">
            <a:xfrm>
              <a:off x="4403" y="6921"/>
              <a:ext cx="643" cy="158"/>
            </a:xfrm>
            <a:custGeom>
              <a:avLst/>
              <a:gdLst>
                <a:gd name="T0" fmla="*/ 0 w 114"/>
                <a:gd name="T1" fmla="*/ 5033 h 28"/>
                <a:gd name="T2" fmla="*/ 2166 w 114"/>
                <a:gd name="T3" fmla="*/ 3792 h 28"/>
                <a:gd name="T4" fmla="*/ 3051 w 114"/>
                <a:gd name="T5" fmla="*/ 3250 h 28"/>
                <a:gd name="T6" fmla="*/ 4134 w 114"/>
                <a:gd name="T7" fmla="*/ 3058 h 28"/>
                <a:gd name="T8" fmla="*/ 5217 w 114"/>
                <a:gd name="T9" fmla="*/ 2517 h 28"/>
                <a:gd name="T10" fmla="*/ 6109 w 114"/>
                <a:gd name="T11" fmla="*/ 2517 h 28"/>
                <a:gd name="T12" fmla="*/ 7000 w 114"/>
                <a:gd name="T13" fmla="*/ 1975 h 28"/>
                <a:gd name="T14" fmla="*/ 7541 w 114"/>
                <a:gd name="T15" fmla="*/ 2325 h 28"/>
                <a:gd name="T16" fmla="*/ 8083 w 114"/>
                <a:gd name="T17" fmla="*/ 1975 h 28"/>
                <a:gd name="T18" fmla="*/ 10243 w 114"/>
                <a:gd name="T19" fmla="*/ 2167 h 28"/>
                <a:gd name="T20" fmla="*/ 11292 w 114"/>
                <a:gd name="T21" fmla="*/ 1975 h 28"/>
                <a:gd name="T22" fmla="*/ 12217 w 114"/>
                <a:gd name="T23" fmla="*/ 1625 h 28"/>
                <a:gd name="T24" fmla="*/ 14191 w 114"/>
                <a:gd name="T25" fmla="*/ 1975 h 28"/>
                <a:gd name="T26" fmla="*/ 15082 w 114"/>
                <a:gd name="T27" fmla="*/ 1975 h 28"/>
                <a:gd name="T28" fmla="*/ 16160 w 114"/>
                <a:gd name="T29" fmla="*/ 2167 h 28"/>
                <a:gd name="T30" fmla="*/ 17209 w 114"/>
                <a:gd name="T31" fmla="*/ 1975 h 28"/>
                <a:gd name="T32" fmla="*/ 18292 w 114"/>
                <a:gd name="T33" fmla="*/ 1975 h 28"/>
                <a:gd name="T34" fmla="*/ 20458 w 114"/>
                <a:gd name="T35" fmla="*/ 2325 h 28"/>
                <a:gd name="T36" fmla="*/ 19375 w 114"/>
                <a:gd name="T37" fmla="*/ 1783 h 28"/>
                <a:gd name="T38" fmla="*/ 18292 w 114"/>
                <a:gd name="T39" fmla="*/ 892 h 28"/>
                <a:gd name="T40" fmla="*/ 17400 w 114"/>
                <a:gd name="T41" fmla="*/ 1433 h 28"/>
                <a:gd name="T42" fmla="*/ 16701 w 114"/>
                <a:gd name="T43" fmla="*/ 1083 h 28"/>
                <a:gd name="T44" fmla="*/ 15968 w 114"/>
                <a:gd name="T45" fmla="*/ 1275 h 28"/>
                <a:gd name="T46" fmla="*/ 14541 w 114"/>
                <a:gd name="T47" fmla="*/ 1083 h 28"/>
                <a:gd name="T48" fmla="*/ 13458 w 114"/>
                <a:gd name="T49" fmla="*/ 350 h 28"/>
                <a:gd name="T50" fmla="*/ 12375 w 114"/>
                <a:gd name="T51" fmla="*/ 1083 h 28"/>
                <a:gd name="T52" fmla="*/ 11292 w 114"/>
                <a:gd name="T53" fmla="*/ 542 h 28"/>
                <a:gd name="T54" fmla="*/ 10401 w 114"/>
                <a:gd name="T55" fmla="*/ 350 h 28"/>
                <a:gd name="T56" fmla="*/ 10051 w 114"/>
                <a:gd name="T57" fmla="*/ 1275 h 28"/>
                <a:gd name="T58" fmla="*/ 9324 w 114"/>
                <a:gd name="T59" fmla="*/ 734 h 28"/>
                <a:gd name="T60" fmla="*/ 9160 w 114"/>
                <a:gd name="T61" fmla="*/ 192 h 28"/>
                <a:gd name="T62" fmla="*/ 8432 w 114"/>
                <a:gd name="T63" fmla="*/ 1275 h 28"/>
                <a:gd name="T64" fmla="*/ 7541 w 114"/>
                <a:gd name="T65" fmla="*/ 192 h 28"/>
                <a:gd name="T66" fmla="*/ 6458 w 114"/>
                <a:gd name="T67" fmla="*/ 1275 h 28"/>
                <a:gd name="T68" fmla="*/ 5375 w 114"/>
                <a:gd name="T69" fmla="*/ 1083 h 28"/>
                <a:gd name="T70" fmla="*/ 3407 w 114"/>
                <a:gd name="T71" fmla="*/ 1625 h 28"/>
                <a:gd name="T72" fmla="*/ 0 w 114"/>
                <a:gd name="T73" fmla="*/ 4142 h 28"/>
                <a:gd name="T74" fmla="*/ 0 w 114"/>
                <a:gd name="T75" fmla="*/ 5033 h 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14" h="28">
                  <a:moveTo>
                    <a:pt x="0" y="28"/>
                  </a:moveTo>
                  <a:cubicBezTo>
                    <a:pt x="4" y="28"/>
                    <a:pt x="8" y="24"/>
                    <a:pt x="12" y="21"/>
                  </a:cubicBezTo>
                  <a:cubicBezTo>
                    <a:pt x="14" y="20"/>
                    <a:pt x="15" y="20"/>
                    <a:pt x="17" y="18"/>
                  </a:cubicBezTo>
                  <a:cubicBezTo>
                    <a:pt x="20" y="17"/>
                    <a:pt x="21" y="17"/>
                    <a:pt x="23" y="17"/>
                  </a:cubicBezTo>
                  <a:cubicBezTo>
                    <a:pt x="26" y="17"/>
                    <a:pt x="26" y="15"/>
                    <a:pt x="29" y="14"/>
                  </a:cubicBezTo>
                  <a:cubicBezTo>
                    <a:pt x="30" y="13"/>
                    <a:pt x="32" y="14"/>
                    <a:pt x="34" y="14"/>
                  </a:cubicBezTo>
                  <a:cubicBezTo>
                    <a:pt x="36" y="13"/>
                    <a:pt x="36" y="11"/>
                    <a:pt x="39" y="11"/>
                  </a:cubicBezTo>
                  <a:cubicBezTo>
                    <a:pt x="40" y="12"/>
                    <a:pt x="41" y="13"/>
                    <a:pt x="42" y="13"/>
                  </a:cubicBezTo>
                  <a:cubicBezTo>
                    <a:pt x="43" y="13"/>
                    <a:pt x="44" y="12"/>
                    <a:pt x="45" y="11"/>
                  </a:cubicBezTo>
                  <a:cubicBezTo>
                    <a:pt x="49" y="11"/>
                    <a:pt x="53" y="13"/>
                    <a:pt x="57" y="12"/>
                  </a:cubicBezTo>
                  <a:cubicBezTo>
                    <a:pt x="59" y="12"/>
                    <a:pt x="61" y="12"/>
                    <a:pt x="63" y="11"/>
                  </a:cubicBezTo>
                  <a:cubicBezTo>
                    <a:pt x="65" y="11"/>
                    <a:pt x="66" y="10"/>
                    <a:pt x="68" y="9"/>
                  </a:cubicBezTo>
                  <a:cubicBezTo>
                    <a:pt x="71" y="9"/>
                    <a:pt x="75" y="11"/>
                    <a:pt x="79" y="11"/>
                  </a:cubicBezTo>
                  <a:cubicBezTo>
                    <a:pt x="81" y="12"/>
                    <a:pt x="83" y="11"/>
                    <a:pt x="84" y="11"/>
                  </a:cubicBezTo>
                  <a:cubicBezTo>
                    <a:pt x="86" y="11"/>
                    <a:pt x="88" y="12"/>
                    <a:pt x="90" y="12"/>
                  </a:cubicBezTo>
                  <a:cubicBezTo>
                    <a:pt x="92" y="12"/>
                    <a:pt x="93" y="10"/>
                    <a:pt x="96" y="11"/>
                  </a:cubicBezTo>
                  <a:cubicBezTo>
                    <a:pt x="99" y="11"/>
                    <a:pt x="100" y="11"/>
                    <a:pt x="102" y="11"/>
                  </a:cubicBezTo>
                  <a:cubicBezTo>
                    <a:pt x="106" y="11"/>
                    <a:pt x="111" y="16"/>
                    <a:pt x="114" y="13"/>
                  </a:cubicBezTo>
                  <a:cubicBezTo>
                    <a:pt x="112" y="12"/>
                    <a:pt x="110" y="12"/>
                    <a:pt x="108" y="10"/>
                  </a:cubicBezTo>
                  <a:cubicBezTo>
                    <a:pt x="107" y="9"/>
                    <a:pt x="104" y="5"/>
                    <a:pt x="102" y="5"/>
                  </a:cubicBezTo>
                  <a:cubicBezTo>
                    <a:pt x="99" y="6"/>
                    <a:pt x="100" y="9"/>
                    <a:pt x="97" y="8"/>
                  </a:cubicBezTo>
                  <a:cubicBezTo>
                    <a:pt x="96" y="7"/>
                    <a:pt x="95" y="6"/>
                    <a:pt x="93" y="6"/>
                  </a:cubicBezTo>
                  <a:cubicBezTo>
                    <a:pt x="91" y="5"/>
                    <a:pt x="91" y="6"/>
                    <a:pt x="89" y="7"/>
                  </a:cubicBezTo>
                  <a:cubicBezTo>
                    <a:pt x="86" y="8"/>
                    <a:pt x="84" y="7"/>
                    <a:pt x="81" y="6"/>
                  </a:cubicBezTo>
                  <a:cubicBezTo>
                    <a:pt x="79" y="5"/>
                    <a:pt x="77" y="3"/>
                    <a:pt x="75" y="2"/>
                  </a:cubicBezTo>
                  <a:cubicBezTo>
                    <a:pt x="71" y="1"/>
                    <a:pt x="71" y="5"/>
                    <a:pt x="69" y="6"/>
                  </a:cubicBezTo>
                  <a:cubicBezTo>
                    <a:pt x="65" y="8"/>
                    <a:pt x="66" y="4"/>
                    <a:pt x="63" y="3"/>
                  </a:cubicBezTo>
                  <a:cubicBezTo>
                    <a:pt x="61" y="10"/>
                    <a:pt x="60" y="0"/>
                    <a:pt x="58" y="2"/>
                  </a:cubicBezTo>
                  <a:cubicBezTo>
                    <a:pt x="57" y="3"/>
                    <a:pt x="57" y="7"/>
                    <a:pt x="56" y="7"/>
                  </a:cubicBezTo>
                  <a:cubicBezTo>
                    <a:pt x="54" y="9"/>
                    <a:pt x="53" y="6"/>
                    <a:pt x="52" y="4"/>
                  </a:cubicBezTo>
                  <a:cubicBezTo>
                    <a:pt x="52" y="3"/>
                    <a:pt x="53" y="0"/>
                    <a:pt x="51" y="1"/>
                  </a:cubicBezTo>
                  <a:cubicBezTo>
                    <a:pt x="49" y="1"/>
                    <a:pt x="48" y="6"/>
                    <a:pt x="47" y="7"/>
                  </a:cubicBezTo>
                  <a:cubicBezTo>
                    <a:pt x="42" y="10"/>
                    <a:pt x="44" y="4"/>
                    <a:pt x="42" y="1"/>
                  </a:cubicBezTo>
                  <a:cubicBezTo>
                    <a:pt x="40" y="0"/>
                    <a:pt x="38" y="6"/>
                    <a:pt x="36" y="7"/>
                  </a:cubicBezTo>
                  <a:cubicBezTo>
                    <a:pt x="34" y="2"/>
                    <a:pt x="34" y="4"/>
                    <a:pt x="30" y="6"/>
                  </a:cubicBezTo>
                  <a:cubicBezTo>
                    <a:pt x="26" y="7"/>
                    <a:pt x="23" y="6"/>
                    <a:pt x="19" y="9"/>
                  </a:cubicBezTo>
                  <a:cubicBezTo>
                    <a:pt x="13" y="13"/>
                    <a:pt x="6" y="17"/>
                    <a:pt x="0" y="23"/>
                  </a:cubicBezTo>
                  <a:lnTo>
                    <a:pt x="0" y="28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32" name="Freeform 1287"/>
            <p:cNvSpPr>
              <a:spLocks/>
            </p:cNvSpPr>
            <p:nvPr/>
          </p:nvSpPr>
          <p:spPr bwMode="auto">
            <a:xfrm>
              <a:off x="3631" y="6752"/>
              <a:ext cx="1189" cy="761"/>
            </a:xfrm>
            <a:custGeom>
              <a:avLst/>
              <a:gdLst>
                <a:gd name="T0" fmla="*/ 349 w 211"/>
                <a:gd name="T1" fmla="*/ 22943 h 135"/>
                <a:gd name="T2" fmla="*/ 1082 w 211"/>
                <a:gd name="T3" fmla="*/ 22210 h 135"/>
                <a:gd name="T4" fmla="*/ 6255 w 211"/>
                <a:gd name="T5" fmla="*/ 20243 h 135"/>
                <a:gd name="T6" fmla="*/ 26485 w 211"/>
                <a:gd name="T7" fmla="*/ 6257 h 135"/>
                <a:gd name="T8" fmla="*/ 35788 w 211"/>
                <a:gd name="T9" fmla="*/ 192 h 135"/>
                <a:gd name="T10" fmla="*/ 36138 w 211"/>
                <a:gd name="T11" fmla="*/ 541 h 135"/>
                <a:gd name="T12" fmla="*/ 29883 w 211"/>
                <a:gd name="T13" fmla="*/ 5023 h 135"/>
                <a:gd name="T14" fmla="*/ 22895 w 211"/>
                <a:gd name="T15" fmla="*/ 12554 h 135"/>
                <a:gd name="T16" fmla="*/ 9304 w 211"/>
                <a:gd name="T17" fmla="*/ 20970 h 135"/>
                <a:gd name="T18" fmla="*/ 349 w 211"/>
                <a:gd name="T19" fmla="*/ 22943 h 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1" h="135">
                  <a:moveTo>
                    <a:pt x="2" y="128"/>
                  </a:moveTo>
                  <a:cubicBezTo>
                    <a:pt x="2" y="128"/>
                    <a:pt x="0" y="124"/>
                    <a:pt x="6" y="124"/>
                  </a:cubicBezTo>
                  <a:cubicBezTo>
                    <a:pt x="6" y="124"/>
                    <a:pt x="29" y="119"/>
                    <a:pt x="35" y="113"/>
                  </a:cubicBezTo>
                  <a:cubicBezTo>
                    <a:pt x="35" y="113"/>
                    <a:pt x="103" y="71"/>
                    <a:pt x="148" y="35"/>
                  </a:cubicBezTo>
                  <a:cubicBezTo>
                    <a:pt x="148" y="35"/>
                    <a:pt x="179" y="8"/>
                    <a:pt x="200" y="1"/>
                  </a:cubicBezTo>
                  <a:cubicBezTo>
                    <a:pt x="200" y="1"/>
                    <a:pt x="211" y="0"/>
                    <a:pt x="202" y="3"/>
                  </a:cubicBezTo>
                  <a:cubicBezTo>
                    <a:pt x="202" y="3"/>
                    <a:pt x="172" y="18"/>
                    <a:pt x="167" y="28"/>
                  </a:cubicBezTo>
                  <a:cubicBezTo>
                    <a:pt x="167" y="28"/>
                    <a:pt x="138" y="63"/>
                    <a:pt x="128" y="70"/>
                  </a:cubicBezTo>
                  <a:cubicBezTo>
                    <a:pt x="128" y="70"/>
                    <a:pt x="72" y="111"/>
                    <a:pt x="52" y="117"/>
                  </a:cubicBezTo>
                  <a:cubicBezTo>
                    <a:pt x="52" y="117"/>
                    <a:pt x="1" y="135"/>
                    <a:pt x="2" y="128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33" name="Freeform 1288"/>
            <p:cNvSpPr>
              <a:spLocks/>
            </p:cNvSpPr>
            <p:nvPr/>
          </p:nvSpPr>
          <p:spPr bwMode="auto">
            <a:xfrm>
              <a:off x="5108" y="6961"/>
              <a:ext cx="95" cy="84"/>
            </a:xfrm>
            <a:custGeom>
              <a:avLst/>
              <a:gdLst>
                <a:gd name="T0" fmla="*/ 1403 w 17"/>
                <a:gd name="T1" fmla="*/ 1221 h 15"/>
                <a:gd name="T2" fmla="*/ 0 w 17"/>
                <a:gd name="T3" fmla="*/ 1943 h 15"/>
                <a:gd name="T4" fmla="*/ 1559 w 17"/>
                <a:gd name="T5" fmla="*/ 2100 h 15"/>
                <a:gd name="T6" fmla="*/ 2280 w 17"/>
                <a:gd name="T7" fmla="*/ 1064 h 15"/>
                <a:gd name="T8" fmla="*/ 2967 w 17"/>
                <a:gd name="T9" fmla="*/ 0 h 15"/>
                <a:gd name="T10" fmla="*/ 2436 w 17"/>
                <a:gd name="T11" fmla="*/ 532 h 15"/>
                <a:gd name="T12" fmla="*/ 1749 w 17"/>
                <a:gd name="T13" fmla="*/ 1064 h 15"/>
                <a:gd name="T14" fmla="*/ 1403 w 17"/>
                <a:gd name="T15" fmla="*/ 1221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15">
                  <a:moveTo>
                    <a:pt x="8" y="7"/>
                  </a:moveTo>
                  <a:cubicBezTo>
                    <a:pt x="6" y="8"/>
                    <a:pt x="1" y="9"/>
                    <a:pt x="0" y="11"/>
                  </a:cubicBezTo>
                  <a:cubicBezTo>
                    <a:pt x="3" y="13"/>
                    <a:pt x="7" y="15"/>
                    <a:pt x="9" y="12"/>
                  </a:cubicBezTo>
                  <a:cubicBezTo>
                    <a:pt x="11" y="11"/>
                    <a:pt x="11" y="8"/>
                    <a:pt x="13" y="6"/>
                  </a:cubicBezTo>
                  <a:cubicBezTo>
                    <a:pt x="14" y="4"/>
                    <a:pt x="16" y="3"/>
                    <a:pt x="17" y="0"/>
                  </a:cubicBezTo>
                  <a:cubicBezTo>
                    <a:pt x="16" y="0"/>
                    <a:pt x="15" y="2"/>
                    <a:pt x="14" y="3"/>
                  </a:cubicBezTo>
                  <a:cubicBezTo>
                    <a:pt x="13" y="5"/>
                    <a:pt x="11" y="5"/>
                    <a:pt x="10" y="6"/>
                  </a:cubicBezTo>
                  <a:lnTo>
                    <a:pt x="8" y="7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34" name="Freeform 1289"/>
            <p:cNvSpPr>
              <a:spLocks/>
            </p:cNvSpPr>
            <p:nvPr/>
          </p:nvSpPr>
          <p:spPr bwMode="auto">
            <a:xfrm>
              <a:off x="3631" y="6859"/>
              <a:ext cx="958" cy="632"/>
            </a:xfrm>
            <a:custGeom>
              <a:avLst/>
              <a:gdLst>
                <a:gd name="T0" fmla="*/ 541 w 170"/>
                <a:gd name="T1" fmla="*/ 19773 h 112"/>
                <a:gd name="T2" fmla="*/ 1431 w 170"/>
                <a:gd name="T3" fmla="*/ 19039 h 112"/>
                <a:gd name="T4" fmla="*/ 6796 w 170"/>
                <a:gd name="T5" fmla="*/ 17070 h 112"/>
                <a:gd name="T6" fmla="*/ 26294 w 170"/>
                <a:gd name="T7" fmla="*/ 3600 h 112"/>
                <a:gd name="T8" fmla="*/ 28802 w 170"/>
                <a:gd name="T9" fmla="*/ 2167 h 112"/>
                <a:gd name="T10" fmla="*/ 22355 w 170"/>
                <a:gd name="T11" fmla="*/ 8820 h 112"/>
                <a:gd name="T12" fmla="*/ 7337 w 170"/>
                <a:gd name="T13" fmla="*/ 18147 h 112"/>
                <a:gd name="T14" fmla="*/ 541 w 170"/>
                <a:gd name="T15" fmla="*/ 19773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0" h="112">
                  <a:moveTo>
                    <a:pt x="3" y="110"/>
                  </a:moveTo>
                  <a:cubicBezTo>
                    <a:pt x="3" y="110"/>
                    <a:pt x="0" y="107"/>
                    <a:pt x="8" y="106"/>
                  </a:cubicBezTo>
                  <a:cubicBezTo>
                    <a:pt x="8" y="106"/>
                    <a:pt x="32" y="99"/>
                    <a:pt x="38" y="95"/>
                  </a:cubicBezTo>
                  <a:cubicBezTo>
                    <a:pt x="38" y="95"/>
                    <a:pt x="98" y="61"/>
                    <a:pt x="147" y="20"/>
                  </a:cubicBezTo>
                  <a:cubicBezTo>
                    <a:pt x="147" y="20"/>
                    <a:pt x="170" y="0"/>
                    <a:pt x="161" y="12"/>
                  </a:cubicBezTo>
                  <a:cubicBezTo>
                    <a:pt x="161" y="12"/>
                    <a:pt x="138" y="40"/>
                    <a:pt x="125" y="49"/>
                  </a:cubicBezTo>
                  <a:cubicBezTo>
                    <a:pt x="124" y="50"/>
                    <a:pt x="69" y="90"/>
                    <a:pt x="41" y="101"/>
                  </a:cubicBezTo>
                  <a:cubicBezTo>
                    <a:pt x="41" y="101"/>
                    <a:pt x="12" y="112"/>
                    <a:pt x="3" y="110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35" name="Freeform 1290"/>
            <p:cNvSpPr>
              <a:spLocks/>
            </p:cNvSpPr>
            <p:nvPr/>
          </p:nvSpPr>
          <p:spPr bwMode="auto">
            <a:xfrm>
              <a:off x="4685" y="6769"/>
              <a:ext cx="355" cy="85"/>
            </a:xfrm>
            <a:custGeom>
              <a:avLst/>
              <a:gdLst>
                <a:gd name="T0" fmla="*/ 733 w 63"/>
                <a:gd name="T1" fmla="*/ 1830 h 15"/>
                <a:gd name="T2" fmla="*/ 5905 w 63"/>
                <a:gd name="T3" fmla="*/ 193 h 15"/>
                <a:gd name="T4" fmla="*/ 10385 w 63"/>
                <a:gd name="T5" fmla="*/ 544 h 15"/>
                <a:gd name="T6" fmla="*/ 7337 w 63"/>
                <a:gd name="T7" fmla="*/ 737 h 15"/>
                <a:gd name="T8" fmla="*/ 1431 w 63"/>
                <a:gd name="T9" fmla="*/ 1830 h 15"/>
                <a:gd name="T10" fmla="*/ 733 w 63"/>
                <a:gd name="T11" fmla="*/ 183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15">
                  <a:moveTo>
                    <a:pt x="4" y="10"/>
                  </a:moveTo>
                  <a:cubicBezTo>
                    <a:pt x="4" y="10"/>
                    <a:pt x="14" y="0"/>
                    <a:pt x="33" y="1"/>
                  </a:cubicBezTo>
                  <a:cubicBezTo>
                    <a:pt x="33" y="1"/>
                    <a:pt x="63" y="1"/>
                    <a:pt x="58" y="3"/>
                  </a:cubicBezTo>
                  <a:cubicBezTo>
                    <a:pt x="58" y="3"/>
                    <a:pt x="48" y="3"/>
                    <a:pt x="41" y="4"/>
                  </a:cubicBezTo>
                  <a:cubicBezTo>
                    <a:pt x="41" y="4"/>
                    <a:pt x="25" y="2"/>
                    <a:pt x="8" y="10"/>
                  </a:cubicBezTo>
                  <a:cubicBezTo>
                    <a:pt x="8" y="10"/>
                    <a:pt x="0" y="15"/>
                    <a:pt x="4" y="1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36" name="Freeform 1291"/>
            <p:cNvSpPr>
              <a:spLocks/>
            </p:cNvSpPr>
            <p:nvPr/>
          </p:nvSpPr>
          <p:spPr bwMode="auto">
            <a:xfrm>
              <a:off x="5412" y="6718"/>
              <a:ext cx="146" cy="113"/>
            </a:xfrm>
            <a:custGeom>
              <a:avLst/>
              <a:gdLst>
                <a:gd name="T0" fmla="*/ 696 w 26"/>
                <a:gd name="T1" fmla="*/ 893 h 20"/>
                <a:gd name="T2" fmla="*/ 4605 w 26"/>
                <a:gd name="T3" fmla="*/ 1819 h 20"/>
                <a:gd name="T4" fmla="*/ 4066 w 26"/>
                <a:gd name="T5" fmla="*/ 2170 h 20"/>
                <a:gd name="T6" fmla="*/ 3723 w 26"/>
                <a:gd name="T7" fmla="*/ 2520 h 20"/>
                <a:gd name="T8" fmla="*/ 3184 w 26"/>
                <a:gd name="T9" fmla="*/ 2712 h 20"/>
                <a:gd name="T10" fmla="*/ 2111 w 26"/>
                <a:gd name="T11" fmla="*/ 1819 h 20"/>
                <a:gd name="T12" fmla="*/ 696 w 26"/>
                <a:gd name="T13" fmla="*/ 893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0">
                  <a:moveTo>
                    <a:pt x="4" y="5"/>
                  </a:moveTo>
                  <a:cubicBezTo>
                    <a:pt x="4" y="5"/>
                    <a:pt x="20" y="0"/>
                    <a:pt x="26" y="10"/>
                  </a:cubicBezTo>
                  <a:cubicBezTo>
                    <a:pt x="26" y="10"/>
                    <a:pt x="25" y="13"/>
                    <a:pt x="23" y="12"/>
                  </a:cubicBezTo>
                  <a:cubicBezTo>
                    <a:pt x="23" y="12"/>
                    <a:pt x="21" y="11"/>
                    <a:pt x="21" y="14"/>
                  </a:cubicBezTo>
                  <a:cubicBezTo>
                    <a:pt x="21" y="14"/>
                    <a:pt x="19" y="20"/>
                    <a:pt x="18" y="15"/>
                  </a:cubicBezTo>
                  <a:cubicBezTo>
                    <a:pt x="18" y="15"/>
                    <a:pt x="17" y="11"/>
                    <a:pt x="12" y="10"/>
                  </a:cubicBezTo>
                  <a:cubicBezTo>
                    <a:pt x="12" y="10"/>
                    <a:pt x="0" y="7"/>
                    <a:pt x="4" y="5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37" name="Freeform 1292"/>
            <p:cNvSpPr>
              <a:spLocks/>
            </p:cNvSpPr>
            <p:nvPr/>
          </p:nvSpPr>
          <p:spPr bwMode="auto">
            <a:xfrm>
              <a:off x="5198" y="6826"/>
              <a:ext cx="152" cy="326"/>
            </a:xfrm>
            <a:custGeom>
              <a:avLst/>
              <a:gdLst>
                <a:gd name="T0" fmla="*/ 540 w 27"/>
                <a:gd name="T1" fmla="*/ 7993 h 58"/>
                <a:gd name="T2" fmla="*/ 889 w 27"/>
                <a:gd name="T3" fmla="*/ 5340 h 58"/>
                <a:gd name="T4" fmla="*/ 3389 w 27"/>
                <a:gd name="T5" fmla="*/ 2119 h 58"/>
                <a:gd name="T6" fmla="*/ 4819 w 27"/>
                <a:gd name="T7" fmla="*/ 1231 h 58"/>
                <a:gd name="T8" fmla="*/ 4087 w 27"/>
                <a:gd name="T9" fmla="*/ 4266 h 58"/>
                <a:gd name="T10" fmla="*/ 3203 w 27"/>
                <a:gd name="T11" fmla="*/ 8341 h 58"/>
                <a:gd name="T12" fmla="*/ 2314 w 27"/>
                <a:gd name="T13" fmla="*/ 10112 h 58"/>
                <a:gd name="T14" fmla="*/ 540 w 27"/>
                <a:gd name="T15" fmla="*/ 7993 h 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58">
                  <a:moveTo>
                    <a:pt x="3" y="45"/>
                  </a:moveTo>
                  <a:cubicBezTo>
                    <a:pt x="3" y="43"/>
                    <a:pt x="0" y="35"/>
                    <a:pt x="5" y="30"/>
                  </a:cubicBezTo>
                  <a:cubicBezTo>
                    <a:pt x="5" y="30"/>
                    <a:pt x="17" y="17"/>
                    <a:pt x="19" y="12"/>
                  </a:cubicBezTo>
                  <a:cubicBezTo>
                    <a:pt x="19" y="12"/>
                    <a:pt x="26" y="0"/>
                    <a:pt x="27" y="7"/>
                  </a:cubicBezTo>
                  <a:cubicBezTo>
                    <a:pt x="27" y="7"/>
                    <a:pt x="27" y="16"/>
                    <a:pt x="23" y="24"/>
                  </a:cubicBezTo>
                  <a:cubicBezTo>
                    <a:pt x="23" y="24"/>
                    <a:pt x="18" y="39"/>
                    <a:pt x="18" y="47"/>
                  </a:cubicBezTo>
                  <a:cubicBezTo>
                    <a:pt x="18" y="47"/>
                    <a:pt x="16" y="58"/>
                    <a:pt x="13" y="57"/>
                  </a:cubicBezTo>
                  <a:cubicBezTo>
                    <a:pt x="13" y="57"/>
                    <a:pt x="3" y="56"/>
                    <a:pt x="3" y="45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38" name="Freeform 1293"/>
            <p:cNvSpPr>
              <a:spLocks/>
            </p:cNvSpPr>
            <p:nvPr/>
          </p:nvSpPr>
          <p:spPr bwMode="auto">
            <a:xfrm>
              <a:off x="5350" y="6950"/>
              <a:ext cx="242" cy="372"/>
            </a:xfrm>
            <a:custGeom>
              <a:avLst/>
              <a:gdLst>
                <a:gd name="T0" fmla="*/ 7316 w 43"/>
                <a:gd name="T1" fmla="*/ 891 h 66"/>
                <a:gd name="T2" fmla="*/ 4086 w 43"/>
                <a:gd name="T3" fmla="*/ 7880 h 66"/>
                <a:gd name="T4" fmla="*/ 191 w 43"/>
                <a:gd name="T5" fmla="*/ 11819 h 66"/>
                <a:gd name="T6" fmla="*/ 726 w 43"/>
                <a:gd name="T7" fmla="*/ 11278 h 66"/>
                <a:gd name="T8" fmla="*/ 4469 w 43"/>
                <a:gd name="T9" fmla="*/ 5557 h 66"/>
                <a:gd name="T10" fmla="*/ 5161 w 43"/>
                <a:gd name="T11" fmla="*/ 1967 h 66"/>
                <a:gd name="T12" fmla="*/ 5701 w 43"/>
                <a:gd name="T13" fmla="*/ 1240 h 66"/>
                <a:gd name="T14" fmla="*/ 6590 w 43"/>
                <a:gd name="T15" fmla="*/ 1240 h 66"/>
                <a:gd name="T16" fmla="*/ 7316 w 43"/>
                <a:gd name="T17" fmla="*/ 891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" h="66">
                  <a:moveTo>
                    <a:pt x="41" y="5"/>
                  </a:moveTo>
                  <a:cubicBezTo>
                    <a:pt x="41" y="5"/>
                    <a:pt x="32" y="34"/>
                    <a:pt x="23" y="44"/>
                  </a:cubicBezTo>
                  <a:cubicBezTo>
                    <a:pt x="23" y="44"/>
                    <a:pt x="7" y="64"/>
                    <a:pt x="1" y="66"/>
                  </a:cubicBezTo>
                  <a:cubicBezTo>
                    <a:pt x="1" y="66"/>
                    <a:pt x="0" y="65"/>
                    <a:pt x="4" y="63"/>
                  </a:cubicBezTo>
                  <a:cubicBezTo>
                    <a:pt x="4" y="63"/>
                    <a:pt x="22" y="45"/>
                    <a:pt x="25" y="31"/>
                  </a:cubicBezTo>
                  <a:cubicBezTo>
                    <a:pt x="25" y="31"/>
                    <a:pt x="29" y="19"/>
                    <a:pt x="29" y="11"/>
                  </a:cubicBezTo>
                  <a:cubicBezTo>
                    <a:pt x="29" y="11"/>
                    <a:pt x="30" y="3"/>
                    <a:pt x="32" y="7"/>
                  </a:cubicBezTo>
                  <a:cubicBezTo>
                    <a:pt x="32" y="7"/>
                    <a:pt x="34" y="11"/>
                    <a:pt x="37" y="7"/>
                  </a:cubicBezTo>
                  <a:cubicBezTo>
                    <a:pt x="37" y="7"/>
                    <a:pt x="43" y="0"/>
                    <a:pt x="41" y="5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39" name="Freeform 1294"/>
            <p:cNvSpPr>
              <a:spLocks/>
            </p:cNvSpPr>
            <p:nvPr/>
          </p:nvSpPr>
          <p:spPr bwMode="auto">
            <a:xfrm>
              <a:off x="4905" y="7214"/>
              <a:ext cx="659" cy="265"/>
            </a:xfrm>
            <a:custGeom>
              <a:avLst/>
              <a:gdLst>
                <a:gd name="T0" fmla="*/ 3047 w 117"/>
                <a:gd name="T1" fmla="*/ 541 h 47"/>
                <a:gd name="T2" fmla="*/ 890 w 117"/>
                <a:gd name="T3" fmla="*/ 1782 h 47"/>
                <a:gd name="T4" fmla="*/ 0 w 117"/>
                <a:gd name="T5" fmla="*/ 2323 h 47"/>
                <a:gd name="T6" fmla="*/ 890 w 117"/>
                <a:gd name="T7" fmla="*/ 2859 h 47"/>
                <a:gd name="T8" fmla="*/ 2157 w 117"/>
                <a:gd name="T9" fmla="*/ 4133 h 47"/>
                <a:gd name="T10" fmla="*/ 2856 w 117"/>
                <a:gd name="T11" fmla="*/ 5215 h 47"/>
                <a:gd name="T12" fmla="*/ 3746 w 117"/>
                <a:gd name="T13" fmla="*/ 5373 h 47"/>
                <a:gd name="T14" fmla="*/ 5362 w 117"/>
                <a:gd name="T15" fmla="*/ 6642 h 47"/>
                <a:gd name="T16" fmla="*/ 7519 w 117"/>
                <a:gd name="T17" fmla="*/ 6456 h 47"/>
                <a:gd name="T18" fmla="*/ 7677 w 117"/>
                <a:gd name="T19" fmla="*/ 7533 h 47"/>
                <a:gd name="T20" fmla="*/ 8409 w 117"/>
                <a:gd name="T21" fmla="*/ 7691 h 47"/>
                <a:gd name="T22" fmla="*/ 9294 w 117"/>
                <a:gd name="T23" fmla="*/ 8232 h 47"/>
                <a:gd name="T24" fmla="*/ 10184 w 117"/>
                <a:gd name="T25" fmla="*/ 8074 h 47"/>
                <a:gd name="T26" fmla="*/ 11265 w 117"/>
                <a:gd name="T27" fmla="*/ 8232 h 47"/>
                <a:gd name="T28" fmla="*/ 12149 w 117"/>
                <a:gd name="T29" fmla="*/ 7882 h 47"/>
                <a:gd name="T30" fmla="*/ 13039 w 117"/>
                <a:gd name="T31" fmla="*/ 8232 h 47"/>
                <a:gd name="T32" fmla="*/ 14115 w 117"/>
                <a:gd name="T33" fmla="*/ 8074 h 47"/>
                <a:gd name="T34" fmla="*/ 15737 w 117"/>
                <a:gd name="T35" fmla="*/ 7882 h 47"/>
                <a:gd name="T36" fmla="*/ 16621 w 117"/>
                <a:gd name="T37" fmla="*/ 7882 h 47"/>
                <a:gd name="T38" fmla="*/ 17703 w 117"/>
                <a:gd name="T39" fmla="*/ 7691 h 47"/>
                <a:gd name="T40" fmla="*/ 19477 w 117"/>
                <a:gd name="T41" fmla="*/ 6991 h 47"/>
                <a:gd name="T42" fmla="*/ 20908 w 117"/>
                <a:gd name="T43" fmla="*/ 6264 h 47"/>
                <a:gd name="T44" fmla="*/ 18942 w 117"/>
                <a:gd name="T45" fmla="*/ 4674 h 47"/>
                <a:gd name="T46" fmla="*/ 18244 w 117"/>
                <a:gd name="T47" fmla="*/ 3941 h 47"/>
                <a:gd name="T48" fmla="*/ 17861 w 117"/>
                <a:gd name="T49" fmla="*/ 5024 h 47"/>
                <a:gd name="T50" fmla="*/ 16971 w 117"/>
                <a:gd name="T51" fmla="*/ 5024 h 47"/>
                <a:gd name="T52" fmla="*/ 16086 w 117"/>
                <a:gd name="T53" fmla="*/ 5373 h 47"/>
                <a:gd name="T54" fmla="*/ 15737 w 117"/>
                <a:gd name="T55" fmla="*/ 4832 h 47"/>
                <a:gd name="T56" fmla="*/ 15354 w 117"/>
                <a:gd name="T57" fmla="*/ 5024 h 47"/>
                <a:gd name="T58" fmla="*/ 14306 w 117"/>
                <a:gd name="T59" fmla="*/ 5565 h 47"/>
                <a:gd name="T60" fmla="*/ 13231 w 117"/>
                <a:gd name="T61" fmla="*/ 5565 h 47"/>
                <a:gd name="T62" fmla="*/ 11423 w 117"/>
                <a:gd name="T63" fmla="*/ 5373 h 47"/>
                <a:gd name="T64" fmla="*/ 9643 w 117"/>
                <a:gd name="T65" fmla="*/ 4482 h 47"/>
                <a:gd name="T66" fmla="*/ 7519 w 117"/>
                <a:gd name="T67" fmla="*/ 4133 h 47"/>
                <a:gd name="T68" fmla="*/ 6601 w 117"/>
                <a:gd name="T69" fmla="*/ 3941 h 47"/>
                <a:gd name="T70" fmla="*/ 5554 w 117"/>
                <a:gd name="T71" fmla="*/ 3208 h 47"/>
                <a:gd name="T72" fmla="*/ 5171 w 117"/>
                <a:gd name="T73" fmla="*/ 2859 h 47"/>
                <a:gd name="T74" fmla="*/ 5171 w 117"/>
                <a:gd name="T75" fmla="*/ 2159 h 47"/>
                <a:gd name="T76" fmla="*/ 4123 w 117"/>
                <a:gd name="T77" fmla="*/ 1782 h 47"/>
                <a:gd name="T78" fmla="*/ 4281 w 117"/>
                <a:gd name="T79" fmla="*/ 0 h 47"/>
                <a:gd name="T80" fmla="*/ 3396 w 117"/>
                <a:gd name="T81" fmla="*/ 541 h 47"/>
                <a:gd name="T82" fmla="*/ 3047 w 117"/>
                <a:gd name="T83" fmla="*/ 541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17" h="47">
                  <a:moveTo>
                    <a:pt x="17" y="3"/>
                  </a:moveTo>
                  <a:cubicBezTo>
                    <a:pt x="15" y="7"/>
                    <a:pt x="8" y="9"/>
                    <a:pt x="5" y="10"/>
                  </a:cubicBezTo>
                  <a:cubicBezTo>
                    <a:pt x="4" y="11"/>
                    <a:pt x="0" y="11"/>
                    <a:pt x="0" y="13"/>
                  </a:cubicBezTo>
                  <a:cubicBezTo>
                    <a:pt x="0" y="15"/>
                    <a:pt x="4" y="15"/>
                    <a:pt x="5" y="16"/>
                  </a:cubicBezTo>
                  <a:cubicBezTo>
                    <a:pt x="4" y="21"/>
                    <a:pt x="10" y="21"/>
                    <a:pt x="12" y="23"/>
                  </a:cubicBezTo>
                  <a:cubicBezTo>
                    <a:pt x="14" y="25"/>
                    <a:pt x="14" y="27"/>
                    <a:pt x="16" y="29"/>
                  </a:cubicBezTo>
                  <a:cubicBezTo>
                    <a:pt x="17" y="30"/>
                    <a:pt x="19" y="29"/>
                    <a:pt x="21" y="30"/>
                  </a:cubicBezTo>
                  <a:cubicBezTo>
                    <a:pt x="24" y="31"/>
                    <a:pt x="27" y="35"/>
                    <a:pt x="30" y="37"/>
                  </a:cubicBezTo>
                  <a:cubicBezTo>
                    <a:pt x="34" y="40"/>
                    <a:pt x="38" y="35"/>
                    <a:pt x="42" y="36"/>
                  </a:cubicBezTo>
                  <a:cubicBezTo>
                    <a:pt x="43" y="39"/>
                    <a:pt x="40" y="40"/>
                    <a:pt x="43" y="42"/>
                  </a:cubicBezTo>
                  <a:cubicBezTo>
                    <a:pt x="44" y="43"/>
                    <a:pt x="46" y="42"/>
                    <a:pt x="47" y="43"/>
                  </a:cubicBezTo>
                  <a:cubicBezTo>
                    <a:pt x="49" y="44"/>
                    <a:pt x="49" y="46"/>
                    <a:pt x="52" y="46"/>
                  </a:cubicBezTo>
                  <a:cubicBezTo>
                    <a:pt x="54" y="46"/>
                    <a:pt x="55" y="45"/>
                    <a:pt x="57" y="45"/>
                  </a:cubicBezTo>
                  <a:cubicBezTo>
                    <a:pt x="59" y="45"/>
                    <a:pt x="61" y="46"/>
                    <a:pt x="63" y="46"/>
                  </a:cubicBezTo>
                  <a:cubicBezTo>
                    <a:pt x="65" y="45"/>
                    <a:pt x="65" y="44"/>
                    <a:pt x="68" y="44"/>
                  </a:cubicBezTo>
                  <a:cubicBezTo>
                    <a:pt x="70" y="44"/>
                    <a:pt x="71" y="46"/>
                    <a:pt x="73" y="46"/>
                  </a:cubicBezTo>
                  <a:cubicBezTo>
                    <a:pt x="75" y="47"/>
                    <a:pt x="77" y="46"/>
                    <a:pt x="79" y="45"/>
                  </a:cubicBezTo>
                  <a:cubicBezTo>
                    <a:pt x="82" y="44"/>
                    <a:pt x="85" y="43"/>
                    <a:pt x="88" y="44"/>
                  </a:cubicBezTo>
                  <a:cubicBezTo>
                    <a:pt x="90" y="45"/>
                    <a:pt x="90" y="46"/>
                    <a:pt x="93" y="44"/>
                  </a:cubicBezTo>
                  <a:cubicBezTo>
                    <a:pt x="95" y="44"/>
                    <a:pt x="97" y="43"/>
                    <a:pt x="99" y="43"/>
                  </a:cubicBezTo>
                  <a:cubicBezTo>
                    <a:pt x="102" y="42"/>
                    <a:pt x="105" y="40"/>
                    <a:pt x="109" y="39"/>
                  </a:cubicBezTo>
                  <a:cubicBezTo>
                    <a:pt x="111" y="39"/>
                    <a:pt x="117" y="38"/>
                    <a:pt x="117" y="35"/>
                  </a:cubicBezTo>
                  <a:cubicBezTo>
                    <a:pt x="113" y="34"/>
                    <a:pt x="109" y="29"/>
                    <a:pt x="106" y="26"/>
                  </a:cubicBezTo>
                  <a:cubicBezTo>
                    <a:pt x="105" y="25"/>
                    <a:pt x="104" y="22"/>
                    <a:pt x="102" y="22"/>
                  </a:cubicBezTo>
                  <a:cubicBezTo>
                    <a:pt x="99" y="22"/>
                    <a:pt x="102" y="25"/>
                    <a:pt x="100" y="28"/>
                  </a:cubicBezTo>
                  <a:cubicBezTo>
                    <a:pt x="99" y="30"/>
                    <a:pt x="97" y="28"/>
                    <a:pt x="95" y="28"/>
                  </a:cubicBezTo>
                  <a:cubicBezTo>
                    <a:pt x="94" y="28"/>
                    <a:pt x="92" y="31"/>
                    <a:pt x="90" y="30"/>
                  </a:cubicBezTo>
                  <a:cubicBezTo>
                    <a:pt x="89" y="30"/>
                    <a:pt x="90" y="28"/>
                    <a:pt x="88" y="27"/>
                  </a:cubicBezTo>
                  <a:cubicBezTo>
                    <a:pt x="87" y="27"/>
                    <a:pt x="87" y="28"/>
                    <a:pt x="86" y="28"/>
                  </a:cubicBezTo>
                  <a:cubicBezTo>
                    <a:pt x="83" y="28"/>
                    <a:pt x="83" y="31"/>
                    <a:pt x="80" y="31"/>
                  </a:cubicBezTo>
                  <a:cubicBezTo>
                    <a:pt x="78" y="31"/>
                    <a:pt x="76" y="31"/>
                    <a:pt x="74" y="31"/>
                  </a:cubicBezTo>
                  <a:cubicBezTo>
                    <a:pt x="71" y="31"/>
                    <a:pt x="67" y="30"/>
                    <a:pt x="64" y="30"/>
                  </a:cubicBezTo>
                  <a:cubicBezTo>
                    <a:pt x="60" y="29"/>
                    <a:pt x="58" y="26"/>
                    <a:pt x="54" y="25"/>
                  </a:cubicBezTo>
                  <a:cubicBezTo>
                    <a:pt x="49" y="24"/>
                    <a:pt x="46" y="25"/>
                    <a:pt x="42" y="23"/>
                  </a:cubicBezTo>
                  <a:cubicBezTo>
                    <a:pt x="40" y="22"/>
                    <a:pt x="39" y="22"/>
                    <a:pt x="37" y="22"/>
                  </a:cubicBezTo>
                  <a:cubicBezTo>
                    <a:pt x="34" y="21"/>
                    <a:pt x="34" y="19"/>
                    <a:pt x="31" y="18"/>
                  </a:cubicBezTo>
                  <a:cubicBezTo>
                    <a:pt x="31" y="17"/>
                    <a:pt x="30" y="17"/>
                    <a:pt x="29" y="16"/>
                  </a:cubicBezTo>
                  <a:cubicBezTo>
                    <a:pt x="28" y="15"/>
                    <a:pt x="29" y="13"/>
                    <a:pt x="29" y="12"/>
                  </a:cubicBezTo>
                  <a:cubicBezTo>
                    <a:pt x="27" y="11"/>
                    <a:pt x="25" y="11"/>
                    <a:pt x="23" y="10"/>
                  </a:cubicBezTo>
                  <a:cubicBezTo>
                    <a:pt x="16" y="7"/>
                    <a:pt x="24" y="5"/>
                    <a:pt x="24" y="0"/>
                  </a:cubicBezTo>
                  <a:cubicBezTo>
                    <a:pt x="22" y="1"/>
                    <a:pt x="21" y="3"/>
                    <a:pt x="19" y="3"/>
                  </a:cubicBezTo>
                  <a:lnTo>
                    <a:pt x="17" y="3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40" name="Freeform 1295"/>
            <p:cNvSpPr>
              <a:spLocks/>
            </p:cNvSpPr>
            <p:nvPr/>
          </p:nvSpPr>
          <p:spPr bwMode="auto">
            <a:xfrm>
              <a:off x="4933" y="7248"/>
              <a:ext cx="220" cy="169"/>
            </a:xfrm>
            <a:custGeom>
              <a:avLst/>
              <a:gdLst>
                <a:gd name="T0" fmla="*/ 1625 w 39"/>
                <a:gd name="T1" fmla="*/ 1082 h 30"/>
                <a:gd name="T2" fmla="*/ 542 w 39"/>
                <a:gd name="T3" fmla="*/ 1617 h 30"/>
                <a:gd name="T4" fmla="*/ 891 w 39"/>
                <a:gd name="T5" fmla="*/ 2315 h 30"/>
                <a:gd name="T6" fmla="*/ 3057 w 39"/>
                <a:gd name="T7" fmla="*/ 3938 h 30"/>
                <a:gd name="T8" fmla="*/ 4135 w 39"/>
                <a:gd name="T9" fmla="*/ 4287 h 30"/>
                <a:gd name="T10" fmla="*/ 5026 w 39"/>
                <a:gd name="T11" fmla="*/ 5014 h 30"/>
                <a:gd name="T12" fmla="*/ 6109 w 39"/>
                <a:gd name="T13" fmla="*/ 5014 h 30"/>
                <a:gd name="T14" fmla="*/ 7001 w 39"/>
                <a:gd name="T15" fmla="*/ 5363 h 30"/>
                <a:gd name="T16" fmla="*/ 5759 w 39"/>
                <a:gd name="T17" fmla="*/ 4473 h 30"/>
                <a:gd name="T18" fmla="*/ 5376 w 39"/>
                <a:gd name="T19" fmla="*/ 4124 h 30"/>
                <a:gd name="T20" fmla="*/ 5376 w 39"/>
                <a:gd name="T21" fmla="*/ 3588 h 30"/>
                <a:gd name="T22" fmla="*/ 4676 w 39"/>
                <a:gd name="T23" fmla="*/ 3588 h 30"/>
                <a:gd name="T24" fmla="*/ 3757 w 39"/>
                <a:gd name="T25" fmla="*/ 1966 h 30"/>
                <a:gd name="T26" fmla="*/ 2166 w 39"/>
                <a:gd name="T27" fmla="*/ 1775 h 30"/>
                <a:gd name="T28" fmla="*/ 2166 w 39"/>
                <a:gd name="T29" fmla="*/ 732 h 30"/>
                <a:gd name="T30" fmla="*/ 2516 w 39"/>
                <a:gd name="T31" fmla="*/ 0 h 30"/>
                <a:gd name="T32" fmla="*/ 1625 w 39"/>
                <a:gd name="T33" fmla="*/ 1082 h 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9" h="30">
                  <a:moveTo>
                    <a:pt x="9" y="6"/>
                  </a:moveTo>
                  <a:cubicBezTo>
                    <a:pt x="7" y="7"/>
                    <a:pt x="4" y="8"/>
                    <a:pt x="3" y="9"/>
                  </a:cubicBezTo>
                  <a:cubicBezTo>
                    <a:pt x="0" y="12"/>
                    <a:pt x="3" y="12"/>
                    <a:pt x="5" y="13"/>
                  </a:cubicBezTo>
                  <a:cubicBezTo>
                    <a:pt x="9" y="16"/>
                    <a:pt x="13" y="19"/>
                    <a:pt x="17" y="22"/>
                  </a:cubicBezTo>
                  <a:cubicBezTo>
                    <a:pt x="19" y="23"/>
                    <a:pt x="21" y="23"/>
                    <a:pt x="23" y="24"/>
                  </a:cubicBezTo>
                  <a:cubicBezTo>
                    <a:pt x="25" y="25"/>
                    <a:pt x="26" y="27"/>
                    <a:pt x="28" y="28"/>
                  </a:cubicBezTo>
                  <a:cubicBezTo>
                    <a:pt x="30" y="28"/>
                    <a:pt x="32" y="28"/>
                    <a:pt x="34" y="28"/>
                  </a:cubicBezTo>
                  <a:cubicBezTo>
                    <a:pt x="36" y="29"/>
                    <a:pt x="37" y="30"/>
                    <a:pt x="39" y="30"/>
                  </a:cubicBezTo>
                  <a:cubicBezTo>
                    <a:pt x="37" y="27"/>
                    <a:pt x="34" y="27"/>
                    <a:pt x="32" y="25"/>
                  </a:cubicBezTo>
                  <a:cubicBezTo>
                    <a:pt x="31" y="24"/>
                    <a:pt x="31" y="24"/>
                    <a:pt x="30" y="23"/>
                  </a:cubicBezTo>
                  <a:cubicBezTo>
                    <a:pt x="30" y="22"/>
                    <a:pt x="31" y="21"/>
                    <a:pt x="30" y="20"/>
                  </a:cubicBezTo>
                  <a:cubicBezTo>
                    <a:pt x="29" y="19"/>
                    <a:pt x="27" y="21"/>
                    <a:pt x="26" y="20"/>
                  </a:cubicBezTo>
                  <a:cubicBezTo>
                    <a:pt x="23" y="19"/>
                    <a:pt x="23" y="13"/>
                    <a:pt x="21" y="11"/>
                  </a:cubicBezTo>
                  <a:cubicBezTo>
                    <a:pt x="19" y="9"/>
                    <a:pt x="15" y="11"/>
                    <a:pt x="12" y="10"/>
                  </a:cubicBezTo>
                  <a:cubicBezTo>
                    <a:pt x="12" y="8"/>
                    <a:pt x="13" y="6"/>
                    <a:pt x="12" y="4"/>
                  </a:cubicBezTo>
                  <a:cubicBezTo>
                    <a:pt x="13" y="3"/>
                    <a:pt x="14" y="2"/>
                    <a:pt x="14" y="0"/>
                  </a:cubicBezTo>
                  <a:cubicBezTo>
                    <a:pt x="13" y="0"/>
                    <a:pt x="10" y="4"/>
                    <a:pt x="9" y="6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41" name="Freeform 1296"/>
            <p:cNvSpPr>
              <a:spLocks/>
            </p:cNvSpPr>
            <p:nvPr/>
          </p:nvSpPr>
          <p:spPr bwMode="auto">
            <a:xfrm>
              <a:off x="5158" y="7361"/>
              <a:ext cx="355" cy="90"/>
            </a:xfrm>
            <a:custGeom>
              <a:avLst/>
              <a:gdLst>
                <a:gd name="T0" fmla="*/ 1617 w 63"/>
                <a:gd name="T1" fmla="*/ 726 h 16"/>
                <a:gd name="T2" fmla="*/ 0 w 63"/>
                <a:gd name="T3" fmla="*/ 1963 h 16"/>
                <a:gd name="T4" fmla="*/ 2508 w 63"/>
                <a:gd name="T5" fmla="*/ 2154 h 16"/>
                <a:gd name="T6" fmla="*/ 3206 w 63"/>
                <a:gd name="T7" fmla="*/ 2312 h 16"/>
                <a:gd name="T8" fmla="*/ 3939 w 63"/>
                <a:gd name="T9" fmla="*/ 2312 h 16"/>
                <a:gd name="T10" fmla="*/ 5173 w 63"/>
                <a:gd name="T11" fmla="*/ 2661 h 16"/>
                <a:gd name="T12" fmla="*/ 6604 w 63"/>
                <a:gd name="T13" fmla="*/ 2661 h 16"/>
                <a:gd name="T14" fmla="*/ 8221 w 63"/>
                <a:gd name="T15" fmla="*/ 2661 h 16"/>
                <a:gd name="T16" fmla="*/ 9653 w 63"/>
                <a:gd name="T17" fmla="*/ 2154 h 16"/>
                <a:gd name="T18" fmla="*/ 11270 w 63"/>
                <a:gd name="T19" fmla="*/ 1772 h 16"/>
                <a:gd name="T20" fmla="*/ 10036 w 63"/>
                <a:gd name="T21" fmla="*/ 1074 h 16"/>
                <a:gd name="T22" fmla="*/ 8762 w 63"/>
                <a:gd name="T23" fmla="*/ 1614 h 16"/>
                <a:gd name="T24" fmla="*/ 7523 w 63"/>
                <a:gd name="T25" fmla="*/ 1614 h 16"/>
                <a:gd name="T26" fmla="*/ 6097 w 63"/>
                <a:gd name="T27" fmla="*/ 1772 h 16"/>
                <a:gd name="T28" fmla="*/ 4829 w 63"/>
                <a:gd name="T29" fmla="*/ 1963 h 16"/>
                <a:gd name="T30" fmla="*/ 3747 w 63"/>
                <a:gd name="T31" fmla="*/ 1074 h 16"/>
                <a:gd name="T32" fmla="*/ 3048 w 63"/>
                <a:gd name="T33" fmla="*/ 1232 h 16"/>
                <a:gd name="T34" fmla="*/ 2699 w 63"/>
                <a:gd name="T35" fmla="*/ 726 h 16"/>
                <a:gd name="T36" fmla="*/ 1781 w 63"/>
                <a:gd name="T37" fmla="*/ 726 h 16"/>
                <a:gd name="T38" fmla="*/ 1617 w 63"/>
                <a:gd name="T39" fmla="*/ 726 h 1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3" h="16">
                  <a:moveTo>
                    <a:pt x="9" y="4"/>
                  </a:moveTo>
                  <a:cubicBezTo>
                    <a:pt x="5" y="6"/>
                    <a:pt x="4" y="9"/>
                    <a:pt x="0" y="11"/>
                  </a:cubicBezTo>
                  <a:cubicBezTo>
                    <a:pt x="4" y="14"/>
                    <a:pt x="10" y="11"/>
                    <a:pt x="14" y="12"/>
                  </a:cubicBezTo>
                  <a:cubicBezTo>
                    <a:pt x="16" y="12"/>
                    <a:pt x="17" y="13"/>
                    <a:pt x="18" y="13"/>
                  </a:cubicBezTo>
                  <a:cubicBezTo>
                    <a:pt x="19" y="13"/>
                    <a:pt x="20" y="13"/>
                    <a:pt x="22" y="13"/>
                  </a:cubicBezTo>
                  <a:cubicBezTo>
                    <a:pt x="25" y="14"/>
                    <a:pt x="26" y="16"/>
                    <a:pt x="29" y="15"/>
                  </a:cubicBezTo>
                  <a:cubicBezTo>
                    <a:pt x="32" y="15"/>
                    <a:pt x="34" y="16"/>
                    <a:pt x="37" y="15"/>
                  </a:cubicBezTo>
                  <a:cubicBezTo>
                    <a:pt x="40" y="15"/>
                    <a:pt x="43" y="15"/>
                    <a:pt x="46" y="15"/>
                  </a:cubicBezTo>
                  <a:cubicBezTo>
                    <a:pt x="48" y="14"/>
                    <a:pt x="51" y="12"/>
                    <a:pt x="54" y="12"/>
                  </a:cubicBezTo>
                  <a:cubicBezTo>
                    <a:pt x="57" y="11"/>
                    <a:pt x="60" y="12"/>
                    <a:pt x="63" y="10"/>
                  </a:cubicBezTo>
                  <a:cubicBezTo>
                    <a:pt x="61" y="9"/>
                    <a:pt x="58" y="7"/>
                    <a:pt x="56" y="6"/>
                  </a:cubicBezTo>
                  <a:cubicBezTo>
                    <a:pt x="52" y="4"/>
                    <a:pt x="53" y="8"/>
                    <a:pt x="49" y="9"/>
                  </a:cubicBezTo>
                  <a:cubicBezTo>
                    <a:pt x="47" y="10"/>
                    <a:pt x="44" y="8"/>
                    <a:pt x="42" y="9"/>
                  </a:cubicBezTo>
                  <a:cubicBezTo>
                    <a:pt x="38" y="9"/>
                    <a:pt x="38" y="12"/>
                    <a:pt x="34" y="10"/>
                  </a:cubicBezTo>
                  <a:cubicBezTo>
                    <a:pt x="30" y="7"/>
                    <a:pt x="31" y="9"/>
                    <a:pt x="27" y="11"/>
                  </a:cubicBezTo>
                  <a:cubicBezTo>
                    <a:pt x="23" y="12"/>
                    <a:pt x="24" y="7"/>
                    <a:pt x="21" y="6"/>
                  </a:cubicBezTo>
                  <a:cubicBezTo>
                    <a:pt x="19" y="6"/>
                    <a:pt x="18" y="7"/>
                    <a:pt x="17" y="7"/>
                  </a:cubicBezTo>
                  <a:cubicBezTo>
                    <a:pt x="15" y="7"/>
                    <a:pt x="17" y="6"/>
                    <a:pt x="15" y="4"/>
                  </a:cubicBezTo>
                  <a:cubicBezTo>
                    <a:pt x="14" y="2"/>
                    <a:pt x="12" y="0"/>
                    <a:pt x="10" y="4"/>
                  </a:cubicBezTo>
                  <a:lnTo>
                    <a:pt x="9" y="4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42" name="Freeform 1297"/>
            <p:cNvSpPr>
              <a:spLocks/>
            </p:cNvSpPr>
            <p:nvPr/>
          </p:nvSpPr>
          <p:spPr bwMode="auto">
            <a:xfrm>
              <a:off x="4831" y="7175"/>
              <a:ext cx="203" cy="85"/>
            </a:xfrm>
            <a:custGeom>
              <a:avLst/>
              <a:gdLst>
                <a:gd name="T0" fmla="*/ 350 w 36"/>
                <a:gd name="T1" fmla="*/ 2374 h 15"/>
                <a:gd name="T2" fmla="*/ 541 w 36"/>
                <a:gd name="T3" fmla="*/ 1445 h 15"/>
                <a:gd name="T4" fmla="*/ 1241 w 36"/>
                <a:gd name="T5" fmla="*/ 1445 h 15"/>
                <a:gd name="T6" fmla="*/ 5216 w 36"/>
                <a:gd name="T7" fmla="*/ 544 h 15"/>
                <a:gd name="T8" fmla="*/ 5723 w 36"/>
                <a:gd name="T9" fmla="*/ 544 h 15"/>
                <a:gd name="T10" fmla="*/ 350 w 36"/>
                <a:gd name="T11" fmla="*/ 2374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15">
                  <a:moveTo>
                    <a:pt x="2" y="13"/>
                  </a:moveTo>
                  <a:cubicBezTo>
                    <a:pt x="2" y="13"/>
                    <a:pt x="0" y="9"/>
                    <a:pt x="3" y="8"/>
                  </a:cubicBezTo>
                  <a:cubicBezTo>
                    <a:pt x="3" y="8"/>
                    <a:pt x="5" y="7"/>
                    <a:pt x="7" y="8"/>
                  </a:cubicBezTo>
                  <a:cubicBezTo>
                    <a:pt x="7" y="8"/>
                    <a:pt x="24" y="6"/>
                    <a:pt x="29" y="3"/>
                  </a:cubicBezTo>
                  <a:cubicBezTo>
                    <a:pt x="29" y="3"/>
                    <a:pt x="36" y="0"/>
                    <a:pt x="32" y="3"/>
                  </a:cubicBezTo>
                  <a:cubicBezTo>
                    <a:pt x="32" y="3"/>
                    <a:pt x="5" y="15"/>
                    <a:pt x="2" y="13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43" name="Freeform 1298"/>
            <p:cNvSpPr>
              <a:spLocks/>
            </p:cNvSpPr>
            <p:nvPr/>
          </p:nvSpPr>
          <p:spPr bwMode="auto">
            <a:xfrm>
              <a:off x="4848" y="7186"/>
              <a:ext cx="203" cy="107"/>
            </a:xfrm>
            <a:custGeom>
              <a:avLst/>
              <a:gdLst>
                <a:gd name="T0" fmla="*/ 350 w 36"/>
                <a:gd name="T1" fmla="*/ 2855 h 19"/>
                <a:gd name="T2" fmla="*/ 1083 w 36"/>
                <a:gd name="T3" fmla="*/ 3047 h 19"/>
                <a:gd name="T4" fmla="*/ 2323 w 36"/>
                <a:gd name="T5" fmla="*/ 2664 h 19"/>
                <a:gd name="T6" fmla="*/ 6457 w 36"/>
                <a:gd name="T7" fmla="*/ 191 h 19"/>
                <a:gd name="T8" fmla="*/ 5723 w 36"/>
                <a:gd name="T9" fmla="*/ 541 h 19"/>
                <a:gd name="T10" fmla="*/ 1624 w 36"/>
                <a:gd name="T11" fmla="*/ 2315 h 19"/>
                <a:gd name="T12" fmla="*/ 350 w 36"/>
                <a:gd name="T13" fmla="*/ 2855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9">
                  <a:moveTo>
                    <a:pt x="2" y="16"/>
                  </a:moveTo>
                  <a:cubicBezTo>
                    <a:pt x="2" y="16"/>
                    <a:pt x="2" y="19"/>
                    <a:pt x="6" y="17"/>
                  </a:cubicBezTo>
                  <a:cubicBezTo>
                    <a:pt x="6" y="17"/>
                    <a:pt x="10" y="15"/>
                    <a:pt x="13" y="15"/>
                  </a:cubicBezTo>
                  <a:cubicBezTo>
                    <a:pt x="13" y="15"/>
                    <a:pt x="33" y="6"/>
                    <a:pt x="36" y="1"/>
                  </a:cubicBezTo>
                  <a:cubicBezTo>
                    <a:pt x="36" y="1"/>
                    <a:pt x="35" y="0"/>
                    <a:pt x="32" y="3"/>
                  </a:cubicBezTo>
                  <a:cubicBezTo>
                    <a:pt x="32" y="3"/>
                    <a:pt x="17" y="12"/>
                    <a:pt x="9" y="13"/>
                  </a:cubicBezTo>
                  <a:cubicBezTo>
                    <a:pt x="9" y="13"/>
                    <a:pt x="0" y="13"/>
                    <a:pt x="2" y="16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44" name="Freeform 1299"/>
            <p:cNvSpPr>
              <a:spLocks/>
            </p:cNvSpPr>
            <p:nvPr/>
          </p:nvSpPr>
          <p:spPr bwMode="auto">
            <a:xfrm>
              <a:off x="5468" y="7203"/>
              <a:ext cx="152" cy="214"/>
            </a:xfrm>
            <a:custGeom>
              <a:avLst/>
              <a:gdLst>
                <a:gd name="T0" fmla="*/ 889 w 27"/>
                <a:gd name="T1" fmla="*/ 1076 h 38"/>
                <a:gd name="T2" fmla="*/ 4087 w 27"/>
                <a:gd name="T3" fmla="*/ 5361 h 38"/>
                <a:gd name="T4" fmla="*/ 4087 w 27"/>
                <a:gd name="T5" fmla="*/ 6060 h 38"/>
                <a:gd name="T6" fmla="*/ 3580 w 27"/>
                <a:gd name="T7" fmla="*/ 6245 h 38"/>
                <a:gd name="T8" fmla="*/ 2854 w 27"/>
                <a:gd name="T9" fmla="*/ 6245 h 38"/>
                <a:gd name="T10" fmla="*/ 1239 w 27"/>
                <a:gd name="T11" fmla="*/ 4471 h 38"/>
                <a:gd name="T12" fmla="*/ 1616 w 27"/>
                <a:gd name="T13" fmla="*/ 4629 h 38"/>
                <a:gd name="T14" fmla="*/ 2854 w 27"/>
                <a:gd name="T15" fmla="*/ 5012 h 38"/>
                <a:gd name="T16" fmla="*/ 1773 w 27"/>
                <a:gd name="T17" fmla="*/ 3396 h 38"/>
                <a:gd name="T18" fmla="*/ 889 w 27"/>
                <a:gd name="T19" fmla="*/ 1076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38">
                  <a:moveTo>
                    <a:pt x="5" y="6"/>
                  </a:moveTo>
                  <a:cubicBezTo>
                    <a:pt x="5" y="6"/>
                    <a:pt x="20" y="27"/>
                    <a:pt x="23" y="30"/>
                  </a:cubicBezTo>
                  <a:cubicBezTo>
                    <a:pt x="23" y="30"/>
                    <a:pt x="27" y="34"/>
                    <a:pt x="23" y="34"/>
                  </a:cubicBezTo>
                  <a:cubicBezTo>
                    <a:pt x="23" y="34"/>
                    <a:pt x="21" y="33"/>
                    <a:pt x="20" y="35"/>
                  </a:cubicBezTo>
                  <a:cubicBezTo>
                    <a:pt x="20" y="35"/>
                    <a:pt x="18" y="38"/>
                    <a:pt x="16" y="35"/>
                  </a:cubicBezTo>
                  <a:cubicBezTo>
                    <a:pt x="16" y="35"/>
                    <a:pt x="10" y="31"/>
                    <a:pt x="7" y="25"/>
                  </a:cubicBezTo>
                  <a:cubicBezTo>
                    <a:pt x="7" y="25"/>
                    <a:pt x="7" y="24"/>
                    <a:pt x="9" y="26"/>
                  </a:cubicBezTo>
                  <a:cubicBezTo>
                    <a:pt x="9" y="26"/>
                    <a:pt x="17" y="32"/>
                    <a:pt x="16" y="28"/>
                  </a:cubicBezTo>
                  <a:cubicBezTo>
                    <a:pt x="16" y="28"/>
                    <a:pt x="16" y="24"/>
                    <a:pt x="10" y="19"/>
                  </a:cubicBezTo>
                  <a:cubicBezTo>
                    <a:pt x="10" y="19"/>
                    <a:pt x="0" y="0"/>
                    <a:pt x="5" y="6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45" name="Freeform 1300"/>
            <p:cNvSpPr>
              <a:spLocks/>
            </p:cNvSpPr>
            <p:nvPr/>
          </p:nvSpPr>
          <p:spPr bwMode="auto">
            <a:xfrm>
              <a:off x="4837" y="7214"/>
              <a:ext cx="101" cy="34"/>
            </a:xfrm>
            <a:custGeom>
              <a:avLst/>
              <a:gdLst>
                <a:gd name="T0" fmla="*/ 533 w 18"/>
                <a:gd name="T1" fmla="*/ 1094 h 6"/>
                <a:gd name="T2" fmla="*/ 690 w 18"/>
                <a:gd name="T3" fmla="*/ 737 h 6"/>
                <a:gd name="T4" fmla="*/ 3182 w 18"/>
                <a:gd name="T5" fmla="*/ 0 h 6"/>
                <a:gd name="T6" fmla="*/ 533 w 18"/>
                <a:gd name="T7" fmla="*/ 1094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6">
                  <a:moveTo>
                    <a:pt x="3" y="6"/>
                  </a:moveTo>
                  <a:cubicBezTo>
                    <a:pt x="3" y="6"/>
                    <a:pt x="0" y="4"/>
                    <a:pt x="4" y="4"/>
                  </a:cubicBezTo>
                  <a:cubicBezTo>
                    <a:pt x="4" y="4"/>
                    <a:pt x="15" y="1"/>
                    <a:pt x="18" y="0"/>
                  </a:cubicBezTo>
                  <a:cubicBezTo>
                    <a:pt x="18" y="0"/>
                    <a:pt x="8" y="6"/>
                    <a:pt x="3" y="6"/>
                  </a:cubicBez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46" name="Freeform 1301"/>
            <p:cNvSpPr>
              <a:spLocks/>
            </p:cNvSpPr>
            <p:nvPr/>
          </p:nvSpPr>
          <p:spPr bwMode="auto">
            <a:xfrm>
              <a:off x="4860" y="7214"/>
              <a:ext cx="163" cy="74"/>
            </a:xfrm>
            <a:custGeom>
              <a:avLst/>
              <a:gdLst>
                <a:gd name="T0" fmla="*/ 348 w 29"/>
                <a:gd name="T1" fmla="*/ 2396 h 13"/>
                <a:gd name="T2" fmla="*/ 540 w 29"/>
                <a:gd name="T3" fmla="*/ 2044 h 13"/>
                <a:gd name="T4" fmla="*/ 5149 w 29"/>
                <a:gd name="T5" fmla="*/ 0 h 13"/>
                <a:gd name="T6" fmla="*/ 348 w 29"/>
                <a:gd name="T7" fmla="*/ 2396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13">
                  <a:moveTo>
                    <a:pt x="2" y="13"/>
                  </a:moveTo>
                  <a:cubicBezTo>
                    <a:pt x="2" y="13"/>
                    <a:pt x="0" y="11"/>
                    <a:pt x="3" y="11"/>
                  </a:cubicBezTo>
                  <a:cubicBezTo>
                    <a:pt x="3" y="11"/>
                    <a:pt x="25" y="3"/>
                    <a:pt x="29" y="0"/>
                  </a:cubicBezTo>
                  <a:cubicBezTo>
                    <a:pt x="29" y="0"/>
                    <a:pt x="6" y="12"/>
                    <a:pt x="2" y="13"/>
                  </a:cubicBez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47" name="Freeform 1302"/>
            <p:cNvSpPr>
              <a:spLocks/>
            </p:cNvSpPr>
            <p:nvPr/>
          </p:nvSpPr>
          <p:spPr bwMode="auto">
            <a:xfrm>
              <a:off x="5508" y="6859"/>
              <a:ext cx="11" cy="62"/>
            </a:xfrm>
            <a:custGeom>
              <a:avLst/>
              <a:gdLst>
                <a:gd name="T0" fmla="*/ 0 w 2"/>
                <a:gd name="T1" fmla="*/ 349 h 11"/>
                <a:gd name="T2" fmla="*/ 182 w 2"/>
                <a:gd name="T3" fmla="*/ 192 h 11"/>
                <a:gd name="T4" fmla="*/ 182 w 2"/>
                <a:gd name="T5" fmla="*/ 1967 h 11"/>
                <a:gd name="T6" fmla="*/ 182 w 2"/>
                <a:gd name="T7" fmla="*/ 1618 h 11"/>
                <a:gd name="T8" fmla="*/ 0 w 2"/>
                <a:gd name="T9" fmla="*/ 349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1">
                  <a:moveTo>
                    <a:pt x="0" y="2"/>
                  </a:moveTo>
                  <a:cubicBezTo>
                    <a:pt x="0" y="2"/>
                    <a:pt x="1" y="0"/>
                    <a:pt x="1" y="1"/>
                  </a:cubicBezTo>
                  <a:cubicBezTo>
                    <a:pt x="1" y="1"/>
                    <a:pt x="2" y="8"/>
                    <a:pt x="1" y="11"/>
                  </a:cubicBezTo>
                  <a:cubicBezTo>
                    <a:pt x="1" y="11"/>
                    <a:pt x="1" y="11"/>
                    <a:pt x="1" y="9"/>
                  </a:cubicBezTo>
                  <a:cubicBezTo>
                    <a:pt x="1" y="9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E7B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48" name="Freeform 1303"/>
            <p:cNvSpPr>
              <a:spLocks/>
            </p:cNvSpPr>
            <p:nvPr/>
          </p:nvSpPr>
          <p:spPr bwMode="auto">
            <a:xfrm>
              <a:off x="4617" y="6775"/>
              <a:ext cx="750" cy="163"/>
            </a:xfrm>
            <a:custGeom>
              <a:avLst/>
              <a:gdLst>
                <a:gd name="T0" fmla="*/ 891 w 133"/>
                <a:gd name="T1" fmla="*/ 3727 h 29"/>
                <a:gd name="T2" fmla="*/ 6806 w 133"/>
                <a:gd name="T3" fmla="*/ 1074 h 29"/>
                <a:gd name="T4" fmla="*/ 14882 w 133"/>
                <a:gd name="T5" fmla="*/ 882 h 29"/>
                <a:gd name="T6" fmla="*/ 21688 w 133"/>
                <a:gd name="T7" fmla="*/ 1231 h 29"/>
                <a:gd name="T8" fmla="*/ 23120 w 133"/>
                <a:gd name="T9" fmla="*/ 882 h 29"/>
                <a:gd name="T10" fmla="*/ 21338 w 133"/>
                <a:gd name="T11" fmla="*/ 1771 h 29"/>
                <a:gd name="T12" fmla="*/ 15073 w 133"/>
                <a:gd name="T13" fmla="*/ 1231 h 29"/>
                <a:gd name="T14" fmla="*/ 4483 w 133"/>
                <a:gd name="T15" fmla="*/ 2496 h 29"/>
                <a:gd name="T16" fmla="*/ 891 w 133"/>
                <a:gd name="T17" fmla="*/ 3727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3" h="29">
                  <a:moveTo>
                    <a:pt x="5" y="21"/>
                  </a:moveTo>
                  <a:cubicBezTo>
                    <a:pt x="5" y="21"/>
                    <a:pt x="13" y="13"/>
                    <a:pt x="38" y="6"/>
                  </a:cubicBezTo>
                  <a:cubicBezTo>
                    <a:pt x="38" y="6"/>
                    <a:pt x="68" y="0"/>
                    <a:pt x="83" y="5"/>
                  </a:cubicBezTo>
                  <a:cubicBezTo>
                    <a:pt x="83" y="5"/>
                    <a:pt x="113" y="11"/>
                    <a:pt x="121" y="7"/>
                  </a:cubicBezTo>
                  <a:cubicBezTo>
                    <a:pt x="121" y="7"/>
                    <a:pt x="133" y="2"/>
                    <a:pt x="129" y="5"/>
                  </a:cubicBezTo>
                  <a:cubicBezTo>
                    <a:pt x="129" y="5"/>
                    <a:pt x="123" y="10"/>
                    <a:pt x="119" y="10"/>
                  </a:cubicBezTo>
                  <a:cubicBezTo>
                    <a:pt x="119" y="10"/>
                    <a:pt x="90" y="11"/>
                    <a:pt x="84" y="7"/>
                  </a:cubicBezTo>
                  <a:cubicBezTo>
                    <a:pt x="84" y="7"/>
                    <a:pt x="52" y="1"/>
                    <a:pt x="25" y="14"/>
                  </a:cubicBezTo>
                  <a:cubicBezTo>
                    <a:pt x="25" y="14"/>
                    <a:pt x="0" y="29"/>
                    <a:pt x="5" y="2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49" name="Freeform 1304"/>
            <p:cNvSpPr>
              <a:spLocks/>
            </p:cNvSpPr>
            <p:nvPr/>
          </p:nvSpPr>
          <p:spPr bwMode="auto">
            <a:xfrm>
              <a:off x="4961" y="6842"/>
              <a:ext cx="282" cy="119"/>
            </a:xfrm>
            <a:custGeom>
              <a:avLst/>
              <a:gdLst>
                <a:gd name="T0" fmla="*/ 7732 w 50"/>
                <a:gd name="T1" fmla="*/ 351 h 21"/>
                <a:gd name="T2" fmla="*/ 5725 w 50"/>
                <a:gd name="T3" fmla="*/ 737 h 21"/>
                <a:gd name="T4" fmla="*/ 3593 w 50"/>
                <a:gd name="T5" fmla="*/ 351 h 21"/>
                <a:gd name="T6" fmla="*/ 1782 w 50"/>
                <a:gd name="T7" fmla="*/ 351 h 21"/>
                <a:gd name="T8" fmla="*/ 0 w 50"/>
                <a:gd name="T9" fmla="*/ 544 h 21"/>
                <a:gd name="T10" fmla="*/ 1241 w 50"/>
                <a:gd name="T11" fmla="*/ 737 h 21"/>
                <a:gd name="T12" fmla="*/ 1974 w 50"/>
                <a:gd name="T13" fmla="*/ 1094 h 21"/>
                <a:gd name="T14" fmla="*/ 2515 w 50"/>
                <a:gd name="T15" fmla="*/ 1445 h 21"/>
                <a:gd name="T16" fmla="*/ 5217 w 50"/>
                <a:gd name="T17" fmla="*/ 1445 h 21"/>
                <a:gd name="T18" fmla="*/ 4484 w 50"/>
                <a:gd name="T19" fmla="*/ 1989 h 21"/>
                <a:gd name="T20" fmla="*/ 4292 w 50"/>
                <a:gd name="T21" fmla="*/ 3819 h 21"/>
                <a:gd name="T22" fmla="*/ 6266 w 50"/>
                <a:gd name="T23" fmla="*/ 3083 h 21"/>
                <a:gd name="T24" fmla="*/ 7349 w 50"/>
                <a:gd name="T25" fmla="*/ 2374 h 21"/>
                <a:gd name="T26" fmla="*/ 8618 w 50"/>
                <a:gd name="T27" fmla="*/ 1830 h 21"/>
                <a:gd name="T28" fmla="*/ 6108 w 50"/>
                <a:gd name="T29" fmla="*/ 1989 h 21"/>
                <a:gd name="T30" fmla="*/ 7541 w 50"/>
                <a:gd name="T31" fmla="*/ 1094 h 21"/>
                <a:gd name="T32" fmla="*/ 8968 w 50"/>
                <a:gd name="T33" fmla="*/ 0 h 21"/>
                <a:gd name="T34" fmla="*/ 8082 w 50"/>
                <a:gd name="T35" fmla="*/ 351 h 21"/>
                <a:gd name="T36" fmla="*/ 7732 w 50"/>
                <a:gd name="T37" fmla="*/ 351 h 2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0" h="21">
                  <a:moveTo>
                    <a:pt x="43" y="2"/>
                  </a:moveTo>
                  <a:cubicBezTo>
                    <a:pt x="39" y="2"/>
                    <a:pt x="36" y="3"/>
                    <a:pt x="32" y="4"/>
                  </a:cubicBezTo>
                  <a:cubicBezTo>
                    <a:pt x="28" y="4"/>
                    <a:pt x="25" y="2"/>
                    <a:pt x="20" y="2"/>
                  </a:cubicBezTo>
                  <a:cubicBezTo>
                    <a:pt x="17" y="1"/>
                    <a:pt x="13" y="2"/>
                    <a:pt x="10" y="2"/>
                  </a:cubicBezTo>
                  <a:cubicBezTo>
                    <a:pt x="7" y="2"/>
                    <a:pt x="2" y="0"/>
                    <a:pt x="0" y="3"/>
                  </a:cubicBezTo>
                  <a:cubicBezTo>
                    <a:pt x="2" y="4"/>
                    <a:pt x="5" y="4"/>
                    <a:pt x="7" y="4"/>
                  </a:cubicBezTo>
                  <a:cubicBezTo>
                    <a:pt x="8" y="5"/>
                    <a:pt x="10" y="5"/>
                    <a:pt x="11" y="6"/>
                  </a:cubicBezTo>
                  <a:cubicBezTo>
                    <a:pt x="13" y="6"/>
                    <a:pt x="13" y="8"/>
                    <a:pt x="14" y="8"/>
                  </a:cubicBezTo>
                  <a:cubicBezTo>
                    <a:pt x="19" y="10"/>
                    <a:pt x="26" y="5"/>
                    <a:pt x="29" y="8"/>
                  </a:cubicBezTo>
                  <a:cubicBezTo>
                    <a:pt x="29" y="10"/>
                    <a:pt x="27" y="10"/>
                    <a:pt x="25" y="11"/>
                  </a:cubicBezTo>
                  <a:cubicBezTo>
                    <a:pt x="26" y="14"/>
                    <a:pt x="26" y="19"/>
                    <a:pt x="24" y="21"/>
                  </a:cubicBezTo>
                  <a:cubicBezTo>
                    <a:pt x="28" y="21"/>
                    <a:pt x="32" y="19"/>
                    <a:pt x="35" y="17"/>
                  </a:cubicBezTo>
                  <a:cubicBezTo>
                    <a:pt x="37" y="16"/>
                    <a:pt x="39" y="15"/>
                    <a:pt x="41" y="13"/>
                  </a:cubicBezTo>
                  <a:cubicBezTo>
                    <a:pt x="43" y="12"/>
                    <a:pt x="46" y="13"/>
                    <a:pt x="48" y="10"/>
                  </a:cubicBezTo>
                  <a:cubicBezTo>
                    <a:pt x="44" y="10"/>
                    <a:pt x="38" y="13"/>
                    <a:pt x="34" y="11"/>
                  </a:cubicBezTo>
                  <a:cubicBezTo>
                    <a:pt x="37" y="10"/>
                    <a:pt x="40" y="9"/>
                    <a:pt x="42" y="6"/>
                  </a:cubicBezTo>
                  <a:cubicBezTo>
                    <a:pt x="44" y="4"/>
                    <a:pt x="48" y="3"/>
                    <a:pt x="50" y="0"/>
                  </a:cubicBezTo>
                  <a:cubicBezTo>
                    <a:pt x="48" y="0"/>
                    <a:pt x="46" y="1"/>
                    <a:pt x="45" y="2"/>
                  </a:cubicBezTo>
                  <a:lnTo>
                    <a:pt x="43" y="2"/>
                  </a:ln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50" name="Freeform 1305"/>
            <p:cNvSpPr>
              <a:spLocks/>
            </p:cNvSpPr>
            <p:nvPr/>
          </p:nvSpPr>
          <p:spPr bwMode="auto">
            <a:xfrm>
              <a:off x="6274" y="7231"/>
              <a:ext cx="823" cy="739"/>
            </a:xfrm>
            <a:custGeom>
              <a:avLst/>
              <a:gdLst>
                <a:gd name="T0" fmla="*/ 2858 w 146"/>
                <a:gd name="T1" fmla="*/ 4299 h 131"/>
                <a:gd name="T2" fmla="*/ 16652 w 146"/>
                <a:gd name="T3" fmla="*/ 20653 h 131"/>
                <a:gd name="T4" fmla="*/ 23450 w 146"/>
                <a:gd name="T5" fmla="*/ 23168 h 131"/>
                <a:gd name="T6" fmla="*/ 23833 w 146"/>
                <a:gd name="T7" fmla="*/ 22435 h 131"/>
                <a:gd name="T8" fmla="*/ 21319 w 146"/>
                <a:gd name="T9" fmla="*/ 21002 h 131"/>
                <a:gd name="T10" fmla="*/ 5372 w 146"/>
                <a:gd name="T11" fmla="*/ 5918 h 131"/>
                <a:gd name="T12" fmla="*/ 349 w 146"/>
                <a:gd name="T13" fmla="*/ 350 h 131"/>
                <a:gd name="T14" fmla="*/ 733 w 146"/>
                <a:gd name="T15" fmla="*/ 1083 h 131"/>
                <a:gd name="T16" fmla="*/ 2858 w 146"/>
                <a:gd name="T17" fmla="*/ 4299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6" h="131">
                  <a:moveTo>
                    <a:pt x="16" y="24"/>
                  </a:moveTo>
                  <a:cubicBezTo>
                    <a:pt x="16" y="24"/>
                    <a:pt x="67" y="99"/>
                    <a:pt x="93" y="115"/>
                  </a:cubicBezTo>
                  <a:cubicBezTo>
                    <a:pt x="93" y="115"/>
                    <a:pt x="120" y="130"/>
                    <a:pt x="131" y="129"/>
                  </a:cubicBezTo>
                  <a:cubicBezTo>
                    <a:pt x="131" y="129"/>
                    <a:pt x="146" y="131"/>
                    <a:pt x="133" y="125"/>
                  </a:cubicBezTo>
                  <a:cubicBezTo>
                    <a:pt x="133" y="125"/>
                    <a:pt x="124" y="120"/>
                    <a:pt x="119" y="117"/>
                  </a:cubicBezTo>
                  <a:cubicBezTo>
                    <a:pt x="119" y="117"/>
                    <a:pt x="76" y="87"/>
                    <a:pt x="30" y="33"/>
                  </a:cubicBezTo>
                  <a:cubicBezTo>
                    <a:pt x="30" y="33"/>
                    <a:pt x="5" y="5"/>
                    <a:pt x="2" y="2"/>
                  </a:cubicBezTo>
                  <a:cubicBezTo>
                    <a:pt x="2" y="2"/>
                    <a:pt x="0" y="0"/>
                    <a:pt x="4" y="6"/>
                  </a:cubicBezTo>
                  <a:cubicBezTo>
                    <a:pt x="4" y="6"/>
                    <a:pt x="11" y="18"/>
                    <a:pt x="16" y="24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51" name="Freeform 1306"/>
            <p:cNvSpPr>
              <a:spLocks/>
            </p:cNvSpPr>
            <p:nvPr/>
          </p:nvSpPr>
          <p:spPr bwMode="auto">
            <a:xfrm>
              <a:off x="6432" y="7423"/>
              <a:ext cx="637" cy="558"/>
            </a:xfrm>
            <a:custGeom>
              <a:avLst/>
              <a:gdLst>
                <a:gd name="T0" fmla="*/ 733 w 113"/>
                <a:gd name="T1" fmla="*/ 1432 h 99"/>
                <a:gd name="T2" fmla="*/ 12171 w 113"/>
                <a:gd name="T3" fmla="*/ 14677 h 99"/>
                <a:gd name="T4" fmla="*/ 18620 w 113"/>
                <a:gd name="T5" fmla="*/ 17185 h 99"/>
                <a:gd name="T6" fmla="*/ 19161 w 113"/>
                <a:gd name="T7" fmla="*/ 16836 h 99"/>
                <a:gd name="T8" fmla="*/ 17735 w 113"/>
                <a:gd name="T9" fmla="*/ 16109 h 99"/>
                <a:gd name="T10" fmla="*/ 2159 w 113"/>
                <a:gd name="T11" fmla="*/ 2317 h 99"/>
                <a:gd name="T12" fmla="*/ 733 w 113"/>
                <a:gd name="T13" fmla="*/ 1432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99">
                  <a:moveTo>
                    <a:pt x="4" y="8"/>
                  </a:moveTo>
                  <a:cubicBezTo>
                    <a:pt x="4" y="8"/>
                    <a:pt x="47" y="70"/>
                    <a:pt x="68" y="82"/>
                  </a:cubicBezTo>
                  <a:cubicBezTo>
                    <a:pt x="68" y="82"/>
                    <a:pt x="88" y="97"/>
                    <a:pt x="104" y="96"/>
                  </a:cubicBezTo>
                  <a:cubicBezTo>
                    <a:pt x="104" y="96"/>
                    <a:pt x="113" y="99"/>
                    <a:pt x="107" y="94"/>
                  </a:cubicBezTo>
                  <a:cubicBezTo>
                    <a:pt x="107" y="94"/>
                    <a:pt x="103" y="91"/>
                    <a:pt x="99" y="90"/>
                  </a:cubicBezTo>
                  <a:cubicBezTo>
                    <a:pt x="99" y="90"/>
                    <a:pt x="47" y="56"/>
                    <a:pt x="12" y="13"/>
                  </a:cubicBezTo>
                  <a:cubicBezTo>
                    <a:pt x="12" y="13"/>
                    <a:pt x="0" y="0"/>
                    <a:pt x="4" y="8"/>
                  </a:cubicBez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52" name="Freeform 1307"/>
            <p:cNvSpPr>
              <a:spLocks/>
            </p:cNvSpPr>
            <p:nvPr/>
          </p:nvSpPr>
          <p:spPr bwMode="auto">
            <a:xfrm>
              <a:off x="4955" y="7288"/>
              <a:ext cx="181" cy="135"/>
            </a:xfrm>
            <a:custGeom>
              <a:avLst/>
              <a:gdLst>
                <a:gd name="T0" fmla="*/ 0 w 32"/>
                <a:gd name="T1" fmla="*/ 1074 h 24"/>
                <a:gd name="T2" fmla="*/ 894 w 32"/>
                <a:gd name="T3" fmla="*/ 1614 h 24"/>
                <a:gd name="T4" fmla="*/ 1985 w 32"/>
                <a:gd name="T5" fmla="*/ 2498 h 24"/>
                <a:gd name="T6" fmla="*/ 3264 w 32"/>
                <a:gd name="T7" fmla="*/ 3195 h 24"/>
                <a:gd name="T8" fmla="*/ 4157 w 32"/>
                <a:gd name="T9" fmla="*/ 3578 h 24"/>
                <a:gd name="T10" fmla="*/ 5057 w 32"/>
                <a:gd name="T11" fmla="*/ 3578 h 24"/>
                <a:gd name="T12" fmla="*/ 4350 w 32"/>
                <a:gd name="T13" fmla="*/ 3038 h 24"/>
                <a:gd name="T14" fmla="*/ 3071 w 32"/>
                <a:gd name="T15" fmla="*/ 2312 h 24"/>
                <a:gd name="T16" fmla="*/ 2370 w 32"/>
                <a:gd name="T17" fmla="*/ 1423 h 24"/>
                <a:gd name="T18" fmla="*/ 1278 w 32"/>
                <a:gd name="T19" fmla="*/ 889 h 24"/>
                <a:gd name="T20" fmla="*/ 0 w 32"/>
                <a:gd name="T21" fmla="*/ 1074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2" h="24">
                  <a:moveTo>
                    <a:pt x="0" y="6"/>
                  </a:moveTo>
                  <a:cubicBezTo>
                    <a:pt x="0" y="6"/>
                    <a:pt x="2" y="9"/>
                    <a:pt x="5" y="9"/>
                  </a:cubicBezTo>
                  <a:cubicBezTo>
                    <a:pt x="5" y="9"/>
                    <a:pt x="10" y="11"/>
                    <a:pt x="11" y="14"/>
                  </a:cubicBezTo>
                  <a:cubicBezTo>
                    <a:pt x="11" y="14"/>
                    <a:pt x="14" y="17"/>
                    <a:pt x="18" y="18"/>
                  </a:cubicBezTo>
                  <a:cubicBezTo>
                    <a:pt x="18" y="18"/>
                    <a:pt x="22" y="18"/>
                    <a:pt x="23" y="20"/>
                  </a:cubicBezTo>
                  <a:cubicBezTo>
                    <a:pt x="23" y="20"/>
                    <a:pt x="32" y="24"/>
                    <a:pt x="28" y="20"/>
                  </a:cubicBezTo>
                  <a:cubicBezTo>
                    <a:pt x="28" y="20"/>
                    <a:pt x="27" y="18"/>
                    <a:pt x="24" y="17"/>
                  </a:cubicBezTo>
                  <a:cubicBezTo>
                    <a:pt x="24" y="17"/>
                    <a:pt x="19" y="15"/>
                    <a:pt x="17" y="13"/>
                  </a:cubicBezTo>
                  <a:cubicBezTo>
                    <a:pt x="17" y="13"/>
                    <a:pt x="16" y="9"/>
                    <a:pt x="13" y="8"/>
                  </a:cubicBezTo>
                  <a:cubicBezTo>
                    <a:pt x="13" y="8"/>
                    <a:pt x="9" y="10"/>
                    <a:pt x="7" y="5"/>
                  </a:cubicBezTo>
                  <a:cubicBezTo>
                    <a:pt x="7" y="5"/>
                    <a:pt x="4" y="0"/>
                    <a:pt x="0" y="6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53" name="Freeform 1308"/>
            <p:cNvSpPr>
              <a:spLocks/>
            </p:cNvSpPr>
            <p:nvPr/>
          </p:nvSpPr>
          <p:spPr bwMode="auto">
            <a:xfrm>
              <a:off x="5164" y="7406"/>
              <a:ext cx="327" cy="56"/>
            </a:xfrm>
            <a:custGeom>
              <a:avLst/>
              <a:gdLst>
                <a:gd name="T0" fmla="*/ 733 w 58"/>
                <a:gd name="T1" fmla="*/ 879 h 10"/>
                <a:gd name="T2" fmla="*/ 2159 w 58"/>
                <a:gd name="T3" fmla="*/ 879 h 10"/>
                <a:gd name="T4" fmla="*/ 2701 w 58"/>
                <a:gd name="T5" fmla="*/ 1064 h 10"/>
                <a:gd name="T6" fmla="*/ 3591 w 58"/>
                <a:gd name="T7" fmla="*/ 1064 h 10"/>
                <a:gd name="T8" fmla="*/ 4482 w 58"/>
                <a:gd name="T9" fmla="*/ 1411 h 10"/>
                <a:gd name="T10" fmla="*/ 5723 w 58"/>
                <a:gd name="T11" fmla="*/ 1568 h 10"/>
                <a:gd name="T12" fmla="*/ 7183 w 58"/>
                <a:gd name="T13" fmla="*/ 1411 h 10"/>
                <a:gd name="T14" fmla="*/ 9314 w 58"/>
                <a:gd name="T15" fmla="*/ 1064 h 10"/>
                <a:gd name="T16" fmla="*/ 10205 w 58"/>
                <a:gd name="T17" fmla="*/ 689 h 10"/>
                <a:gd name="T18" fmla="*/ 9663 w 58"/>
                <a:gd name="T19" fmla="*/ 532 h 10"/>
                <a:gd name="T20" fmla="*/ 8615 w 58"/>
                <a:gd name="T21" fmla="*/ 689 h 10"/>
                <a:gd name="T22" fmla="*/ 7341 w 58"/>
                <a:gd name="T23" fmla="*/ 1064 h 10"/>
                <a:gd name="T24" fmla="*/ 5914 w 58"/>
                <a:gd name="T25" fmla="*/ 1064 h 10"/>
                <a:gd name="T26" fmla="*/ 4482 w 58"/>
                <a:gd name="T27" fmla="*/ 1064 h 10"/>
                <a:gd name="T28" fmla="*/ 3208 w 58"/>
                <a:gd name="T29" fmla="*/ 532 h 10"/>
                <a:gd name="T30" fmla="*/ 2509 w 58"/>
                <a:gd name="T31" fmla="*/ 347 h 10"/>
                <a:gd name="T32" fmla="*/ 1782 w 58"/>
                <a:gd name="T33" fmla="*/ 347 h 10"/>
                <a:gd name="T34" fmla="*/ 733 w 58"/>
                <a:gd name="T35" fmla="*/ 879 h 1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58" h="10">
                  <a:moveTo>
                    <a:pt x="4" y="5"/>
                  </a:moveTo>
                  <a:cubicBezTo>
                    <a:pt x="4" y="5"/>
                    <a:pt x="9" y="6"/>
                    <a:pt x="12" y="5"/>
                  </a:cubicBezTo>
                  <a:cubicBezTo>
                    <a:pt x="12" y="5"/>
                    <a:pt x="14" y="4"/>
                    <a:pt x="15" y="6"/>
                  </a:cubicBezTo>
                  <a:cubicBezTo>
                    <a:pt x="15" y="6"/>
                    <a:pt x="18" y="7"/>
                    <a:pt x="20" y="6"/>
                  </a:cubicBezTo>
                  <a:cubicBezTo>
                    <a:pt x="20" y="6"/>
                    <a:pt x="24" y="7"/>
                    <a:pt x="25" y="8"/>
                  </a:cubicBezTo>
                  <a:cubicBezTo>
                    <a:pt x="25" y="8"/>
                    <a:pt x="31" y="10"/>
                    <a:pt x="32" y="9"/>
                  </a:cubicBezTo>
                  <a:cubicBezTo>
                    <a:pt x="32" y="9"/>
                    <a:pt x="37" y="8"/>
                    <a:pt x="40" y="8"/>
                  </a:cubicBezTo>
                  <a:cubicBezTo>
                    <a:pt x="40" y="8"/>
                    <a:pt x="49" y="9"/>
                    <a:pt x="52" y="6"/>
                  </a:cubicBezTo>
                  <a:cubicBezTo>
                    <a:pt x="52" y="6"/>
                    <a:pt x="54" y="4"/>
                    <a:pt x="57" y="4"/>
                  </a:cubicBezTo>
                  <a:cubicBezTo>
                    <a:pt x="57" y="4"/>
                    <a:pt x="58" y="3"/>
                    <a:pt x="54" y="3"/>
                  </a:cubicBezTo>
                  <a:cubicBezTo>
                    <a:pt x="54" y="3"/>
                    <a:pt x="50" y="2"/>
                    <a:pt x="48" y="4"/>
                  </a:cubicBezTo>
                  <a:cubicBezTo>
                    <a:pt x="48" y="4"/>
                    <a:pt x="44" y="7"/>
                    <a:pt x="41" y="6"/>
                  </a:cubicBezTo>
                  <a:cubicBezTo>
                    <a:pt x="41" y="6"/>
                    <a:pt x="38" y="3"/>
                    <a:pt x="33" y="6"/>
                  </a:cubicBezTo>
                  <a:cubicBezTo>
                    <a:pt x="33" y="6"/>
                    <a:pt x="31" y="10"/>
                    <a:pt x="25" y="6"/>
                  </a:cubicBezTo>
                  <a:cubicBezTo>
                    <a:pt x="25" y="6"/>
                    <a:pt x="22" y="1"/>
                    <a:pt x="18" y="3"/>
                  </a:cubicBezTo>
                  <a:cubicBezTo>
                    <a:pt x="18" y="3"/>
                    <a:pt x="17" y="5"/>
                    <a:pt x="14" y="2"/>
                  </a:cubicBezTo>
                  <a:cubicBezTo>
                    <a:pt x="14" y="2"/>
                    <a:pt x="12" y="0"/>
                    <a:pt x="10" y="2"/>
                  </a:cubicBezTo>
                  <a:cubicBezTo>
                    <a:pt x="10" y="2"/>
                    <a:pt x="0" y="4"/>
                    <a:pt x="4" y="5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54" name="Freeform 1309"/>
            <p:cNvSpPr>
              <a:spLocks/>
            </p:cNvSpPr>
            <p:nvPr/>
          </p:nvSpPr>
          <p:spPr bwMode="auto">
            <a:xfrm>
              <a:off x="6184" y="7198"/>
              <a:ext cx="316" cy="400"/>
            </a:xfrm>
            <a:custGeom>
              <a:avLst/>
              <a:gdLst>
                <a:gd name="T0" fmla="*/ 542 w 56"/>
                <a:gd name="T1" fmla="*/ 732 h 71"/>
                <a:gd name="T2" fmla="*/ 1625 w 56"/>
                <a:gd name="T3" fmla="*/ 1775 h 71"/>
                <a:gd name="T4" fmla="*/ 2867 w 56"/>
                <a:gd name="T5" fmla="*/ 2699 h 71"/>
                <a:gd name="T6" fmla="*/ 4142 w 56"/>
                <a:gd name="T7" fmla="*/ 3938 h 71"/>
                <a:gd name="T8" fmla="*/ 5220 w 56"/>
                <a:gd name="T9" fmla="*/ 5363 h 71"/>
                <a:gd name="T10" fmla="*/ 5575 w 56"/>
                <a:gd name="T11" fmla="*/ 5904 h 71"/>
                <a:gd name="T12" fmla="*/ 6467 w 56"/>
                <a:gd name="T13" fmla="*/ 6603 h 71"/>
                <a:gd name="T14" fmla="*/ 7358 w 56"/>
                <a:gd name="T15" fmla="*/ 8569 h 71"/>
                <a:gd name="T16" fmla="*/ 8820 w 56"/>
                <a:gd name="T17" fmla="*/ 10377 h 71"/>
                <a:gd name="T18" fmla="*/ 10061 w 56"/>
                <a:gd name="T19" fmla="*/ 11966 h 71"/>
                <a:gd name="T20" fmla="*/ 8820 w 56"/>
                <a:gd name="T21" fmla="*/ 11076 h 71"/>
                <a:gd name="T22" fmla="*/ 7894 w 56"/>
                <a:gd name="T23" fmla="*/ 10186 h 71"/>
                <a:gd name="T24" fmla="*/ 7195 w 56"/>
                <a:gd name="T25" fmla="*/ 9301 h 71"/>
                <a:gd name="T26" fmla="*/ 8278 w 56"/>
                <a:gd name="T27" fmla="*/ 11617 h 71"/>
                <a:gd name="T28" fmla="*/ 7003 w 56"/>
                <a:gd name="T29" fmla="*/ 9837 h 71"/>
                <a:gd name="T30" fmla="*/ 6111 w 56"/>
                <a:gd name="T31" fmla="*/ 8411 h 71"/>
                <a:gd name="T32" fmla="*/ 5383 w 56"/>
                <a:gd name="T33" fmla="*/ 7144 h 71"/>
                <a:gd name="T34" fmla="*/ 5761 w 56"/>
                <a:gd name="T35" fmla="*/ 8411 h 71"/>
                <a:gd name="T36" fmla="*/ 5925 w 56"/>
                <a:gd name="T37" fmla="*/ 9651 h 71"/>
                <a:gd name="T38" fmla="*/ 5033 w 56"/>
                <a:gd name="T39" fmla="*/ 7521 h 71"/>
                <a:gd name="T40" fmla="*/ 3408 w 56"/>
                <a:gd name="T41" fmla="*/ 5172 h 71"/>
                <a:gd name="T42" fmla="*/ 3408 w 56"/>
                <a:gd name="T43" fmla="*/ 7679 h 71"/>
                <a:gd name="T44" fmla="*/ 3058 w 56"/>
                <a:gd name="T45" fmla="*/ 6096 h 71"/>
                <a:gd name="T46" fmla="*/ 2709 w 56"/>
                <a:gd name="T47" fmla="*/ 5014 h 71"/>
                <a:gd name="T48" fmla="*/ 2167 w 56"/>
                <a:gd name="T49" fmla="*/ 3938 h 71"/>
                <a:gd name="T50" fmla="*/ 1275 w 56"/>
                <a:gd name="T51" fmla="*/ 1966 h 71"/>
                <a:gd name="T52" fmla="*/ 734 w 56"/>
                <a:gd name="T53" fmla="*/ 1082 h 71"/>
                <a:gd name="T54" fmla="*/ 0 w 56"/>
                <a:gd name="T55" fmla="*/ 0 h 71"/>
                <a:gd name="T56" fmla="*/ 734 w 56"/>
                <a:gd name="T57" fmla="*/ 541 h 71"/>
                <a:gd name="T58" fmla="*/ 542 w 56"/>
                <a:gd name="T59" fmla="*/ 541 h 71"/>
                <a:gd name="T60" fmla="*/ 542 w 56"/>
                <a:gd name="T61" fmla="*/ 732 h 71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6" h="71">
                  <a:moveTo>
                    <a:pt x="3" y="4"/>
                  </a:moveTo>
                  <a:cubicBezTo>
                    <a:pt x="7" y="5"/>
                    <a:pt x="7" y="8"/>
                    <a:pt x="9" y="10"/>
                  </a:cubicBezTo>
                  <a:cubicBezTo>
                    <a:pt x="11" y="12"/>
                    <a:pt x="14" y="13"/>
                    <a:pt x="16" y="15"/>
                  </a:cubicBezTo>
                  <a:cubicBezTo>
                    <a:pt x="19" y="17"/>
                    <a:pt x="21" y="19"/>
                    <a:pt x="23" y="22"/>
                  </a:cubicBezTo>
                  <a:cubicBezTo>
                    <a:pt x="25" y="24"/>
                    <a:pt x="27" y="27"/>
                    <a:pt x="29" y="30"/>
                  </a:cubicBezTo>
                  <a:cubicBezTo>
                    <a:pt x="30" y="31"/>
                    <a:pt x="30" y="32"/>
                    <a:pt x="31" y="33"/>
                  </a:cubicBezTo>
                  <a:cubicBezTo>
                    <a:pt x="33" y="35"/>
                    <a:pt x="34" y="36"/>
                    <a:pt x="36" y="37"/>
                  </a:cubicBezTo>
                  <a:cubicBezTo>
                    <a:pt x="39" y="40"/>
                    <a:pt x="39" y="45"/>
                    <a:pt x="41" y="48"/>
                  </a:cubicBezTo>
                  <a:cubicBezTo>
                    <a:pt x="44" y="51"/>
                    <a:pt x="46" y="55"/>
                    <a:pt x="49" y="58"/>
                  </a:cubicBezTo>
                  <a:cubicBezTo>
                    <a:pt x="51" y="61"/>
                    <a:pt x="53" y="65"/>
                    <a:pt x="56" y="67"/>
                  </a:cubicBezTo>
                  <a:cubicBezTo>
                    <a:pt x="55" y="71"/>
                    <a:pt x="50" y="63"/>
                    <a:pt x="49" y="62"/>
                  </a:cubicBezTo>
                  <a:cubicBezTo>
                    <a:pt x="47" y="61"/>
                    <a:pt x="45" y="60"/>
                    <a:pt x="44" y="57"/>
                  </a:cubicBezTo>
                  <a:cubicBezTo>
                    <a:pt x="43" y="56"/>
                    <a:pt x="41" y="53"/>
                    <a:pt x="40" y="52"/>
                  </a:cubicBezTo>
                  <a:cubicBezTo>
                    <a:pt x="40" y="57"/>
                    <a:pt x="45" y="61"/>
                    <a:pt x="46" y="65"/>
                  </a:cubicBezTo>
                  <a:cubicBezTo>
                    <a:pt x="44" y="66"/>
                    <a:pt x="40" y="57"/>
                    <a:pt x="39" y="55"/>
                  </a:cubicBezTo>
                  <a:cubicBezTo>
                    <a:pt x="37" y="52"/>
                    <a:pt x="35" y="50"/>
                    <a:pt x="34" y="47"/>
                  </a:cubicBezTo>
                  <a:cubicBezTo>
                    <a:pt x="33" y="45"/>
                    <a:pt x="32" y="42"/>
                    <a:pt x="30" y="40"/>
                  </a:cubicBezTo>
                  <a:cubicBezTo>
                    <a:pt x="29" y="42"/>
                    <a:pt x="31" y="45"/>
                    <a:pt x="32" y="47"/>
                  </a:cubicBezTo>
                  <a:cubicBezTo>
                    <a:pt x="32" y="49"/>
                    <a:pt x="33" y="52"/>
                    <a:pt x="33" y="54"/>
                  </a:cubicBezTo>
                  <a:cubicBezTo>
                    <a:pt x="31" y="54"/>
                    <a:pt x="29" y="44"/>
                    <a:pt x="28" y="42"/>
                  </a:cubicBezTo>
                  <a:cubicBezTo>
                    <a:pt x="26" y="38"/>
                    <a:pt x="23" y="31"/>
                    <a:pt x="19" y="29"/>
                  </a:cubicBezTo>
                  <a:cubicBezTo>
                    <a:pt x="18" y="33"/>
                    <a:pt x="19" y="39"/>
                    <a:pt x="19" y="43"/>
                  </a:cubicBezTo>
                  <a:cubicBezTo>
                    <a:pt x="17" y="44"/>
                    <a:pt x="18" y="36"/>
                    <a:pt x="17" y="34"/>
                  </a:cubicBezTo>
                  <a:cubicBezTo>
                    <a:pt x="16" y="32"/>
                    <a:pt x="16" y="30"/>
                    <a:pt x="15" y="28"/>
                  </a:cubicBezTo>
                  <a:cubicBezTo>
                    <a:pt x="14" y="26"/>
                    <a:pt x="13" y="24"/>
                    <a:pt x="12" y="22"/>
                  </a:cubicBezTo>
                  <a:cubicBezTo>
                    <a:pt x="10" y="18"/>
                    <a:pt x="8" y="15"/>
                    <a:pt x="7" y="11"/>
                  </a:cubicBezTo>
                  <a:cubicBezTo>
                    <a:pt x="6" y="9"/>
                    <a:pt x="5" y="7"/>
                    <a:pt x="4" y="6"/>
                  </a:cubicBezTo>
                  <a:cubicBezTo>
                    <a:pt x="3" y="4"/>
                    <a:pt x="0" y="3"/>
                    <a:pt x="0" y="0"/>
                  </a:cubicBezTo>
                  <a:cubicBezTo>
                    <a:pt x="1" y="0"/>
                    <a:pt x="4" y="1"/>
                    <a:pt x="4" y="3"/>
                  </a:cubicBezTo>
                  <a:cubicBezTo>
                    <a:pt x="3" y="3"/>
                    <a:pt x="3" y="3"/>
                    <a:pt x="3" y="3"/>
                  </a:cubicBezTo>
                  <a:lnTo>
                    <a:pt x="3" y="4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55" name="Freeform 1310"/>
            <p:cNvSpPr>
              <a:spLocks/>
            </p:cNvSpPr>
            <p:nvPr/>
          </p:nvSpPr>
          <p:spPr bwMode="auto">
            <a:xfrm>
              <a:off x="5851" y="7113"/>
              <a:ext cx="164" cy="135"/>
            </a:xfrm>
            <a:custGeom>
              <a:avLst/>
              <a:gdLst>
                <a:gd name="T0" fmla="*/ 1278 w 29"/>
                <a:gd name="T1" fmla="*/ 540 h 24"/>
                <a:gd name="T2" fmla="*/ 0 w 29"/>
                <a:gd name="T3" fmla="*/ 1772 h 24"/>
                <a:gd name="T4" fmla="*/ 0 w 29"/>
                <a:gd name="T5" fmla="*/ 1963 h 24"/>
                <a:gd name="T6" fmla="*/ 543 w 29"/>
                <a:gd name="T7" fmla="*/ 1772 h 24"/>
                <a:gd name="T8" fmla="*/ 735 w 29"/>
                <a:gd name="T9" fmla="*/ 1963 h 24"/>
                <a:gd name="T10" fmla="*/ 1436 w 29"/>
                <a:gd name="T11" fmla="*/ 1423 h 24"/>
                <a:gd name="T12" fmla="*/ 1629 w 29"/>
                <a:gd name="T13" fmla="*/ 2498 h 24"/>
                <a:gd name="T14" fmla="*/ 1985 w 29"/>
                <a:gd name="T15" fmla="*/ 1423 h 24"/>
                <a:gd name="T16" fmla="*/ 1985 w 29"/>
                <a:gd name="T17" fmla="*/ 2498 h 24"/>
                <a:gd name="T18" fmla="*/ 2177 w 29"/>
                <a:gd name="T19" fmla="*/ 2661 h 24"/>
                <a:gd name="T20" fmla="*/ 2364 w 29"/>
                <a:gd name="T21" fmla="*/ 1772 h 24"/>
                <a:gd name="T22" fmla="*/ 2528 w 29"/>
                <a:gd name="T23" fmla="*/ 2661 h 24"/>
                <a:gd name="T24" fmla="*/ 2878 w 29"/>
                <a:gd name="T25" fmla="*/ 3578 h 24"/>
                <a:gd name="T26" fmla="*/ 3071 w 29"/>
                <a:gd name="T27" fmla="*/ 3038 h 24"/>
                <a:gd name="T28" fmla="*/ 3421 w 29"/>
                <a:gd name="T29" fmla="*/ 2846 h 24"/>
                <a:gd name="T30" fmla="*/ 3806 w 29"/>
                <a:gd name="T31" fmla="*/ 2498 h 24"/>
                <a:gd name="T32" fmla="*/ 3806 w 29"/>
                <a:gd name="T33" fmla="*/ 3195 h 24"/>
                <a:gd name="T34" fmla="*/ 4157 w 29"/>
                <a:gd name="T35" fmla="*/ 3578 h 24"/>
                <a:gd name="T36" fmla="*/ 4507 w 29"/>
                <a:gd name="T37" fmla="*/ 4269 h 24"/>
                <a:gd name="T38" fmla="*/ 4699 w 29"/>
                <a:gd name="T39" fmla="*/ 3735 h 24"/>
                <a:gd name="T40" fmla="*/ 4699 w 29"/>
                <a:gd name="T41" fmla="*/ 2846 h 24"/>
                <a:gd name="T42" fmla="*/ 4892 w 29"/>
                <a:gd name="T43" fmla="*/ 1614 h 24"/>
                <a:gd name="T44" fmla="*/ 4349 w 29"/>
                <a:gd name="T45" fmla="*/ 2846 h 24"/>
                <a:gd name="T46" fmla="*/ 4157 w 29"/>
                <a:gd name="T47" fmla="*/ 2154 h 24"/>
                <a:gd name="T48" fmla="*/ 3964 w 29"/>
                <a:gd name="T49" fmla="*/ 1614 h 24"/>
                <a:gd name="T50" fmla="*/ 3263 w 29"/>
                <a:gd name="T51" fmla="*/ 1963 h 24"/>
                <a:gd name="T52" fmla="*/ 3071 w 29"/>
                <a:gd name="T53" fmla="*/ 2312 h 24"/>
                <a:gd name="T54" fmla="*/ 2878 w 29"/>
                <a:gd name="T55" fmla="*/ 1963 h 24"/>
                <a:gd name="T56" fmla="*/ 2528 w 29"/>
                <a:gd name="T57" fmla="*/ 1074 h 24"/>
                <a:gd name="T58" fmla="*/ 2177 w 29"/>
                <a:gd name="T59" fmla="*/ 1074 h 24"/>
                <a:gd name="T60" fmla="*/ 2177 w 29"/>
                <a:gd name="T61" fmla="*/ 1074 h 24"/>
                <a:gd name="T62" fmla="*/ 1985 w 29"/>
                <a:gd name="T63" fmla="*/ 889 h 24"/>
                <a:gd name="T64" fmla="*/ 1985 w 29"/>
                <a:gd name="T65" fmla="*/ 726 h 24"/>
                <a:gd name="T66" fmla="*/ 1821 w 29"/>
                <a:gd name="T67" fmla="*/ 889 h 24"/>
                <a:gd name="T68" fmla="*/ 1436 w 29"/>
                <a:gd name="T69" fmla="*/ 726 h 24"/>
                <a:gd name="T70" fmla="*/ 1436 w 29"/>
                <a:gd name="T71" fmla="*/ 0 h 24"/>
                <a:gd name="T72" fmla="*/ 1278 w 29"/>
                <a:gd name="T73" fmla="*/ 540 h 2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9" h="24">
                  <a:moveTo>
                    <a:pt x="7" y="3"/>
                  </a:moveTo>
                  <a:cubicBezTo>
                    <a:pt x="5" y="6"/>
                    <a:pt x="4" y="9"/>
                    <a:pt x="0" y="10"/>
                  </a:cubicBezTo>
                  <a:cubicBezTo>
                    <a:pt x="0" y="10"/>
                    <a:pt x="0" y="10"/>
                    <a:pt x="0" y="11"/>
                  </a:cubicBezTo>
                  <a:cubicBezTo>
                    <a:pt x="1" y="11"/>
                    <a:pt x="2" y="10"/>
                    <a:pt x="3" y="10"/>
                  </a:cubicBezTo>
                  <a:cubicBezTo>
                    <a:pt x="3" y="10"/>
                    <a:pt x="4" y="11"/>
                    <a:pt x="4" y="11"/>
                  </a:cubicBezTo>
                  <a:cubicBezTo>
                    <a:pt x="6" y="12"/>
                    <a:pt x="7" y="9"/>
                    <a:pt x="8" y="8"/>
                  </a:cubicBezTo>
                  <a:cubicBezTo>
                    <a:pt x="8" y="9"/>
                    <a:pt x="8" y="13"/>
                    <a:pt x="9" y="14"/>
                  </a:cubicBezTo>
                  <a:cubicBezTo>
                    <a:pt x="9" y="13"/>
                    <a:pt x="10" y="9"/>
                    <a:pt x="11" y="8"/>
                  </a:cubicBezTo>
                  <a:cubicBezTo>
                    <a:pt x="12" y="9"/>
                    <a:pt x="11" y="12"/>
                    <a:pt x="11" y="14"/>
                  </a:cubicBezTo>
                  <a:cubicBezTo>
                    <a:pt x="11" y="14"/>
                    <a:pt x="11" y="14"/>
                    <a:pt x="12" y="15"/>
                  </a:cubicBezTo>
                  <a:cubicBezTo>
                    <a:pt x="12" y="13"/>
                    <a:pt x="12" y="11"/>
                    <a:pt x="13" y="10"/>
                  </a:cubicBezTo>
                  <a:cubicBezTo>
                    <a:pt x="15" y="11"/>
                    <a:pt x="13" y="13"/>
                    <a:pt x="14" y="15"/>
                  </a:cubicBezTo>
                  <a:cubicBezTo>
                    <a:pt x="14" y="16"/>
                    <a:pt x="16" y="19"/>
                    <a:pt x="16" y="20"/>
                  </a:cubicBezTo>
                  <a:cubicBezTo>
                    <a:pt x="18" y="22"/>
                    <a:pt x="17" y="19"/>
                    <a:pt x="17" y="17"/>
                  </a:cubicBezTo>
                  <a:cubicBezTo>
                    <a:pt x="18" y="16"/>
                    <a:pt x="19" y="13"/>
                    <a:pt x="19" y="16"/>
                  </a:cubicBezTo>
                  <a:cubicBezTo>
                    <a:pt x="19" y="15"/>
                    <a:pt x="20" y="13"/>
                    <a:pt x="21" y="14"/>
                  </a:cubicBezTo>
                  <a:cubicBezTo>
                    <a:pt x="22" y="15"/>
                    <a:pt x="21" y="17"/>
                    <a:pt x="21" y="18"/>
                  </a:cubicBezTo>
                  <a:cubicBezTo>
                    <a:pt x="21" y="19"/>
                    <a:pt x="23" y="20"/>
                    <a:pt x="23" y="20"/>
                  </a:cubicBezTo>
                  <a:cubicBezTo>
                    <a:pt x="24" y="21"/>
                    <a:pt x="24" y="23"/>
                    <a:pt x="25" y="24"/>
                  </a:cubicBezTo>
                  <a:cubicBezTo>
                    <a:pt x="26" y="23"/>
                    <a:pt x="26" y="22"/>
                    <a:pt x="26" y="21"/>
                  </a:cubicBezTo>
                  <a:cubicBezTo>
                    <a:pt x="26" y="19"/>
                    <a:pt x="26" y="18"/>
                    <a:pt x="26" y="16"/>
                  </a:cubicBezTo>
                  <a:cubicBezTo>
                    <a:pt x="27" y="15"/>
                    <a:pt x="29" y="9"/>
                    <a:pt x="27" y="9"/>
                  </a:cubicBezTo>
                  <a:cubicBezTo>
                    <a:pt x="26" y="11"/>
                    <a:pt x="26" y="14"/>
                    <a:pt x="24" y="16"/>
                  </a:cubicBezTo>
                  <a:cubicBezTo>
                    <a:pt x="23" y="15"/>
                    <a:pt x="23" y="14"/>
                    <a:pt x="23" y="12"/>
                  </a:cubicBezTo>
                  <a:cubicBezTo>
                    <a:pt x="23" y="11"/>
                    <a:pt x="22" y="11"/>
                    <a:pt x="22" y="9"/>
                  </a:cubicBezTo>
                  <a:cubicBezTo>
                    <a:pt x="20" y="10"/>
                    <a:pt x="20" y="14"/>
                    <a:pt x="18" y="11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3"/>
                    <a:pt x="16" y="12"/>
                    <a:pt x="16" y="11"/>
                  </a:cubicBezTo>
                  <a:cubicBezTo>
                    <a:pt x="15" y="10"/>
                    <a:pt x="15" y="6"/>
                    <a:pt x="14" y="6"/>
                  </a:cubicBezTo>
                  <a:cubicBezTo>
                    <a:pt x="14" y="5"/>
                    <a:pt x="13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1" y="6"/>
                    <a:pt x="12" y="5"/>
                    <a:pt x="11" y="5"/>
                  </a:cubicBezTo>
                  <a:cubicBezTo>
                    <a:pt x="11" y="5"/>
                    <a:pt x="11" y="4"/>
                    <a:pt x="11" y="4"/>
                  </a:cubicBezTo>
                  <a:cubicBezTo>
                    <a:pt x="10" y="3"/>
                    <a:pt x="10" y="5"/>
                    <a:pt x="10" y="5"/>
                  </a:cubicBezTo>
                  <a:cubicBezTo>
                    <a:pt x="9" y="5"/>
                    <a:pt x="9" y="6"/>
                    <a:pt x="8" y="4"/>
                  </a:cubicBezTo>
                  <a:cubicBezTo>
                    <a:pt x="9" y="3"/>
                    <a:pt x="9" y="1"/>
                    <a:pt x="8" y="0"/>
                  </a:cubicBezTo>
                  <a:cubicBezTo>
                    <a:pt x="7" y="1"/>
                    <a:pt x="7" y="2"/>
                    <a:pt x="7" y="3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56" name="Freeform 1311"/>
            <p:cNvSpPr>
              <a:spLocks/>
            </p:cNvSpPr>
            <p:nvPr/>
          </p:nvSpPr>
          <p:spPr bwMode="auto">
            <a:xfrm>
              <a:off x="5806" y="6972"/>
              <a:ext cx="355" cy="192"/>
            </a:xfrm>
            <a:custGeom>
              <a:avLst/>
              <a:gdLst>
                <a:gd name="T0" fmla="*/ 1082 w 63"/>
                <a:gd name="T1" fmla="*/ 734 h 34"/>
                <a:gd name="T2" fmla="*/ 6796 w 63"/>
                <a:gd name="T3" fmla="*/ 3061 h 34"/>
                <a:gd name="T4" fmla="*/ 9495 w 63"/>
                <a:gd name="T5" fmla="*/ 4337 h 34"/>
                <a:gd name="T6" fmla="*/ 11270 w 63"/>
                <a:gd name="T7" fmla="*/ 6121 h 34"/>
                <a:gd name="T8" fmla="*/ 10036 w 63"/>
                <a:gd name="T9" fmla="*/ 5387 h 34"/>
                <a:gd name="T10" fmla="*/ 8571 w 63"/>
                <a:gd name="T11" fmla="*/ 4495 h 34"/>
                <a:gd name="T12" fmla="*/ 6796 w 63"/>
                <a:gd name="T13" fmla="*/ 3603 h 34"/>
                <a:gd name="T14" fmla="*/ 5905 w 63"/>
                <a:gd name="T15" fmla="*/ 3253 h 34"/>
                <a:gd name="T16" fmla="*/ 5015 w 63"/>
                <a:gd name="T17" fmla="*/ 3061 h 34"/>
                <a:gd name="T18" fmla="*/ 3589 w 63"/>
                <a:gd name="T19" fmla="*/ 2519 h 34"/>
                <a:gd name="T20" fmla="*/ 1967 w 63"/>
                <a:gd name="T21" fmla="*/ 1976 h 34"/>
                <a:gd name="T22" fmla="*/ 1781 w 63"/>
                <a:gd name="T23" fmla="*/ 1626 h 34"/>
                <a:gd name="T24" fmla="*/ 1240 w 63"/>
                <a:gd name="T25" fmla="*/ 1084 h 34"/>
                <a:gd name="T26" fmla="*/ 0 w 63"/>
                <a:gd name="T27" fmla="*/ 192 h 34"/>
                <a:gd name="T28" fmla="*/ 890 w 63"/>
                <a:gd name="T29" fmla="*/ 542 h 34"/>
                <a:gd name="T30" fmla="*/ 1082 w 63"/>
                <a:gd name="T31" fmla="*/ 734 h 3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3" h="34">
                  <a:moveTo>
                    <a:pt x="6" y="4"/>
                  </a:moveTo>
                  <a:cubicBezTo>
                    <a:pt x="17" y="7"/>
                    <a:pt x="28" y="12"/>
                    <a:pt x="38" y="17"/>
                  </a:cubicBezTo>
                  <a:cubicBezTo>
                    <a:pt x="43" y="19"/>
                    <a:pt x="48" y="22"/>
                    <a:pt x="53" y="24"/>
                  </a:cubicBezTo>
                  <a:cubicBezTo>
                    <a:pt x="56" y="26"/>
                    <a:pt x="61" y="31"/>
                    <a:pt x="63" y="34"/>
                  </a:cubicBezTo>
                  <a:cubicBezTo>
                    <a:pt x="61" y="34"/>
                    <a:pt x="58" y="31"/>
                    <a:pt x="56" y="30"/>
                  </a:cubicBezTo>
                  <a:cubicBezTo>
                    <a:pt x="54" y="28"/>
                    <a:pt x="51" y="26"/>
                    <a:pt x="48" y="25"/>
                  </a:cubicBezTo>
                  <a:cubicBezTo>
                    <a:pt x="44" y="24"/>
                    <a:pt x="41" y="23"/>
                    <a:pt x="38" y="20"/>
                  </a:cubicBezTo>
                  <a:cubicBezTo>
                    <a:pt x="36" y="19"/>
                    <a:pt x="35" y="18"/>
                    <a:pt x="33" y="18"/>
                  </a:cubicBezTo>
                  <a:cubicBezTo>
                    <a:pt x="31" y="17"/>
                    <a:pt x="30" y="18"/>
                    <a:pt x="28" y="17"/>
                  </a:cubicBezTo>
                  <a:cubicBezTo>
                    <a:pt x="25" y="16"/>
                    <a:pt x="23" y="14"/>
                    <a:pt x="20" y="14"/>
                  </a:cubicBezTo>
                  <a:cubicBezTo>
                    <a:pt x="18" y="13"/>
                    <a:pt x="13" y="13"/>
                    <a:pt x="11" y="11"/>
                  </a:cubicBezTo>
                  <a:cubicBezTo>
                    <a:pt x="10" y="10"/>
                    <a:pt x="11" y="10"/>
                    <a:pt x="10" y="9"/>
                  </a:cubicBezTo>
                  <a:cubicBezTo>
                    <a:pt x="9" y="8"/>
                    <a:pt x="7" y="7"/>
                    <a:pt x="7" y="6"/>
                  </a:cubicBezTo>
                  <a:cubicBezTo>
                    <a:pt x="5" y="5"/>
                    <a:pt x="1" y="4"/>
                    <a:pt x="0" y="1"/>
                  </a:cubicBezTo>
                  <a:cubicBezTo>
                    <a:pt x="2" y="0"/>
                    <a:pt x="4" y="2"/>
                    <a:pt x="5" y="3"/>
                  </a:cubicBezTo>
                  <a:lnTo>
                    <a:pt x="6" y="4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57" name="Freeform 1312"/>
            <p:cNvSpPr>
              <a:spLocks/>
            </p:cNvSpPr>
            <p:nvPr/>
          </p:nvSpPr>
          <p:spPr bwMode="auto">
            <a:xfrm>
              <a:off x="5733" y="7079"/>
              <a:ext cx="79" cy="68"/>
            </a:xfrm>
            <a:custGeom>
              <a:avLst/>
              <a:gdLst>
                <a:gd name="T0" fmla="*/ 1275 w 14"/>
                <a:gd name="T1" fmla="*/ 737 h 12"/>
                <a:gd name="T2" fmla="*/ 0 w 14"/>
                <a:gd name="T3" fmla="*/ 1638 h 12"/>
                <a:gd name="T4" fmla="*/ 1275 w 14"/>
                <a:gd name="T5" fmla="*/ 1286 h 12"/>
                <a:gd name="T6" fmla="*/ 2517 w 14"/>
                <a:gd name="T7" fmla="*/ 0 h 12"/>
                <a:gd name="T8" fmla="*/ 1433 w 14"/>
                <a:gd name="T9" fmla="*/ 544 h 12"/>
                <a:gd name="T10" fmla="*/ 1275 w 14"/>
                <a:gd name="T11" fmla="*/ 737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2">
                  <a:moveTo>
                    <a:pt x="7" y="4"/>
                  </a:moveTo>
                  <a:cubicBezTo>
                    <a:pt x="5" y="5"/>
                    <a:pt x="0" y="7"/>
                    <a:pt x="0" y="9"/>
                  </a:cubicBezTo>
                  <a:cubicBezTo>
                    <a:pt x="2" y="12"/>
                    <a:pt x="5" y="9"/>
                    <a:pt x="7" y="7"/>
                  </a:cubicBezTo>
                  <a:cubicBezTo>
                    <a:pt x="9" y="5"/>
                    <a:pt x="13" y="3"/>
                    <a:pt x="14" y="0"/>
                  </a:cubicBezTo>
                  <a:cubicBezTo>
                    <a:pt x="12" y="0"/>
                    <a:pt x="9" y="2"/>
                    <a:pt x="8" y="3"/>
                  </a:cubicBezTo>
                  <a:lnTo>
                    <a:pt x="7" y="4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58" name="Freeform 1313"/>
            <p:cNvSpPr>
              <a:spLocks/>
            </p:cNvSpPr>
            <p:nvPr/>
          </p:nvSpPr>
          <p:spPr bwMode="auto">
            <a:xfrm>
              <a:off x="5756" y="7096"/>
              <a:ext cx="101" cy="62"/>
            </a:xfrm>
            <a:custGeom>
              <a:avLst/>
              <a:gdLst>
                <a:gd name="T0" fmla="*/ 1229 w 18"/>
                <a:gd name="T1" fmla="*/ 1082 h 11"/>
                <a:gd name="T2" fmla="*/ 0 w 18"/>
                <a:gd name="T3" fmla="*/ 1618 h 11"/>
                <a:gd name="T4" fmla="*/ 1229 w 18"/>
                <a:gd name="T5" fmla="*/ 1432 h 11"/>
                <a:gd name="T6" fmla="*/ 2110 w 18"/>
                <a:gd name="T7" fmla="*/ 733 h 11"/>
                <a:gd name="T8" fmla="*/ 3182 w 18"/>
                <a:gd name="T9" fmla="*/ 192 h 11"/>
                <a:gd name="T10" fmla="*/ 1605 w 18"/>
                <a:gd name="T11" fmla="*/ 891 h 11"/>
                <a:gd name="T12" fmla="*/ 1229 w 18"/>
                <a:gd name="T13" fmla="*/ 1082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1">
                  <a:moveTo>
                    <a:pt x="7" y="6"/>
                  </a:moveTo>
                  <a:cubicBezTo>
                    <a:pt x="4" y="6"/>
                    <a:pt x="2" y="8"/>
                    <a:pt x="0" y="9"/>
                  </a:cubicBezTo>
                  <a:cubicBezTo>
                    <a:pt x="1" y="11"/>
                    <a:pt x="6" y="9"/>
                    <a:pt x="7" y="8"/>
                  </a:cubicBezTo>
                  <a:cubicBezTo>
                    <a:pt x="9" y="7"/>
                    <a:pt x="11" y="5"/>
                    <a:pt x="12" y="4"/>
                  </a:cubicBezTo>
                  <a:cubicBezTo>
                    <a:pt x="14" y="3"/>
                    <a:pt x="16" y="3"/>
                    <a:pt x="18" y="1"/>
                  </a:cubicBezTo>
                  <a:cubicBezTo>
                    <a:pt x="15" y="0"/>
                    <a:pt x="11" y="3"/>
                    <a:pt x="9" y="5"/>
                  </a:cubicBezTo>
                  <a:lnTo>
                    <a:pt x="7" y="6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59" name="Freeform 1314"/>
            <p:cNvSpPr>
              <a:spLocks/>
            </p:cNvSpPr>
            <p:nvPr/>
          </p:nvSpPr>
          <p:spPr bwMode="auto">
            <a:xfrm>
              <a:off x="6077" y="7186"/>
              <a:ext cx="28" cy="119"/>
            </a:xfrm>
            <a:custGeom>
              <a:avLst/>
              <a:gdLst>
                <a:gd name="T0" fmla="*/ 689 w 5"/>
                <a:gd name="T1" fmla="*/ 544 h 21"/>
                <a:gd name="T2" fmla="*/ 532 w 5"/>
                <a:gd name="T3" fmla="*/ 3819 h 21"/>
                <a:gd name="T4" fmla="*/ 879 w 5"/>
                <a:gd name="T5" fmla="*/ 1989 h 21"/>
                <a:gd name="T6" fmla="*/ 689 w 5"/>
                <a:gd name="T7" fmla="*/ 0 h 21"/>
                <a:gd name="T8" fmla="*/ 689 w 5"/>
                <a:gd name="T9" fmla="*/ 54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21">
                  <a:moveTo>
                    <a:pt x="4" y="3"/>
                  </a:moveTo>
                  <a:cubicBezTo>
                    <a:pt x="4" y="6"/>
                    <a:pt x="0" y="19"/>
                    <a:pt x="3" y="21"/>
                  </a:cubicBezTo>
                  <a:cubicBezTo>
                    <a:pt x="4" y="20"/>
                    <a:pt x="5" y="13"/>
                    <a:pt x="5" y="11"/>
                  </a:cubicBezTo>
                  <a:cubicBezTo>
                    <a:pt x="5" y="8"/>
                    <a:pt x="5" y="3"/>
                    <a:pt x="4" y="0"/>
                  </a:cubicBezTo>
                  <a:lnTo>
                    <a:pt x="4" y="3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60" name="Freeform 1315"/>
            <p:cNvSpPr>
              <a:spLocks/>
            </p:cNvSpPr>
            <p:nvPr/>
          </p:nvSpPr>
          <p:spPr bwMode="auto">
            <a:xfrm>
              <a:off x="6128" y="7226"/>
              <a:ext cx="39" cy="118"/>
            </a:xfrm>
            <a:custGeom>
              <a:avLst/>
              <a:gdLst>
                <a:gd name="T0" fmla="*/ 0 w 7"/>
                <a:gd name="T1" fmla="*/ 0 h 21"/>
                <a:gd name="T2" fmla="*/ 184 w 7"/>
                <a:gd name="T3" fmla="*/ 2113 h 21"/>
                <a:gd name="T4" fmla="*/ 340 w 7"/>
                <a:gd name="T5" fmla="*/ 3029 h 21"/>
                <a:gd name="T6" fmla="*/ 685 w 7"/>
                <a:gd name="T7" fmla="*/ 3725 h 21"/>
                <a:gd name="T8" fmla="*/ 685 w 7"/>
                <a:gd name="T9" fmla="*/ 2113 h 21"/>
                <a:gd name="T10" fmla="*/ 529 w 7"/>
                <a:gd name="T11" fmla="*/ 1073 h 21"/>
                <a:gd name="T12" fmla="*/ 184 w 7"/>
                <a:gd name="T13" fmla="*/ 191 h 21"/>
                <a:gd name="T14" fmla="*/ 0 w 7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" h="21">
                  <a:moveTo>
                    <a:pt x="0" y="0"/>
                  </a:moveTo>
                  <a:cubicBezTo>
                    <a:pt x="1" y="4"/>
                    <a:pt x="1" y="8"/>
                    <a:pt x="1" y="12"/>
                  </a:cubicBezTo>
                  <a:cubicBezTo>
                    <a:pt x="1" y="14"/>
                    <a:pt x="1" y="16"/>
                    <a:pt x="2" y="17"/>
                  </a:cubicBezTo>
                  <a:cubicBezTo>
                    <a:pt x="2" y="18"/>
                    <a:pt x="4" y="19"/>
                    <a:pt x="4" y="21"/>
                  </a:cubicBezTo>
                  <a:cubicBezTo>
                    <a:pt x="7" y="21"/>
                    <a:pt x="5" y="14"/>
                    <a:pt x="4" y="12"/>
                  </a:cubicBezTo>
                  <a:cubicBezTo>
                    <a:pt x="4" y="10"/>
                    <a:pt x="3" y="8"/>
                    <a:pt x="3" y="6"/>
                  </a:cubicBezTo>
                  <a:cubicBezTo>
                    <a:pt x="2" y="5"/>
                    <a:pt x="2" y="3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61" name="Freeform 1316"/>
            <p:cNvSpPr>
              <a:spLocks/>
            </p:cNvSpPr>
            <p:nvPr/>
          </p:nvSpPr>
          <p:spPr bwMode="auto">
            <a:xfrm>
              <a:off x="6178" y="7271"/>
              <a:ext cx="45" cy="124"/>
            </a:xfrm>
            <a:custGeom>
              <a:avLst/>
              <a:gdLst>
                <a:gd name="T0" fmla="*/ 0 w 8"/>
                <a:gd name="T1" fmla="*/ 0 h 22"/>
                <a:gd name="T2" fmla="*/ 349 w 8"/>
                <a:gd name="T3" fmla="*/ 1967 h 22"/>
                <a:gd name="T4" fmla="*/ 1074 w 8"/>
                <a:gd name="T5" fmla="*/ 3399 h 22"/>
                <a:gd name="T6" fmla="*/ 726 w 8"/>
                <a:gd name="T7" fmla="*/ 1781 h 22"/>
                <a:gd name="T8" fmla="*/ 349 w 8"/>
                <a:gd name="T9" fmla="*/ 349 h 22"/>
                <a:gd name="T10" fmla="*/ 0 w 8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22">
                  <a:moveTo>
                    <a:pt x="0" y="0"/>
                  </a:moveTo>
                  <a:cubicBezTo>
                    <a:pt x="2" y="3"/>
                    <a:pt x="1" y="7"/>
                    <a:pt x="2" y="11"/>
                  </a:cubicBezTo>
                  <a:cubicBezTo>
                    <a:pt x="2" y="13"/>
                    <a:pt x="5" y="22"/>
                    <a:pt x="6" y="19"/>
                  </a:cubicBezTo>
                  <a:cubicBezTo>
                    <a:pt x="8" y="17"/>
                    <a:pt x="5" y="12"/>
                    <a:pt x="4" y="10"/>
                  </a:cubicBezTo>
                  <a:cubicBezTo>
                    <a:pt x="4" y="7"/>
                    <a:pt x="3" y="4"/>
                    <a:pt x="2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62" name="Freeform 1317"/>
            <p:cNvSpPr>
              <a:spLocks/>
            </p:cNvSpPr>
            <p:nvPr/>
          </p:nvSpPr>
          <p:spPr bwMode="auto">
            <a:xfrm>
              <a:off x="6223" y="7305"/>
              <a:ext cx="51" cy="129"/>
            </a:xfrm>
            <a:custGeom>
              <a:avLst/>
              <a:gdLst>
                <a:gd name="T0" fmla="*/ 0 w 9"/>
                <a:gd name="T1" fmla="*/ 0 h 23"/>
                <a:gd name="T2" fmla="*/ 351 w 9"/>
                <a:gd name="T3" fmla="*/ 1952 h 23"/>
                <a:gd name="T4" fmla="*/ 1286 w 9"/>
                <a:gd name="T5" fmla="*/ 3522 h 23"/>
                <a:gd name="T6" fmla="*/ 1638 w 9"/>
                <a:gd name="T7" fmla="*/ 3522 h 23"/>
                <a:gd name="T8" fmla="*/ 1286 w 9"/>
                <a:gd name="T9" fmla="*/ 2642 h 23"/>
                <a:gd name="T10" fmla="*/ 737 w 9"/>
                <a:gd name="T11" fmla="*/ 881 h 23"/>
                <a:gd name="T12" fmla="*/ 544 w 9"/>
                <a:gd name="T13" fmla="*/ 1570 h 23"/>
                <a:gd name="T14" fmla="*/ 351 w 9"/>
                <a:gd name="T15" fmla="*/ 348 h 23"/>
                <a:gd name="T16" fmla="*/ 0 w 9"/>
                <a:gd name="T17" fmla="*/ 0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" h="23">
                  <a:moveTo>
                    <a:pt x="0" y="0"/>
                  </a:moveTo>
                  <a:cubicBezTo>
                    <a:pt x="2" y="3"/>
                    <a:pt x="1" y="8"/>
                    <a:pt x="2" y="11"/>
                  </a:cubicBezTo>
                  <a:cubicBezTo>
                    <a:pt x="3" y="15"/>
                    <a:pt x="4" y="18"/>
                    <a:pt x="7" y="20"/>
                  </a:cubicBezTo>
                  <a:cubicBezTo>
                    <a:pt x="8" y="21"/>
                    <a:pt x="8" y="23"/>
                    <a:pt x="9" y="20"/>
                  </a:cubicBezTo>
                  <a:cubicBezTo>
                    <a:pt x="9" y="18"/>
                    <a:pt x="8" y="17"/>
                    <a:pt x="7" y="15"/>
                  </a:cubicBezTo>
                  <a:cubicBezTo>
                    <a:pt x="6" y="12"/>
                    <a:pt x="5" y="9"/>
                    <a:pt x="4" y="5"/>
                  </a:cubicBezTo>
                  <a:cubicBezTo>
                    <a:pt x="4" y="6"/>
                    <a:pt x="4" y="12"/>
                    <a:pt x="3" y="9"/>
                  </a:cubicBezTo>
                  <a:cubicBezTo>
                    <a:pt x="2" y="6"/>
                    <a:pt x="3" y="4"/>
                    <a:pt x="2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63" name="Freeform 1318"/>
            <p:cNvSpPr>
              <a:spLocks/>
            </p:cNvSpPr>
            <p:nvPr/>
          </p:nvSpPr>
          <p:spPr bwMode="auto">
            <a:xfrm>
              <a:off x="6308" y="7344"/>
              <a:ext cx="96" cy="169"/>
            </a:xfrm>
            <a:custGeom>
              <a:avLst/>
              <a:gdLst>
                <a:gd name="T0" fmla="*/ 0 w 17"/>
                <a:gd name="T1" fmla="*/ 0 h 30"/>
                <a:gd name="T2" fmla="*/ 892 w 17"/>
                <a:gd name="T3" fmla="*/ 1617 h 30"/>
                <a:gd name="T4" fmla="*/ 1434 w 17"/>
                <a:gd name="T5" fmla="*/ 3048 h 30"/>
                <a:gd name="T6" fmla="*/ 2711 w 17"/>
                <a:gd name="T7" fmla="*/ 5363 h 30"/>
                <a:gd name="T8" fmla="*/ 1784 w 17"/>
                <a:gd name="T9" fmla="*/ 2698 h 30"/>
                <a:gd name="T10" fmla="*/ 350 w 17"/>
                <a:gd name="T11" fmla="*/ 192 h 30"/>
                <a:gd name="T12" fmla="*/ 0 w 17"/>
                <a:gd name="T13" fmla="*/ 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30">
                  <a:moveTo>
                    <a:pt x="0" y="0"/>
                  </a:moveTo>
                  <a:cubicBezTo>
                    <a:pt x="2" y="1"/>
                    <a:pt x="4" y="7"/>
                    <a:pt x="5" y="9"/>
                  </a:cubicBezTo>
                  <a:cubicBezTo>
                    <a:pt x="6" y="11"/>
                    <a:pt x="7" y="14"/>
                    <a:pt x="8" y="17"/>
                  </a:cubicBezTo>
                  <a:cubicBezTo>
                    <a:pt x="9" y="22"/>
                    <a:pt x="11" y="28"/>
                    <a:pt x="15" y="30"/>
                  </a:cubicBezTo>
                  <a:cubicBezTo>
                    <a:pt x="17" y="27"/>
                    <a:pt x="11" y="19"/>
                    <a:pt x="10" y="15"/>
                  </a:cubicBezTo>
                  <a:cubicBezTo>
                    <a:pt x="9" y="10"/>
                    <a:pt x="6" y="4"/>
                    <a:pt x="2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64" name="Freeform 1319"/>
            <p:cNvSpPr>
              <a:spLocks/>
            </p:cNvSpPr>
            <p:nvPr/>
          </p:nvSpPr>
          <p:spPr bwMode="auto">
            <a:xfrm>
              <a:off x="6370" y="7400"/>
              <a:ext cx="96" cy="187"/>
            </a:xfrm>
            <a:custGeom>
              <a:avLst/>
              <a:gdLst>
                <a:gd name="T0" fmla="*/ 734 w 17"/>
                <a:gd name="T1" fmla="*/ 737 h 33"/>
                <a:gd name="T2" fmla="*/ 2168 w 17"/>
                <a:gd name="T3" fmla="*/ 3468 h 33"/>
                <a:gd name="T4" fmla="*/ 3061 w 17"/>
                <a:gd name="T5" fmla="*/ 5814 h 33"/>
                <a:gd name="T6" fmla="*/ 1626 w 17"/>
                <a:gd name="T7" fmla="*/ 3083 h 33"/>
                <a:gd name="T8" fmla="*/ 892 w 17"/>
                <a:gd name="T9" fmla="*/ 1445 h 33"/>
                <a:gd name="T10" fmla="*/ 0 w 17"/>
                <a:gd name="T11" fmla="*/ 0 h 33"/>
                <a:gd name="T12" fmla="*/ 734 w 17"/>
                <a:gd name="T13" fmla="*/ 737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33">
                  <a:moveTo>
                    <a:pt x="4" y="4"/>
                  </a:moveTo>
                  <a:cubicBezTo>
                    <a:pt x="7" y="9"/>
                    <a:pt x="10" y="14"/>
                    <a:pt x="12" y="19"/>
                  </a:cubicBezTo>
                  <a:cubicBezTo>
                    <a:pt x="13" y="21"/>
                    <a:pt x="17" y="29"/>
                    <a:pt x="17" y="32"/>
                  </a:cubicBezTo>
                  <a:cubicBezTo>
                    <a:pt x="14" y="33"/>
                    <a:pt x="10" y="19"/>
                    <a:pt x="9" y="17"/>
                  </a:cubicBezTo>
                  <a:cubicBezTo>
                    <a:pt x="8" y="14"/>
                    <a:pt x="7" y="11"/>
                    <a:pt x="5" y="8"/>
                  </a:cubicBezTo>
                  <a:cubicBezTo>
                    <a:pt x="4" y="5"/>
                    <a:pt x="2" y="3"/>
                    <a:pt x="0" y="0"/>
                  </a:cubicBezTo>
                  <a:cubicBezTo>
                    <a:pt x="2" y="0"/>
                    <a:pt x="2" y="3"/>
                    <a:pt x="4" y="4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65" name="Freeform 1320"/>
            <p:cNvSpPr>
              <a:spLocks/>
            </p:cNvSpPr>
            <p:nvPr/>
          </p:nvSpPr>
          <p:spPr bwMode="auto">
            <a:xfrm>
              <a:off x="6263" y="7305"/>
              <a:ext cx="84" cy="180"/>
            </a:xfrm>
            <a:custGeom>
              <a:avLst/>
              <a:gdLst>
                <a:gd name="T0" fmla="*/ 0 w 15"/>
                <a:gd name="T1" fmla="*/ 0 h 32"/>
                <a:gd name="T2" fmla="*/ 1568 w 15"/>
                <a:gd name="T3" fmla="*/ 5001 h 32"/>
                <a:gd name="T4" fmla="*/ 1943 w 15"/>
                <a:gd name="T5" fmla="*/ 4809 h 32"/>
                <a:gd name="T6" fmla="*/ 0 w 15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32">
                  <a:moveTo>
                    <a:pt x="0" y="0"/>
                  </a:moveTo>
                  <a:cubicBezTo>
                    <a:pt x="0" y="0"/>
                    <a:pt x="10" y="20"/>
                    <a:pt x="9" y="28"/>
                  </a:cubicBezTo>
                  <a:cubicBezTo>
                    <a:pt x="9" y="28"/>
                    <a:pt x="10" y="32"/>
                    <a:pt x="11" y="27"/>
                  </a:cubicBezTo>
                  <a:cubicBezTo>
                    <a:pt x="11" y="27"/>
                    <a:pt x="15" y="22"/>
                    <a:pt x="0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209193" name="Group 1321"/>
          <p:cNvGrpSpPr>
            <a:grpSpLocks/>
          </p:cNvGrpSpPr>
          <p:nvPr/>
        </p:nvGrpSpPr>
        <p:grpSpPr bwMode="auto">
          <a:xfrm>
            <a:off x="7847014" y="-2038350"/>
            <a:ext cx="4151312" cy="2049066"/>
            <a:chOff x="2867" y="717"/>
            <a:chExt cx="4222" cy="2260"/>
          </a:xfrm>
        </p:grpSpPr>
        <p:sp>
          <p:nvSpPr>
            <p:cNvPr id="98859" name="Freeform 1322"/>
            <p:cNvSpPr>
              <a:spLocks/>
            </p:cNvSpPr>
            <p:nvPr/>
          </p:nvSpPr>
          <p:spPr bwMode="auto">
            <a:xfrm>
              <a:off x="5370" y="2053"/>
              <a:ext cx="1561" cy="400"/>
            </a:xfrm>
            <a:custGeom>
              <a:avLst/>
              <a:gdLst>
                <a:gd name="T0" fmla="*/ 5556 w 277"/>
                <a:gd name="T1" fmla="*/ 1617 h 71"/>
                <a:gd name="T2" fmla="*/ 24170 w 277"/>
                <a:gd name="T3" fmla="*/ 1617 h 71"/>
                <a:gd name="T4" fmla="*/ 40270 w 277"/>
                <a:gd name="T5" fmla="*/ 8952 h 71"/>
                <a:gd name="T6" fmla="*/ 45286 w 277"/>
                <a:gd name="T7" fmla="*/ 10727 h 71"/>
                <a:gd name="T8" fmla="*/ 49574 w 277"/>
                <a:gd name="T9" fmla="*/ 11459 h 71"/>
                <a:gd name="T10" fmla="*/ 44204 w 277"/>
                <a:gd name="T11" fmla="*/ 11617 h 71"/>
                <a:gd name="T12" fmla="*/ 41155 w 277"/>
                <a:gd name="T13" fmla="*/ 11808 h 71"/>
                <a:gd name="T14" fmla="*/ 37571 w 277"/>
                <a:gd name="T15" fmla="*/ 11808 h 71"/>
                <a:gd name="T16" fmla="*/ 34173 w 277"/>
                <a:gd name="T17" fmla="*/ 11808 h 71"/>
                <a:gd name="T18" fmla="*/ 28104 w 277"/>
                <a:gd name="T19" fmla="*/ 11617 h 71"/>
                <a:gd name="T20" fmla="*/ 22739 w 277"/>
                <a:gd name="T21" fmla="*/ 10727 h 71"/>
                <a:gd name="T22" fmla="*/ 18608 w 277"/>
                <a:gd name="T23" fmla="*/ 10535 h 71"/>
                <a:gd name="T24" fmla="*/ 11812 w 277"/>
                <a:gd name="T25" fmla="*/ 10727 h 71"/>
                <a:gd name="T26" fmla="*/ 0 w 277"/>
                <a:gd name="T27" fmla="*/ 11268 h 71"/>
                <a:gd name="T28" fmla="*/ 5556 w 277"/>
                <a:gd name="T29" fmla="*/ 1617 h 7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77" h="71">
                  <a:moveTo>
                    <a:pt x="31" y="9"/>
                  </a:moveTo>
                  <a:cubicBezTo>
                    <a:pt x="31" y="9"/>
                    <a:pt x="108" y="0"/>
                    <a:pt x="135" y="9"/>
                  </a:cubicBezTo>
                  <a:cubicBezTo>
                    <a:pt x="135" y="9"/>
                    <a:pt x="186" y="26"/>
                    <a:pt x="225" y="50"/>
                  </a:cubicBezTo>
                  <a:cubicBezTo>
                    <a:pt x="225" y="50"/>
                    <a:pt x="244" y="61"/>
                    <a:pt x="253" y="60"/>
                  </a:cubicBezTo>
                  <a:cubicBezTo>
                    <a:pt x="253" y="60"/>
                    <a:pt x="277" y="56"/>
                    <a:pt x="277" y="64"/>
                  </a:cubicBezTo>
                  <a:cubicBezTo>
                    <a:pt x="277" y="64"/>
                    <a:pt x="265" y="71"/>
                    <a:pt x="247" y="65"/>
                  </a:cubicBezTo>
                  <a:cubicBezTo>
                    <a:pt x="247" y="65"/>
                    <a:pt x="238" y="69"/>
                    <a:pt x="230" y="66"/>
                  </a:cubicBezTo>
                  <a:cubicBezTo>
                    <a:pt x="230" y="66"/>
                    <a:pt x="217" y="69"/>
                    <a:pt x="210" y="66"/>
                  </a:cubicBezTo>
                  <a:cubicBezTo>
                    <a:pt x="210" y="66"/>
                    <a:pt x="198" y="68"/>
                    <a:pt x="191" y="66"/>
                  </a:cubicBezTo>
                  <a:cubicBezTo>
                    <a:pt x="191" y="66"/>
                    <a:pt x="163" y="69"/>
                    <a:pt x="157" y="65"/>
                  </a:cubicBezTo>
                  <a:cubicBezTo>
                    <a:pt x="157" y="65"/>
                    <a:pt x="139" y="69"/>
                    <a:pt x="127" y="60"/>
                  </a:cubicBezTo>
                  <a:cubicBezTo>
                    <a:pt x="127" y="60"/>
                    <a:pt x="114" y="57"/>
                    <a:pt x="104" y="59"/>
                  </a:cubicBezTo>
                  <a:cubicBezTo>
                    <a:pt x="104" y="59"/>
                    <a:pt x="81" y="65"/>
                    <a:pt x="66" y="60"/>
                  </a:cubicBezTo>
                  <a:cubicBezTo>
                    <a:pt x="66" y="60"/>
                    <a:pt x="23" y="56"/>
                    <a:pt x="0" y="63"/>
                  </a:cubicBezTo>
                  <a:lnTo>
                    <a:pt x="31" y="9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60" name="Freeform 1323"/>
            <p:cNvSpPr>
              <a:spLocks/>
            </p:cNvSpPr>
            <p:nvPr/>
          </p:nvSpPr>
          <p:spPr bwMode="auto">
            <a:xfrm>
              <a:off x="5409" y="2120"/>
              <a:ext cx="1324" cy="310"/>
            </a:xfrm>
            <a:custGeom>
              <a:avLst/>
              <a:gdLst>
                <a:gd name="T0" fmla="*/ 0 w 235"/>
                <a:gd name="T1" fmla="*/ 8421 h 55"/>
                <a:gd name="T2" fmla="*/ 3048 w 235"/>
                <a:gd name="T3" fmla="*/ 7880 h 55"/>
                <a:gd name="T4" fmla="*/ 3747 w 235"/>
                <a:gd name="T5" fmla="*/ 7530 h 55"/>
                <a:gd name="T6" fmla="*/ 4288 w 235"/>
                <a:gd name="T7" fmla="*/ 8071 h 55"/>
                <a:gd name="T8" fmla="*/ 5713 w 235"/>
                <a:gd name="T9" fmla="*/ 7339 h 55"/>
                <a:gd name="T10" fmla="*/ 5904 w 235"/>
                <a:gd name="T11" fmla="*/ 8071 h 55"/>
                <a:gd name="T12" fmla="*/ 6603 w 235"/>
                <a:gd name="T13" fmla="*/ 7688 h 55"/>
                <a:gd name="T14" fmla="*/ 7521 w 235"/>
                <a:gd name="T15" fmla="*/ 7880 h 55"/>
                <a:gd name="T16" fmla="*/ 8761 w 235"/>
                <a:gd name="T17" fmla="*/ 6640 h 55"/>
                <a:gd name="T18" fmla="*/ 8761 w 235"/>
                <a:gd name="T19" fmla="*/ 8071 h 55"/>
                <a:gd name="T20" fmla="*/ 9843 w 235"/>
                <a:gd name="T21" fmla="*/ 7530 h 55"/>
                <a:gd name="T22" fmla="*/ 9843 w 235"/>
                <a:gd name="T23" fmla="*/ 7880 h 55"/>
                <a:gd name="T24" fmla="*/ 10727 w 235"/>
                <a:gd name="T25" fmla="*/ 7688 h 55"/>
                <a:gd name="T26" fmla="*/ 11617 w 235"/>
                <a:gd name="T27" fmla="*/ 8229 h 55"/>
                <a:gd name="T28" fmla="*/ 14125 w 235"/>
                <a:gd name="T29" fmla="*/ 7147 h 55"/>
                <a:gd name="T30" fmla="*/ 13584 w 235"/>
                <a:gd name="T31" fmla="*/ 8770 h 55"/>
                <a:gd name="T32" fmla="*/ 17522 w 235"/>
                <a:gd name="T33" fmla="*/ 7688 h 55"/>
                <a:gd name="T34" fmla="*/ 18953 w 235"/>
                <a:gd name="T35" fmla="*/ 7530 h 55"/>
                <a:gd name="T36" fmla="*/ 20378 w 235"/>
                <a:gd name="T37" fmla="*/ 7688 h 55"/>
                <a:gd name="T38" fmla="*/ 23235 w 235"/>
                <a:gd name="T39" fmla="*/ 8770 h 55"/>
                <a:gd name="T40" fmla="*/ 26283 w 235"/>
                <a:gd name="T41" fmla="*/ 9120 h 55"/>
                <a:gd name="T42" fmla="*/ 29680 w 235"/>
                <a:gd name="T43" fmla="*/ 9655 h 55"/>
                <a:gd name="T44" fmla="*/ 31297 w 235"/>
                <a:gd name="T45" fmla="*/ 9120 h 55"/>
                <a:gd name="T46" fmla="*/ 32728 w 235"/>
                <a:gd name="T47" fmla="*/ 9306 h 55"/>
                <a:gd name="T48" fmla="*/ 35585 w 235"/>
                <a:gd name="T49" fmla="*/ 9497 h 55"/>
                <a:gd name="T50" fmla="*/ 37202 w 235"/>
                <a:gd name="T51" fmla="*/ 9497 h 55"/>
                <a:gd name="T52" fmla="*/ 38982 w 235"/>
                <a:gd name="T53" fmla="*/ 8770 h 55"/>
                <a:gd name="T54" fmla="*/ 40407 w 235"/>
                <a:gd name="T55" fmla="*/ 9306 h 55"/>
                <a:gd name="T56" fmla="*/ 42024 w 235"/>
                <a:gd name="T57" fmla="*/ 9306 h 55"/>
                <a:gd name="T58" fmla="*/ 38819 w 235"/>
                <a:gd name="T59" fmla="*/ 7688 h 55"/>
                <a:gd name="T60" fmla="*/ 34886 w 235"/>
                <a:gd name="T61" fmla="*/ 5557 h 55"/>
                <a:gd name="T62" fmla="*/ 27015 w 235"/>
                <a:gd name="T63" fmla="*/ 1618 h 55"/>
                <a:gd name="T64" fmla="*/ 22345 w 235"/>
                <a:gd name="T65" fmla="*/ 192 h 55"/>
                <a:gd name="T66" fmla="*/ 17713 w 235"/>
                <a:gd name="T67" fmla="*/ 349 h 55"/>
                <a:gd name="T68" fmla="*/ 13426 w 235"/>
                <a:gd name="T69" fmla="*/ 541 h 55"/>
                <a:gd name="T70" fmla="*/ 9302 w 235"/>
                <a:gd name="T71" fmla="*/ 192 h 55"/>
                <a:gd name="T72" fmla="*/ 2158 w 235"/>
                <a:gd name="T73" fmla="*/ 1082 h 55"/>
                <a:gd name="T74" fmla="*/ 0 w 235"/>
                <a:gd name="T75" fmla="*/ 8421 h 5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35" h="55">
                  <a:moveTo>
                    <a:pt x="0" y="47"/>
                  </a:moveTo>
                  <a:cubicBezTo>
                    <a:pt x="6" y="48"/>
                    <a:pt x="13" y="45"/>
                    <a:pt x="17" y="44"/>
                  </a:cubicBezTo>
                  <a:cubicBezTo>
                    <a:pt x="19" y="44"/>
                    <a:pt x="19" y="42"/>
                    <a:pt x="21" y="42"/>
                  </a:cubicBezTo>
                  <a:cubicBezTo>
                    <a:pt x="22" y="42"/>
                    <a:pt x="22" y="44"/>
                    <a:pt x="24" y="45"/>
                  </a:cubicBezTo>
                  <a:cubicBezTo>
                    <a:pt x="27" y="45"/>
                    <a:pt x="30" y="42"/>
                    <a:pt x="32" y="41"/>
                  </a:cubicBezTo>
                  <a:cubicBezTo>
                    <a:pt x="32" y="42"/>
                    <a:pt x="33" y="44"/>
                    <a:pt x="33" y="45"/>
                  </a:cubicBezTo>
                  <a:cubicBezTo>
                    <a:pt x="34" y="45"/>
                    <a:pt x="35" y="43"/>
                    <a:pt x="37" y="43"/>
                  </a:cubicBezTo>
                  <a:cubicBezTo>
                    <a:pt x="38" y="43"/>
                    <a:pt x="41" y="44"/>
                    <a:pt x="42" y="44"/>
                  </a:cubicBezTo>
                  <a:cubicBezTo>
                    <a:pt x="45" y="43"/>
                    <a:pt x="47" y="39"/>
                    <a:pt x="49" y="37"/>
                  </a:cubicBezTo>
                  <a:cubicBezTo>
                    <a:pt x="49" y="40"/>
                    <a:pt x="48" y="42"/>
                    <a:pt x="49" y="45"/>
                  </a:cubicBezTo>
                  <a:cubicBezTo>
                    <a:pt x="51" y="44"/>
                    <a:pt x="53" y="42"/>
                    <a:pt x="55" y="42"/>
                  </a:cubicBezTo>
                  <a:cubicBezTo>
                    <a:pt x="55" y="42"/>
                    <a:pt x="55" y="43"/>
                    <a:pt x="55" y="44"/>
                  </a:cubicBezTo>
                  <a:cubicBezTo>
                    <a:pt x="57" y="44"/>
                    <a:pt x="59" y="42"/>
                    <a:pt x="60" y="43"/>
                  </a:cubicBezTo>
                  <a:cubicBezTo>
                    <a:pt x="63" y="43"/>
                    <a:pt x="62" y="45"/>
                    <a:pt x="65" y="46"/>
                  </a:cubicBezTo>
                  <a:cubicBezTo>
                    <a:pt x="68" y="47"/>
                    <a:pt x="76" y="42"/>
                    <a:pt x="79" y="40"/>
                  </a:cubicBezTo>
                  <a:cubicBezTo>
                    <a:pt x="79" y="44"/>
                    <a:pt x="75" y="45"/>
                    <a:pt x="76" y="49"/>
                  </a:cubicBezTo>
                  <a:cubicBezTo>
                    <a:pt x="83" y="47"/>
                    <a:pt x="90" y="45"/>
                    <a:pt x="98" y="43"/>
                  </a:cubicBezTo>
                  <a:cubicBezTo>
                    <a:pt x="99" y="48"/>
                    <a:pt x="103" y="43"/>
                    <a:pt x="106" y="42"/>
                  </a:cubicBezTo>
                  <a:cubicBezTo>
                    <a:pt x="107" y="42"/>
                    <a:pt x="112" y="43"/>
                    <a:pt x="114" y="43"/>
                  </a:cubicBezTo>
                  <a:cubicBezTo>
                    <a:pt x="119" y="45"/>
                    <a:pt x="125" y="47"/>
                    <a:pt x="130" y="49"/>
                  </a:cubicBezTo>
                  <a:cubicBezTo>
                    <a:pt x="136" y="51"/>
                    <a:pt x="141" y="49"/>
                    <a:pt x="147" y="51"/>
                  </a:cubicBezTo>
                  <a:cubicBezTo>
                    <a:pt x="153" y="52"/>
                    <a:pt x="161" y="55"/>
                    <a:pt x="166" y="54"/>
                  </a:cubicBezTo>
                  <a:cubicBezTo>
                    <a:pt x="169" y="53"/>
                    <a:pt x="171" y="51"/>
                    <a:pt x="175" y="51"/>
                  </a:cubicBezTo>
                  <a:cubicBezTo>
                    <a:pt x="177" y="52"/>
                    <a:pt x="180" y="52"/>
                    <a:pt x="183" y="52"/>
                  </a:cubicBezTo>
                  <a:cubicBezTo>
                    <a:pt x="189" y="52"/>
                    <a:pt x="194" y="53"/>
                    <a:pt x="199" y="53"/>
                  </a:cubicBezTo>
                  <a:cubicBezTo>
                    <a:pt x="202" y="53"/>
                    <a:pt x="205" y="52"/>
                    <a:pt x="208" y="53"/>
                  </a:cubicBezTo>
                  <a:cubicBezTo>
                    <a:pt x="213" y="53"/>
                    <a:pt x="214" y="50"/>
                    <a:pt x="218" y="49"/>
                  </a:cubicBezTo>
                  <a:cubicBezTo>
                    <a:pt x="221" y="49"/>
                    <a:pt x="223" y="51"/>
                    <a:pt x="226" y="52"/>
                  </a:cubicBezTo>
                  <a:cubicBezTo>
                    <a:pt x="229" y="53"/>
                    <a:pt x="232" y="53"/>
                    <a:pt x="235" y="52"/>
                  </a:cubicBezTo>
                  <a:cubicBezTo>
                    <a:pt x="233" y="49"/>
                    <a:pt x="221" y="45"/>
                    <a:pt x="217" y="43"/>
                  </a:cubicBezTo>
                  <a:cubicBezTo>
                    <a:pt x="210" y="40"/>
                    <a:pt x="202" y="36"/>
                    <a:pt x="195" y="31"/>
                  </a:cubicBezTo>
                  <a:cubicBezTo>
                    <a:pt x="182" y="22"/>
                    <a:pt x="167" y="14"/>
                    <a:pt x="151" y="9"/>
                  </a:cubicBezTo>
                  <a:cubicBezTo>
                    <a:pt x="142" y="6"/>
                    <a:pt x="134" y="3"/>
                    <a:pt x="125" y="1"/>
                  </a:cubicBezTo>
                  <a:cubicBezTo>
                    <a:pt x="116" y="0"/>
                    <a:pt x="108" y="1"/>
                    <a:pt x="99" y="2"/>
                  </a:cubicBezTo>
                  <a:cubicBezTo>
                    <a:pt x="91" y="3"/>
                    <a:pt x="83" y="4"/>
                    <a:pt x="75" y="3"/>
                  </a:cubicBezTo>
                  <a:cubicBezTo>
                    <a:pt x="67" y="2"/>
                    <a:pt x="60" y="0"/>
                    <a:pt x="52" y="1"/>
                  </a:cubicBezTo>
                  <a:cubicBezTo>
                    <a:pt x="38" y="2"/>
                    <a:pt x="26" y="6"/>
                    <a:pt x="12" y="6"/>
                  </a:cubicBezTo>
                  <a:lnTo>
                    <a:pt x="0" y="47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61" name="Freeform 1324"/>
            <p:cNvSpPr>
              <a:spLocks/>
            </p:cNvSpPr>
            <p:nvPr/>
          </p:nvSpPr>
          <p:spPr bwMode="auto">
            <a:xfrm>
              <a:off x="5437" y="2222"/>
              <a:ext cx="107" cy="169"/>
            </a:xfrm>
            <a:custGeom>
              <a:avLst/>
              <a:gdLst>
                <a:gd name="T0" fmla="*/ 1965 w 19"/>
                <a:gd name="T1" fmla="*/ 2507 h 30"/>
                <a:gd name="T2" fmla="*/ 0 w 19"/>
                <a:gd name="T3" fmla="*/ 4822 h 30"/>
                <a:gd name="T4" fmla="*/ 2157 w 19"/>
                <a:gd name="T5" fmla="*/ 3205 h 30"/>
                <a:gd name="T6" fmla="*/ 3204 w 19"/>
                <a:gd name="T7" fmla="*/ 0 h 30"/>
                <a:gd name="T8" fmla="*/ 2506 w 19"/>
                <a:gd name="T9" fmla="*/ 1775 h 30"/>
                <a:gd name="T10" fmla="*/ 1965 w 19"/>
                <a:gd name="T11" fmla="*/ 2507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30">
                  <a:moveTo>
                    <a:pt x="11" y="14"/>
                  </a:moveTo>
                  <a:cubicBezTo>
                    <a:pt x="9" y="19"/>
                    <a:pt x="3" y="23"/>
                    <a:pt x="0" y="27"/>
                  </a:cubicBezTo>
                  <a:cubicBezTo>
                    <a:pt x="3" y="30"/>
                    <a:pt x="10" y="21"/>
                    <a:pt x="12" y="18"/>
                  </a:cubicBezTo>
                  <a:cubicBezTo>
                    <a:pt x="15" y="14"/>
                    <a:pt x="19" y="5"/>
                    <a:pt x="18" y="0"/>
                  </a:cubicBezTo>
                  <a:cubicBezTo>
                    <a:pt x="16" y="3"/>
                    <a:pt x="14" y="6"/>
                    <a:pt x="14" y="10"/>
                  </a:cubicBezTo>
                  <a:lnTo>
                    <a:pt x="11" y="14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62" name="Freeform 1325"/>
            <p:cNvSpPr>
              <a:spLocks/>
            </p:cNvSpPr>
            <p:nvPr/>
          </p:nvSpPr>
          <p:spPr bwMode="auto">
            <a:xfrm>
              <a:off x="5533" y="2244"/>
              <a:ext cx="197" cy="113"/>
            </a:xfrm>
            <a:custGeom>
              <a:avLst/>
              <a:gdLst>
                <a:gd name="T0" fmla="*/ 2505 w 35"/>
                <a:gd name="T1" fmla="*/ 192 h 20"/>
                <a:gd name="T2" fmla="*/ 0 w 35"/>
                <a:gd name="T3" fmla="*/ 2876 h 20"/>
                <a:gd name="T4" fmla="*/ 1238 w 35"/>
                <a:gd name="T5" fmla="*/ 1978 h 20"/>
                <a:gd name="T6" fmla="*/ 2662 w 35"/>
                <a:gd name="T7" fmla="*/ 1277 h 20"/>
                <a:gd name="T8" fmla="*/ 1615 w 35"/>
                <a:gd name="T9" fmla="*/ 3605 h 20"/>
                <a:gd name="T10" fmla="*/ 4469 w 35"/>
                <a:gd name="T11" fmla="*/ 1277 h 20"/>
                <a:gd name="T12" fmla="*/ 3737 w 35"/>
                <a:gd name="T13" fmla="*/ 3418 h 20"/>
                <a:gd name="T14" fmla="*/ 6242 w 35"/>
                <a:gd name="T15" fmla="*/ 192 h 20"/>
                <a:gd name="T16" fmla="*/ 5004 w 35"/>
                <a:gd name="T17" fmla="*/ 1435 h 20"/>
                <a:gd name="T18" fmla="*/ 5161 w 35"/>
                <a:gd name="T19" fmla="*/ 542 h 20"/>
                <a:gd name="T20" fmla="*/ 3580 w 35"/>
                <a:gd name="T21" fmla="*/ 1277 h 20"/>
                <a:gd name="T22" fmla="*/ 3388 w 35"/>
                <a:gd name="T23" fmla="*/ 542 h 20"/>
                <a:gd name="T24" fmla="*/ 2854 w 35"/>
                <a:gd name="T25" fmla="*/ 893 h 20"/>
                <a:gd name="T26" fmla="*/ 3039 w 35"/>
                <a:gd name="T27" fmla="*/ 0 h 20"/>
                <a:gd name="T28" fmla="*/ 2662 w 35"/>
                <a:gd name="T29" fmla="*/ 350 h 20"/>
                <a:gd name="T30" fmla="*/ 2505 w 35"/>
                <a:gd name="T31" fmla="*/ 192 h 2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5" h="20">
                  <a:moveTo>
                    <a:pt x="14" y="1"/>
                  </a:moveTo>
                  <a:cubicBezTo>
                    <a:pt x="10" y="5"/>
                    <a:pt x="2" y="11"/>
                    <a:pt x="0" y="16"/>
                  </a:cubicBezTo>
                  <a:cubicBezTo>
                    <a:pt x="3" y="18"/>
                    <a:pt x="5" y="12"/>
                    <a:pt x="7" y="11"/>
                  </a:cubicBezTo>
                  <a:cubicBezTo>
                    <a:pt x="10" y="9"/>
                    <a:pt x="12" y="9"/>
                    <a:pt x="15" y="7"/>
                  </a:cubicBezTo>
                  <a:cubicBezTo>
                    <a:pt x="16" y="12"/>
                    <a:pt x="10" y="14"/>
                    <a:pt x="9" y="20"/>
                  </a:cubicBezTo>
                  <a:cubicBezTo>
                    <a:pt x="15" y="17"/>
                    <a:pt x="19" y="9"/>
                    <a:pt x="25" y="7"/>
                  </a:cubicBezTo>
                  <a:cubicBezTo>
                    <a:pt x="26" y="12"/>
                    <a:pt x="21" y="14"/>
                    <a:pt x="21" y="19"/>
                  </a:cubicBezTo>
                  <a:cubicBezTo>
                    <a:pt x="26" y="16"/>
                    <a:pt x="34" y="7"/>
                    <a:pt x="35" y="1"/>
                  </a:cubicBezTo>
                  <a:cubicBezTo>
                    <a:pt x="32" y="2"/>
                    <a:pt x="31" y="7"/>
                    <a:pt x="28" y="8"/>
                  </a:cubicBezTo>
                  <a:cubicBezTo>
                    <a:pt x="28" y="6"/>
                    <a:pt x="28" y="4"/>
                    <a:pt x="29" y="3"/>
                  </a:cubicBezTo>
                  <a:cubicBezTo>
                    <a:pt x="25" y="0"/>
                    <a:pt x="23" y="7"/>
                    <a:pt x="20" y="7"/>
                  </a:cubicBezTo>
                  <a:cubicBezTo>
                    <a:pt x="20" y="6"/>
                    <a:pt x="19" y="4"/>
                    <a:pt x="19" y="3"/>
                  </a:cubicBezTo>
                  <a:cubicBezTo>
                    <a:pt x="18" y="4"/>
                    <a:pt x="17" y="3"/>
                    <a:pt x="16" y="5"/>
                  </a:cubicBezTo>
                  <a:cubicBezTo>
                    <a:pt x="16" y="3"/>
                    <a:pt x="16" y="1"/>
                    <a:pt x="17" y="0"/>
                  </a:cubicBezTo>
                  <a:cubicBezTo>
                    <a:pt x="15" y="0"/>
                    <a:pt x="16" y="1"/>
                    <a:pt x="15" y="2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63" name="Freeform 1326"/>
            <p:cNvSpPr>
              <a:spLocks/>
            </p:cNvSpPr>
            <p:nvPr/>
          </p:nvSpPr>
          <p:spPr bwMode="auto">
            <a:xfrm>
              <a:off x="5742" y="2188"/>
              <a:ext cx="918" cy="259"/>
            </a:xfrm>
            <a:custGeom>
              <a:avLst/>
              <a:gdLst>
                <a:gd name="T0" fmla="*/ 1076 w 163"/>
                <a:gd name="T1" fmla="*/ 1965 h 46"/>
                <a:gd name="T2" fmla="*/ 0 w 163"/>
                <a:gd name="T3" fmla="*/ 3046 h 46"/>
                <a:gd name="T4" fmla="*/ 541 w 163"/>
                <a:gd name="T5" fmla="*/ 3204 h 46"/>
                <a:gd name="T6" fmla="*/ 191 w 163"/>
                <a:gd name="T7" fmla="*/ 5011 h 46"/>
                <a:gd name="T8" fmla="*/ 3205 w 163"/>
                <a:gd name="T9" fmla="*/ 3046 h 46"/>
                <a:gd name="T10" fmla="*/ 1774 w 163"/>
                <a:gd name="T11" fmla="*/ 5011 h 46"/>
                <a:gd name="T12" fmla="*/ 4629 w 163"/>
                <a:gd name="T13" fmla="*/ 2506 h 46"/>
                <a:gd name="T14" fmla="*/ 4280 w 163"/>
                <a:gd name="T15" fmla="*/ 4279 h 46"/>
                <a:gd name="T16" fmla="*/ 5170 w 163"/>
                <a:gd name="T17" fmla="*/ 3581 h 46"/>
                <a:gd name="T18" fmla="*/ 4472 w 163"/>
                <a:gd name="T19" fmla="*/ 5704 h 46"/>
                <a:gd name="T20" fmla="*/ 6978 w 163"/>
                <a:gd name="T21" fmla="*/ 3930 h 46"/>
                <a:gd name="T22" fmla="*/ 6978 w 163"/>
                <a:gd name="T23" fmla="*/ 5169 h 46"/>
                <a:gd name="T24" fmla="*/ 7868 w 163"/>
                <a:gd name="T25" fmla="*/ 4121 h 46"/>
                <a:gd name="T26" fmla="*/ 8025 w 163"/>
                <a:gd name="T27" fmla="*/ 5169 h 46"/>
                <a:gd name="T28" fmla="*/ 9101 w 163"/>
                <a:gd name="T29" fmla="*/ 4121 h 46"/>
                <a:gd name="T30" fmla="*/ 10374 w 163"/>
                <a:gd name="T31" fmla="*/ 4279 h 46"/>
                <a:gd name="T32" fmla="*/ 11799 w 163"/>
                <a:gd name="T33" fmla="*/ 4471 h 46"/>
                <a:gd name="T34" fmla="*/ 14114 w 163"/>
                <a:gd name="T35" fmla="*/ 5360 h 46"/>
                <a:gd name="T36" fmla="*/ 16271 w 163"/>
                <a:gd name="T37" fmla="*/ 6785 h 46"/>
                <a:gd name="T38" fmla="*/ 15893 w 163"/>
                <a:gd name="T39" fmla="*/ 5895 h 46"/>
                <a:gd name="T40" fmla="*/ 18050 w 163"/>
                <a:gd name="T41" fmla="*/ 6976 h 46"/>
                <a:gd name="T42" fmla="*/ 17701 w 163"/>
                <a:gd name="T43" fmla="*/ 6053 h 46"/>
                <a:gd name="T44" fmla="*/ 18743 w 163"/>
                <a:gd name="T45" fmla="*/ 6976 h 46"/>
                <a:gd name="T46" fmla="*/ 20365 w 163"/>
                <a:gd name="T47" fmla="*/ 7325 h 46"/>
                <a:gd name="T48" fmla="*/ 20365 w 163"/>
                <a:gd name="T49" fmla="*/ 6436 h 46"/>
                <a:gd name="T50" fmla="*/ 22330 w 163"/>
                <a:gd name="T51" fmla="*/ 6976 h 46"/>
                <a:gd name="T52" fmla="*/ 23570 w 163"/>
                <a:gd name="T53" fmla="*/ 6785 h 46"/>
                <a:gd name="T54" fmla="*/ 24994 w 163"/>
                <a:gd name="T55" fmla="*/ 6976 h 46"/>
                <a:gd name="T56" fmla="*/ 26070 w 163"/>
                <a:gd name="T57" fmla="*/ 6785 h 46"/>
                <a:gd name="T58" fmla="*/ 26960 w 163"/>
                <a:gd name="T59" fmla="*/ 6976 h 46"/>
                <a:gd name="T60" fmla="*/ 29117 w 163"/>
                <a:gd name="T61" fmla="*/ 6785 h 46"/>
                <a:gd name="T62" fmla="*/ 25721 w 163"/>
                <a:gd name="T63" fmla="*/ 5169 h 46"/>
                <a:gd name="T64" fmla="*/ 22522 w 163"/>
                <a:gd name="T65" fmla="*/ 3046 h 46"/>
                <a:gd name="T66" fmla="*/ 18743 w 163"/>
                <a:gd name="T67" fmla="*/ 1425 h 46"/>
                <a:gd name="T68" fmla="*/ 14812 w 163"/>
                <a:gd name="T69" fmla="*/ 191 h 46"/>
                <a:gd name="T70" fmla="*/ 15893 w 163"/>
                <a:gd name="T71" fmla="*/ 1965 h 46"/>
                <a:gd name="T72" fmla="*/ 13922 w 163"/>
                <a:gd name="T73" fmla="*/ 1965 h 46"/>
                <a:gd name="T74" fmla="*/ 12846 w 163"/>
                <a:gd name="T75" fmla="*/ 2314 h 46"/>
                <a:gd name="T76" fmla="*/ 11607 w 163"/>
                <a:gd name="T77" fmla="*/ 1616 h 46"/>
                <a:gd name="T78" fmla="*/ 9991 w 163"/>
                <a:gd name="T79" fmla="*/ 1965 h 46"/>
                <a:gd name="T80" fmla="*/ 8943 w 163"/>
                <a:gd name="T81" fmla="*/ 2506 h 46"/>
                <a:gd name="T82" fmla="*/ 7868 w 163"/>
                <a:gd name="T83" fmla="*/ 2855 h 46"/>
                <a:gd name="T84" fmla="*/ 7327 w 163"/>
                <a:gd name="T85" fmla="*/ 1965 h 46"/>
                <a:gd name="T86" fmla="*/ 6246 w 163"/>
                <a:gd name="T87" fmla="*/ 2156 h 46"/>
                <a:gd name="T88" fmla="*/ 5170 w 163"/>
                <a:gd name="T89" fmla="*/ 2314 h 46"/>
                <a:gd name="T90" fmla="*/ 4123 w 163"/>
                <a:gd name="T91" fmla="*/ 1965 h 46"/>
                <a:gd name="T92" fmla="*/ 1616 w 163"/>
                <a:gd name="T93" fmla="*/ 2506 h 46"/>
                <a:gd name="T94" fmla="*/ 1774 w 163"/>
                <a:gd name="T95" fmla="*/ 1616 h 46"/>
                <a:gd name="T96" fmla="*/ 1076 w 163"/>
                <a:gd name="T97" fmla="*/ 1965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63" h="46">
                  <a:moveTo>
                    <a:pt x="6" y="11"/>
                  </a:moveTo>
                  <a:cubicBezTo>
                    <a:pt x="4" y="13"/>
                    <a:pt x="2" y="15"/>
                    <a:pt x="0" y="17"/>
                  </a:cubicBezTo>
                  <a:cubicBezTo>
                    <a:pt x="1" y="17"/>
                    <a:pt x="2" y="18"/>
                    <a:pt x="3" y="18"/>
                  </a:cubicBezTo>
                  <a:cubicBezTo>
                    <a:pt x="3" y="22"/>
                    <a:pt x="4" y="24"/>
                    <a:pt x="1" y="28"/>
                  </a:cubicBezTo>
                  <a:cubicBezTo>
                    <a:pt x="7" y="32"/>
                    <a:pt x="13" y="17"/>
                    <a:pt x="18" y="17"/>
                  </a:cubicBezTo>
                  <a:cubicBezTo>
                    <a:pt x="18" y="21"/>
                    <a:pt x="12" y="24"/>
                    <a:pt x="10" y="28"/>
                  </a:cubicBezTo>
                  <a:cubicBezTo>
                    <a:pt x="15" y="30"/>
                    <a:pt x="21" y="16"/>
                    <a:pt x="26" y="14"/>
                  </a:cubicBezTo>
                  <a:cubicBezTo>
                    <a:pt x="27" y="18"/>
                    <a:pt x="23" y="20"/>
                    <a:pt x="24" y="24"/>
                  </a:cubicBezTo>
                  <a:cubicBezTo>
                    <a:pt x="26" y="24"/>
                    <a:pt x="28" y="22"/>
                    <a:pt x="29" y="20"/>
                  </a:cubicBezTo>
                  <a:cubicBezTo>
                    <a:pt x="30" y="24"/>
                    <a:pt x="26" y="28"/>
                    <a:pt x="25" y="32"/>
                  </a:cubicBezTo>
                  <a:cubicBezTo>
                    <a:pt x="30" y="34"/>
                    <a:pt x="35" y="24"/>
                    <a:pt x="39" y="22"/>
                  </a:cubicBezTo>
                  <a:cubicBezTo>
                    <a:pt x="39" y="24"/>
                    <a:pt x="39" y="27"/>
                    <a:pt x="39" y="29"/>
                  </a:cubicBezTo>
                  <a:cubicBezTo>
                    <a:pt x="41" y="28"/>
                    <a:pt x="42" y="25"/>
                    <a:pt x="44" y="23"/>
                  </a:cubicBezTo>
                  <a:cubicBezTo>
                    <a:pt x="45" y="25"/>
                    <a:pt x="45" y="27"/>
                    <a:pt x="45" y="29"/>
                  </a:cubicBezTo>
                  <a:cubicBezTo>
                    <a:pt x="47" y="28"/>
                    <a:pt x="48" y="23"/>
                    <a:pt x="51" y="23"/>
                  </a:cubicBezTo>
                  <a:cubicBezTo>
                    <a:pt x="52" y="34"/>
                    <a:pt x="53" y="24"/>
                    <a:pt x="58" y="24"/>
                  </a:cubicBezTo>
                  <a:cubicBezTo>
                    <a:pt x="59" y="24"/>
                    <a:pt x="66" y="38"/>
                    <a:pt x="66" y="25"/>
                  </a:cubicBezTo>
                  <a:cubicBezTo>
                    <a:pt x="69" y="26"/>
                    <a:pt x="83" y="46"/>
                    <a:pt x="79" y="30"/>
                  </a:cubicBezTo>
                  <a:cubicBezTo>
                    <a:pt x="83" y="32"/>
                    <a:pt x="86" y="38"/>
                    <a:pt x="91" y="38"/>
                  </a:cubicBezTo>
                  <a:cubicBezTo>
                    <a:pt x="91" y="36"/>
                    <a:pt x="90" y="34"/>
                    <a:pt x="89" y="33"/>
                  </a:cubicBezTo>
                  <a:cubicBezTo>
                    <a:pt x="93" y="32"/>
                    <a:pt x="96" y="39"/>
                    <a:pt x="101" y="39"/>
                  </a:cubicBezTo>
                  <a:cubicBezTo>
                    <a:pt x="100" y="38"/>
                    <a:pt x="100" y="35"/>
                    <a:pt x="99" y="34"/>
                  </a:cubicBezTo>
                  <a:cubicBezTo>
                    <a:pt x="102" y="34"/>
                    <a:pt x="103" y="37"/>
                    <a:pt x="105" y="39"/>
                  </a:cubicBezTo>
                  <a:cubicBezTo>
                    <a:pt x="108" y="40"/>
                    <a:pt x="111" y="40"/>
                    <a:pt x="114" y="41"/>
                  </a:cubicBezTo>
                  <a:cubicBezTo>
                    <a:pt x="114" y="39"/>
                    <a:pt x="114" y="37"/>
                    <a:pt x="114" y="36"/>
                  </a:cubicBezTo>
                  <a:cubicBezTo>
                    <a:pt x="118" y="35"/>
                    <a:pt x="121" y="39"/>
                    <a:pt x="125" y="39"/>
                  </a:cubicBezTo>
                  <a:cubicBezTo>
                    <a:pt x="128" y="39"/>
                    <a:pt x="129" y="38"/>
                    <a:pt x="132" y="38"/>
                  </a:cubicBezTo>
                  <a:cubicBezTo>
                    <a:pt x="135" y="38"/>
                    <a:pt x="137" y="39"/>
                    <a:pt x="140" y="39"/>
                  </a:cubicBezTo>
                  <a:cubicBezTo>
                    <a:pt x="142" y="39"/>
                    <a:pt x="143" y="38"/>
                    <a:pt x="146" y="38"/>
                  </a:cubicBezTo>
                  <a:cubicBezTo>
                    <a:pt x="148" y="38"/>
                    <a:pt x="149" y="39"/>
                    <a:pt x="151" y="39"/>
                  </a:cubicBezTo>
                  <a:cubicBezTo>
                    <a:pt x="156" y="38"/>
                    <a:pt x="159" y="38"/>
                    <a:pt x="163" y="38"/>
                  </a:cubicBezTo>
                  <a:cubicBezTo>
                    <a:pt x="163" y="31"/>
                    <a:pt x="149" y="30"/>
                    <a:pt x="144" y="29"/>
                  </a:cubicBezTo>
                  <a:cubicBezTo>
                    <a:pt x="137" y="26"/>
                    <a:pt x="132" y="21"/>
                    <a:pt x="126" y="17"/>
                  </a:cubicBezTo>
                  <a:cubicBezTo>
                    <a:pt x="119" y="12"/>
                    <a:pt x="113" y="11"/>
                    <a:pt x="105" y="8"/>
                  </a:cubicBezTo>
                  <a:cubicBezTo>
                    <a:pt x="98" y="6"/>
                    <a:pt x="90" y="0"/>
                    <a:pt x="83" y="1"/>
                  </a:cubicBezTo>
                  <a:cubicBezTo>
                    <a:pt x="83" y="6"/>
                    <a:pt x="91" y="7"/>
                    <a:pt x="89" y="11"/>
                  </a:cubicBezTo>
                  <a:cubicBezTo>
                    <a:pt x="88" y="15"/>
                    <a:pt x="80" y="11"/>
                    <a:pt x="78" y="11"/>
                  </a:cubicBezTo>
                  <a:cubicBezTo>
                    <a:pt x="76" y="11"/>
                    <a:pt x="74" y="13"/>
                    <a:pt x="72" y="13"/>
                  </a:cubicBezTo>
                  <a:cubicBezTo>
                    <a:pt x="70" y="13"/>
                    <a:pt x="66" y="9"/>
                    <a:pt x="65" y="9"/>
                  </a:cubicBezTo>
                  <a:cubicBezTo>
                    <a:pt x="62" y="9"/>
                    <a:pt x="58" y="19"/>
                    <a:pt x="56" y="11"/>
                  </a:cubicBezTo>
                  <a:cubicBezTo>
                    <a:pt x="54" y="12"/>
                    <a:pt x="52" y="13"/>
                    <a:pt x="50" y="14"/>
                  </a:cubicBezTo>
                  <a:cubicBezTo>
                    <a:pt x="50" y="14"/>
                    <a:pt x="45" y="16"/>
                    <a:pt x="44" y="16"/>
                  </a:cubicBezTo>
                  <a:cubicBezTo>
                    <a:pt x="42" y="15"/>
                    <a:pt x="42" y="11"/>
                    <a:pt x="41" y="11"/>
                  </a:cubicBezTo>
                  <a:cubicBezTo>
                    <a:pt x="38" y="8"/>
                    <a:pt x="39" y="11"/>
                    <a:pt x="35" y="12"/>
                  </a:cubicBezTo>
                  <a:cubicBezTo>
                    <a:pt x="32" y="14"/>
                    <a:pt x="33" y="14"/>
                    <a:pt x="29" y="13"/>
                  </a:cubicBezTo>
                  <a:cubicBezTo>
                    <a:pt x="27" y="12"/>
                    <a:pt x="27" y="11"/>
                    <a:pt x="23" y="11"/>
                  </a:cubicBezTo>
                  <a:cubicBezTo>
                    <a:pt x="17" y="13"/>
                    <a:pt x="14" y="12"/>
                    <a:pt x="9" y="14"/>
                  </a:cubicBezTo>
                  <a:cubicBezTo>
                    <a:pt x="10" y="13"/>
                    <a:pt x="9" y="11"/>
                    <a:pt x="10" y="9"/>
                  </a:cubicBezTo>
                  <a:cubicBezTo>
                    <a:pt x="8" y="9"/>
                    <a:pt x="7" y="10"/>
                    <a:pt x="6" y="1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64" name="Freeform 1327"/>
            <p:cNvSpPr>
              <a:spLocks/>
            </p:cNvSpPr>
            <p:nvPr/>
          </p:nvSpPr>
          <p:spPr bwMode="auto">
            <a:xfrm>
              <a:off x="2918" y="762"/>
              <a:ext cx="2705" cy="2119"/>
            </a:xfrm>
            <a:custGeom>
              <a:avLst/>
              <a:gdLst>
                <a:gd name="T0" fmla="*/ 2158 w 480"/>
                <a:gd name="T1" fmla="*/ 733 h 376"/>
                <a:gd name="T2" fmla="*/ 5179 w 480"/>
                <a:gd name="T3" fmla="*/ 1617 h 376"/>
                <a:gd name="T4" fmla="*/ 35599 w 480"/>
                <a:gd name="T5" fmla="*/ 15025 h 376"/>
                <a:gd name="T6" fmla="*/ 57261 w 480"/>
                <a:gd name="T7" fmla="*/ 23822 h 376"/>
                <a:gd name="T8" fmla="*/ 71040 w 480"/>
                <a:gd name="T9" fmla="*/ 37223 h 376"/>
                <a:gd name="T10" fmla="*/ 74630 w 480"/>
                <a:gd name="T11" fmla="*/ 36874 h 376"/>
                <a:gd name="T12" fmla="*/ 81967 w 480"/>
                <a:gd name="T13" fmla="*/ 34716 h 376"/>
                <a:gd name="T14" fmla="*/ 84283 w 480"/>
                <a:gd name="T15" fmla="*/ 39540 h 376"/>
                <a:gd name="T16" fmla="*/ 83399 w 480"/>
                <a:gd name="T17" fmla="*/ 43130 h 376"/>
                <a:gd name="T18" fmla="*/ 73739 w 480"/>
                <a:gd name="T19" fmla="*/ 56215 h 376"/>
                <a:gd name="T20" fmla="*/ 66566 w 480"/>
                <a:gd name="T21" fmla="*/ 60313 h 376"/>
                <a:gd name="T22" fmla="*/ 59228 w 480"/>
                <a:gd name="T23" fmla="*/ 65683 h 376"/>
                <a:gd name="T24" fmla="*/ 48335 w 480"/>
                <a:gd name="T25" fmla="*/ 63711 h 376"/>
                <a:gd name="T26" fmla="*/ 49575 w 480"/>
                <a:gd name="T27" fmla="*/ 61395 h 376"/>
                <a:gd name="T28" fmla="*/ 60310 w 480"/>
                <a:gd name="T29" fmla="*/ 51899 h 376"/>
                <a:gd name="T30" fmla="*/ 57639 w 480"/>
                <a:gd name="T31" fmla="*/ 50659 h 376"/>
                <a:gd name="T32" fmla="*/ 56213 w 480"/>
                <a:gd name="T33" fmla="*/ 48686 h 376"/>
                <a:gd name="T34" fmla="*/ 54748 w 480"/>
                <a:gd name="T35" fmla="*/ 47610 h 376"/>
                <a:gd name="T36" fmla="*/ 52973 w 480"/>
                <a:gd name="T37" fmla="*/ 46178 h 376"/>
                <a:gd name="T38" fmla="*/ 50307 w 480"/>
                <a:gd name="T39" fmla="*/ 43862 h 376"/>
                <a:gd name="T40" fmla="*/ 48842 w 480"/>
                <a:gd name="T41" fmla="*/ 43130 h 376"/>
                <a:gd name="T42" fmla="*/ 48493 w 480"/>
                <a:gd name="T43" fmla="*/ 42972 h 376"/>
                <a:gd name="T44" fmla="*/ 47602 w 480"/>
                <a:gd name="T45" fmla="*/ 41512 h 376"/>
                <a:gd name="T46" fmla="*/ 46718 w 480"/>
                <a:gd name="T47" fmla="*/ 40081 h 376"/>
                <a:gd name="T48" fmla="*/ 45444 w 480"/>
                <a:gd name="T49" fmla="*/ 38841 h 376"/>
                <a:gd name="T50" fmla="*/ 44018 w 480"/>
                <a:gd name="T51" fmla="*/ 37573 h 376"/>
                <a:gd name="T52" fmla="*/ 42970 w 480"/>
                <a:gd name="T53" fmla="*/ 36525 h 376"/>
                <a:gd name="T54" fmla="*/ 41696 w 480"/>
                <a:gd name="T55" fmla="*/ 35443 h 376"/>
                <a:gd name="T56" fmla="*/ 40271 w 480"/>
                <a:gd name="T57" fmla="*/ 34017 h 376"/>
                <a:gd name="T58" fmla="*/ 39031 w 480"/>
                <a:gd name="T59" fmla="*/ 33284 h 376"/>
                <a:gd name="T60" fmla="*/ 37763 w 480"/>
                <a:gd name="T61" fmla="*/ 32044 h 376"/>
                <a:gd name="T62" fmla="*/ 35982 w 480"/>
                <a:gd name="T63" fmla="*/ 30618 h 376"/>
                <a:gd name="T64" fmla="*/ 34714 w 480"/>
                <a:gd name="T65" fmla="*/ 29886 h 376"/>
                <a:gd name="T66" fmla="*/ 33632 w 480"/>
                <a:gd name="T67" fmla="*/ 27919 h 376"/>
                <a:gd name="T68" fmla="*/ 30967 w 480"/>
                <a:gd name="T69" fmla="*/ 26138 h 376"/>
                <a:gd name="T70" fmla="*/ 27568 w 480"/>
                <a:gd name="T71" fmla="*/ 23980 h 376"/>
                <a:gd name="T72" fmla="*/ 22897 w 480"/>
                <a:gd name="T73" fmla="*/ 21663 h 376"/>
                <a:gd name="T74" fmla="*/ 20389 w 480"/>
                <a:gd name="T75" fmla="*/ 18609 h 376"/>
                <a:gd name="T76" fmla="*/ 6796 w 480"/>
                <a:gd name="T77" fmla="*/ 7529 h 376"/>
                <a:gd name="T78" fmla="*/ 2158 w 480"/>
                <a:gd name="T79" fmla="*/ 733 h 37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480" h="376">
                  <a:moveTo>
                    <a:pt x="12" y="4"/>
                  </a:moveTo>
                  <a:cubicBezTo>
                    <a:pt x="12" y="4"/>
                    <a:pt x="12" y="1"/>
                    <a:pt x="29" y="9"/>
                  </a:cubicBezTo>
                  <a:cubicBezTo>
                    <a:pt x="29" y="9"/>
                    <a:pt x="135" y="72"/>
                    <a:pt x="199" y="84"/>
                  </a:cubicBezTo>
                  <a:cubicBezTo>
                    <a:pt x="199" y="84"/>
                    <a:pt x="298" y="105"/>
                    <a:pt x="320" y="133"/>
                  </a:cubicBezTo>
                  <a:cubicBezTo>
                    <a:pt x="320" y="133"/>
                    <a:pt x="375" y="201"/>
                    <a:pt x="397" y="208"/>
                  </a:cubicBezTo>
                  <a:cubicBezTo>
                    <a:pt x="397" y="208"/>
                    <a:pt x="409" y="215"/>
                    <a:pt x="417" y="206"/>
                  </a:cubicBezTo>
                  <a:cubicBezTo>
                    <a:pt x="417" y="206"/>
                    <a:pt x="432" y="186"/>
                    <a:pt x="458" y="194"/>
                  </a:cubicBezTo>
                  <a:cubicBezTo>
                    <a:pt x="458" y="194"/>
                    <a:pt x="480" y="202"/>
                    <a:pt x="471" y="221"/>
                  </a:cubicBezTo>
                  <a:cubicBezTo>
                    <a:pt x="471" y="221"/>
                    <a:pt x="467" y="236"/>
                    <a:pt x="466" y="241"/>
                  </a:cubicBezTo>
                  <a:cubicBezTo>
                    <a:pt x="466" y="241"/>
                    <a:pt x="469" y="275"/>
                    <a:pt x="412" y="314"/>
                  </a:cubicBezTo>
                  <a:cubicBezTo>
                    <a:pt x="412" y="314"/>
                    <a:pt x="381" y="338"/>
                    <a:pt x="372" y="337"/>
                  </a:cubicBezTo>
                  <a:cubicBezTo>
                    <a:pt x="372" y="337"/>
                    <a:pt x="364" y="362"/>
                    <a:pt x="331" y="367"/>
                  </a:cubicBezTo>
                  <a:cubicBezTo>
                    <a:pt x="331" y="367"/>
                    <a:pt x="272" y="376"/>
                    <a:pt x="270" y="356"/>
                  </a:cubicBezTo>
                  <a:cubicBezTo>
                    <a:pt x="270" y="356"/>
                    <a:pt x="266" y="351"/>
                    <a:pt x="277" y="343"/>
                  </a:cubicBezTo>
                  <a:cubicBezTo>
                    <a:pt x="277" y="343"/>
                    <a:pt x="332" y="311"/>
                    <a:pt x="337" y="290"/>
                  </a:cubicBezTo>
                  <a:cubicBezTo>
                    <a:pt x="337" y="290"/>
                    <a:pt x="327" y="295"/>
                    <a:pt x="322" y="283"/>
                  </a:cubicBezTo>
                  <a:cubicBezTo>
                    <a:pt x="322" y="283"/>
                    <a:pt x="315" y="281"/>
                    <a:pt x="314" y="272"/>
                  </a:cubicBezTo>
                  <a:cubicBezTo>
                    <a:pt x="314" y="272"/>
                    <a:pt x="306" y="273"/>
                    <a:pt x="306" y="266"/>
                  </a:cubicBezTo>
                  <a:cubicBezTo>
                    <a:pt x="306" y="266"/>
                    <a:pt x="296" y="261"/>
                    <a:pt x="296" y="258"/>
                  </a:cubicBezTo>
                  <a:cubicBezTo>
                    <a:pt x="296" y="258"/>
                    <a:pt x="281" y="253"/>
                    <a:pt x="281" y="245"/>
                  </a:cubicBezTo>
                  <a:cubicBezTo>
                    <a:pt x="281" y="245"/>
                    <a:pt x="275" y="246"/>
                    <a:pt x="273" y="241"/>
                  </a:cubicBezTo>
                  <a:cubicBezTo>
                    <a:pt x="271" y="236"/>
                    <a:pt x="271" y="240"/>
                    <a:pt x="271" y="240"/>
                  </a:cubicBezTo>
                  <a:cubicBezTo>
                    <a:pt x="271" y="240"/>
                    <a:pt x="266" y="236"/>
                    <a:pt x="266" y="232"/>
                  </a:cubicBezTo>
                  <a:cubicBezTo>
                    <a:pt x="266" y="232"/>
                    <a:pt x="261" y="230"/>
                    <a:pt x="261" y="224"/>
                  </a:cubicBezTo>
                  <a:cubicBezTo>
                    <a:pt x="261" y="224"/>
                    <a:pt x="254" y="221"/>
                    <a:pt x="254" y="217"/>
                  </a:cubicBezTo>
                  <a:cubicBezTo>
                    <a:pt x="254" y="217"/>
                    <a:pt x="245" y="215"/>
                    <a:pt x="246" y="210"/>
                  </a:cubicBezTo>
                  <a:cubicBezTo>
                    <a:pt x="246" y="210"/>
                    <a:pt x="240" y="206"/>
                    <a:pt x="240" y="204"/>
                  </a:cubicBezTo>
                  <a:cubicBezTo>
                    <a:pt x="239" y="202"/>
                    <a:pt x="233" y="202"/>
                    <a:pt x="233" y="198"/>
                  </a:cubicBezTo>
                  <a:cubicBezTo>
                    <a:pt x="233" y="198"/>
                    <a:pt x="225" y="196"/>
                    <a:pt x="225" y="190"/>
                  </a:cubicBezTo>
                  <a:cubicBezTo>
                    <a:pt x="225" y="190"/>
                    <a:pt x="218" y="190"/>
                    <a:pt x="218" y="186"/>
                  </a:cubicBezTo>
                  <a:cubicBezTo>
                    <a:pt x="218" y="186"/>
                    <a:pt x="211" y="184"/>
                    <a:pt x="211" y="179"/>
                  </a:cubicBezTo>
                  <a:cubicBezTo>
                    <a:pt x="211" y="179"/>
                    <a:pt x="203" y="177"/>
                    <a:pt x="201" y="171"/>
                  </a:cubicBezTo>
                  <a:cubicBezTo>
                    <a:pt x="201" y="171"/>
                    <a:pt x="195" y="173"/>
                    <a:pt x="194" y="167"/>
                  </a:cubicBezTo>
                  <a:cubicBezTo>
                    <a:pt x="194" y="167"/>
                    <a:pt x="186" y="163"/>
                    <a:pt x="188" y="156"/>
                  </a:cubicBezTo>
                  <a:cubicBezTo>
                    <a:pt x="189" y="149"/>
                    <a:pt x="175" y="155"/>
                    <a:pt x="173" y="146"/>
                  </a:cubicBezTo>
                  <a:cubicBezTo>
                    <a:pt x="173" y="146"/>
                    <a:pt x="158" y="141"/>
                    <a:pt x="154" y="134"/>
                  </a:cubicBezTo>
                  <a:cubicBezTo>
                    <a:pt x="154" y="134"/>
                    <a:pt x="126" y="130"/>
                    <a:pt x="128" y="121"/>
                  </a:cubicBezTo>
                  <a:cubicBezTo>
                    <a:pt x="128" y="121"/>
                    <a:pt x="111" y="117"/>
                    <a:pt x="114" y="104"/>
                  </a:cubicBezTo>
                  <a:cubicBezTo>
                    <a:pt x="114" y="104"/>
                    <a:pt x="66" y="75"/>
                    <a:pt x="38" y="42"/>
                  </a:cubicBezTo>
                  <a:cubicBezTo>
                    <a:pt x="38" y="42"/>
                    <a:pt x="0" y="0"/>
                    <a:pt x="12" y="4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65" name="Freeform 1328"/>
            <p:cNvSpPr>
              <a:spLocks/>
            </p:cNvSpPr>
            <p:nvPr/>
          </p:nvSpPr>
          <p:spPr bwMode="auto">
            <a:xfrm>
              <a:off x="3183" y="936"/>
              <a:ext cx="1972" cy="1460"/>
            </a:xfrm>
            <a:custGeom>
              <a:avLst/>
              <a:gdLst>
                <a:gd name="T0" fmla="*/ 15015 w 350"/>
                <a:gd name="T1" fmla="*/ 15761 h 259"/>
                <a:gd name="T2" fmla="*/ 16446 w 350"/>
                <a:gd name="T3" fmla="*/ 16844 h 259"/>
                <a:gd name="T4" fmla="*/ 18255 w 350"/>
                <a:gd name="T5" fmla="*/ 17379 h 259"/>
                <a:gd name="T6" fmla="*/ 21269 w 350"/>
                <a:gd name="T7" fmla="*/ 19702 h 259"/>
                <a:gd name="T8" fmla="*/ 23078 w 350"/>
                <a:gd name="T9" fmla="*/ 20434 h 259"/>
                <a:gd name="T10" fmla="*/ 24509 w 350"/>
                <a:gd name="T11" fmla="*/ 21483 h 259"/>
                <a:gd name="T12" fmla="*/ 25208 w 350"/>
                <a:gd name="T13" fmla="*/ 21669 h 259"/>
                <a:gd name="T14" fmla="*/ 25585 w 350"/>
                <a:gd name="T15" fmla="*/ 22402 h 259"/>
                <a:gd name="T16" fmla="*/ 26476 w 350"/>
                <a:gd name="T17" fmla="*/ 23991 h 259"/>
                <a:gd name="T18" fmla="*/ 27174 w 350"/>
                <a:gd name="T19" fmla="*/ 24375 h 259"/>
                <a:gd name="T20" fmla="*/ 27557 w 350"/>
                <a:gd name="T21" fmla="*/ 24183 h 259"/>
                <a:gd name="T22" fmla="*/ 27907 w 350"/>
                <a:gd name="T23" fmla="*/ 24724 h 259"/>
                <a:gd name="T24" fmla="*/ 29141 w 350"/>
                <a:gd name="T25" fmla="*/ 25609 h 259"/>
                <a:gd name="T26" fmla="*/ 30414 w 350"/>
                <a:gd name="T27" fmla="*/ 27041 h 259"/>
                <a:gd name="T28" fmla="*/ 31839 w 350"/>
                <a:gd name="T29" fmla="*/ 27932 h 259"/>
                <a:gd name="T30" fmla="*/ 34504 w 350"/>
                <a:gd name="T31" fmla="*/ 30440 h 259"/>
                <a:gd name="T32" fmla="*/ 35237 w 350"/>
                <a:gd name="T33" fmla="*/ 30632 h 259"/>
                <a:gd name="T34" fmla="*/ 35586 w 350"/>
                <a:gd name="T35" fmla="*/ 31331 h 259"/>
                <a:gd name="T36" fmla="*/ 36127 w 350"/>
                <a:gd name="T37" fmla="*/ 31872 h 259"/>
                <a:gd name="T38" fmla="*/ 36668 w 350"/>
                <a:gd name="T39" fmla="*/ 32413 h 259"/>
                <a:gd name="T40" fmla="*/ 38443 w 350"/>
                <a:gd name="T41" fmla="*/ 34380 h 259"/>
                <a:gd name="T42" fmla="*/ 39525 w 350"/>
                <a:gd name="T43" fmla="*/ 35113 h 259"/>
                <a:gd name="T44" fmla="*/ 40251 w 350"/>
                <a:gd name="T45" fmla="*/ 36353 h 259"/>
                <a:gd name="T46" fmla="*/ 41333 w 350"/>
                <a:gd name="T47" fmla="*/ 37272 h 259"/>
                <a:gd name="T48" fmla="*/ 42223 w 350"/>
                <a:gd name="T49" fmla="*/ 38321 h 259"/>
                <a:gd name="T50" fmla="*/ 43271 w 350"/>
                <a:gd name="T51" fmla="*/ 38704 h 259"/>
                <a:gd name="T52" fmla="*/ 44190 w 350"/>
                <a:gd name="T53" fmla="*/ 39753 h 259"/>
                <a:gd name="T54" fmla="*/ 45238 w 350"/>
                <a:gd name="T55" fmla="*/ 40294 h 259"/>
                <a:gd name="T56" fmla="*/ 46314 w 350"/>
                <a:gd name="T57" fmla="*/ 41213 h 259"/>
                <a:gd name="T58" fmla="*/ 47204 w 350"/>
                <a:gd name="T59" fmla="*/ 41912 h 259"/>
                <a:gd name="T60" fmla="*/ 48286 w 350"/>
                <a:gd name="T61" fmla="*/ 42644 h 259"/>
                <a:gd name="T62" fmla="*/ 49013 w 350"/>
                <a:gd name="T63" fmla="*/ 44076 h 259"/>
                <a:gd name="T64" fmla="*/ 50252 w 350"/>
                <a:gd name="T65" fmla="*/ 44775 h 259"/>
                <a:gd name="T66" fmla="*/ 50985 w 350"/>
                <a:gd name="T67" fmla="*/ 45852 h 259"/>
                <a:gd name="T68" fmla="*/ 52219 w 350"/>
                <a:gd name="T69" fmla="*/ 46393 h 259"/>
                <a:gd name="T70" fmla="*/ 54033 w 350"/>
                <a:gd name="T71" fmla="*/ 42994 h 259"/>
                <a:gd name="T72" fmla="*/ 57047 w 350"/>
                <a:gd name="T73" fmla="*/ 40136 h 259"/>
                <a:gd name="T74" fmla="*/ 60631 w 350"/>
                <a:gd name="T75" fmla="*/ 37430 h 259"/>
                <a:gd name="T76" fmla="*/ 62411 w 350"/>
                <a:gd name="T77" fmla="*/ 33839 h 259"/>
                <a:gd name="T78" fmla="*/ 61363 w 350"/>
                <a:gd name="T79" fmla="*/ 32605 h 259"/>
                <a:gd name="T80" fmla="*/ 59746 w 350"/>
                <a:gd name="T81" fmla="*/ 30823 h 259"/>
                <a:gd name="T82" fmla="*/ 55616 w 350"/>
                <a:gd name="T83" fmla="*/ 27582 h 259"/>
                <a:gd name="T84" fmla="*/ 49554 w 350"/>
                <a:gd name="T85" fmla="*/ 20592 h 259"/>
                <a:gd name="T86" fmla="*/ 42573 w 350"/>
                <a:gd name="T87" fmla="*/ 15953 h 259"/>
                <a:gd name="T88" fmla="*/ 34696 w 350"/>
                <a:gd name="T89" fmla="*/ 12903 h 259"/>
                <a:gd name="T90" fmla="*/ 17714 w 350"/>
                <a:gd name="T91" fmla="*/ 6990 h 259"/>
                <a:gd name="T92" fmla="*/ 8220 w 350"/>
                <a:gd name="T93" fmla="*/ 3399 h 259"/>
                <a:gd name="T94" fmla="*/ 1082 w 350"/>
                <a:gd name="T95" fmla="*/ 0 h 259"/>
                <a:gd name="T96" fmla="*/ 3747 w 350"/>
                <a:gd name="T97" fmla="*/ 1781 h 259"/>
                <a:gd name="T98" fmla="*/ 0 w 350"/>
                <a:gd name="T99" fmla="*/ 2322 h 259"/>
                <a:gd name="T100" fmla="*/ 7336 w 350"/>
                <a:gd name="T101" fmla="*/ 8963 h 259"/>
                <a:gd name="T102" fmla="*/ 10919 w 350"/>
                <a:gd name="T103" fmla="*/ 11629 h 259"/>
                <a:gd name="T104" fmla="*/ 13934 w 350"/>
                <a:gd name="T105" fmla="*/ 13980 h 259"/>
                <a:gd name="T106" fmla="*/ 15015 w 350"/>
                <a:gd name="T107" fmla="*/ 15761 h 25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350" h="259">
                  <a:moveTo>
                    <a:pt x="84" y="88"/>
                  </a:moveTo>
                  <a:cubicBezTo>
                    <a:pt x="88" y="88"/>
                    <a:pt x="89" y="92"/>
                    <a:pt x="92" y="94"/>
                  </a:cubicBezTo>
                  <a:cubicBezTo>
                    <a:pt x="95" y="96"/>
                    <a:pt x="99" y="96"/>
                    <a:pt x="102" y="97"/>
                  </a:cubicBezTo>
                  <a:cubicBezTo>
                    <a:pt x="109" y="98"/>
                    <a:pt x="113" y="106"/>
                    <a:pt x="119" y="110"/>
                  </a:cubicBezTo>
                  <a:cubicBezTo>
                    <a:pt x="122" y="112"/>
                    <a:pt x="126" y="113"/>
                    <a:pt x="129" y="114"/>
                  </a:cubicBezTo>
                  <a:cubicBezTo>
                    <a:pt x="132" y="116"/>
                    <a:pt x="134" y="118"/>
                    <a:pt x="137" y="120"/>
                  </a:cubicBezTo>
                  <a:cubicBezTo>
                    <a:pt x="138" y="120"/>
                    <a:pt x="141" y="120"/>
                    <a:pt x="141" y="121"/>
                  </a:cubicBezTo>
                  <a:cubicBezTo>
                    <a:pt x="143" y="122"/>
                    <a:pt x="142" y="124"/>
                    <a:pt x="143" y="125"/>
                  </a:cubicBezTo>
                  <a:cubicBezTo>
                    <a:pt x="145" y="127"/>
                    <a:pt x="147" y="133"/>
                    <a:pt x="148" y="134"/>
                  </a:cubicBezTo>
                  <a:cubicBezTo>
                    <a:pt x="150" y="135"/>
                    <a:pt x="151" y="135"/>
                    <a:pt x="152" y="136"/>
                  </a:cubicBezTo>
                  <a:cubicBezTo>
                    <a:pt x="153" y="136"/>
                    <a:pt x="153" y="135"/>
                    <a:pt x="154" y="135"/>
                  </a:cubicBezTo>
                  <a:cubicBezTo>
                    <a:pt x="155" y="136"/>
                    <a:pt x="155" y="138"/>
                    <a:pt x="156" y="138"/>
                  </a:cubicBezTo>
                  <a:cubicBezTo>
                    <a:pt x="158" y="140"/>
                    <a:pt x="161" y="142"/>
                    <a:pt x="163" y="143"/>
                  </a:cubicBezTo>
                  <a:cubicBezTo>
                    <a:pt x="165" y="146"/>
                    <a:pt x="167" y="148"/>
                    <a:pt x="170" y="151"/>
                  </a:cubicBezTo>
                  <a:cubicBezTo>
                    <a:pt x="173" y="153"/>
                    <a:pt x="174" y="154"/>
                    <a:pt x="178" y="156"/>
                  </a:cubicBezTo>
                  <a:cubicBezTo>
                    <a:pt x="184" y="159"/>
                    <a:pt x="186" y="167"/>
                    <a:pt x="193" y="170"/>
                  </a:cubicBezTo>
                  <a:cubicBezTo>
                    <a:pt x="194" y="170"/>
                    <a:pt x="197" y="170"/>
                    <a:pt x="197" y="171"/>
                  </a:cubicBezTo>
                  <a:cubicBezTo>
                    <a:pt x="198" y="172"/>
                    <a:pt x="198" y="174"/>
                    <a:pt x="199" y="175"/>
                  </a:cubicBezTo>
                  <a:cubicBezTo>
                    <a:pt x="200" y="176"/>
                    <a:pt x="202" y="177"/>
                    <a:pt x="202" y="178"/>
                  </a:cubicBezTo>
                  <a:cubicBezTo>
                    <a:pt x="203" y="179"/>
                    <a:pt x="205" y="180"/>
                    <a:pt x="205" y="181"/>
                  </a:cubicBezTo>
                  <a:cubicBezTo>
                    <a:pt x="209" y="184"/>
                    <a:pt x="211" y="189"/>
                    <a:pt x="215" y="192"/>
                  </a:cubicBezTo>
                  <a:cubicBezTo>
                    <a:pt x="217" y="194"/>
                    <a:pt x="219" y="194"/>
                    <a:pt x="221" y="196"/>
                  </a:cubicBezTo>
                  <a:cubicBezTo>
                    <a:pt x="223" y="197"/>
                    <a:pt x="223" y="201"/>
                    <a:pt x="225" y="203"/>
                  </a:cubicBezTo>
                  <a:cubicBezTo>
                    <a:pt x="227" y="205"/>
                    <a:pt x="229" y="206"/>
                    <a:pt x="231" y="208"/>
                  </a:cubicBezTo>
                  <a:cubicBezTo>
                    <a:pt x="233" y="211"/>
                    <a:pt x="232" y="213"/>
                    <a:pt x="236" y="214"/>
                  </a:cubicBezTo>
                  <a:cubicBezTo>
                    <a:pt x="238" y="215"/>
                    <a:pt x="239" y="214"/>
                    <a:pt x="242" y="216"/>
                  </a:cubicBezTo>
                  <a:cubicBezTo>
                    <a:pt x="244" y="218"/>
                    <a:pt x="245" y="220"/>
                    <a:pt x="247" y="222"/>
                  </a:cubicBezTo>
                  <a:cubicBezTo>
                    <a:pt x="249" y="223"/>
                    <a:pt x="251" y="224"/>
                    <a:pt x="253" y="225"/>
                  </a:cubicBezTo>
                  <a:cubicBezTo>
                    <a:pt x="255" y="227"/>
                    <a:pt x="256" y="228"/>
                    <a:pt x="259" y="230"/>
                  </a:cubicBezTo>
                  <a:cubicBezTo>
                    <a:pt x="262" y="231"/>
                    <a:pt x="262" y="232"/>
                    <a:pt x="264" y="234"/>
                  </a:cubicBezTo>
                  <a:cubicBezTo>
                    <a:pt x="266" y="236"/>
                    <a:pt x="268" y="236"/>
                    <a:pt x="270" y="238"/>
                  </a:cubicBezTo>
                  <a:cubicBezTo>
                    <a:pt x="272" y="240"/>
                    <a:pt x="272" y="243"/>
                    <a:pt x="274" y="246"/>
                  </a:cubicBezTo>
                  <a:cubicBezTo>
                    <a:pt x="277" y="249"/>
                    <a:pt x="279" y="248"/>
                    <a:pt x="281" y="250"/>
                  </a:cubicBezTo>
                  <a:cubicBezTo>
                    <a:pt x="283" y="251"/>
                    <a:pt x="283" y="254"/>
                    <a:pt x="285" y="256"/>
                  </a:cubicBezTo>
                  <a:cubicBezTo>
                    <a:pt x="286" y="257"/>
                    <a:pt x="290" y="258"/>
                    <a:pt x="292" y="259"/>
                  </a:cubicBezTo>
                  <a:cubicBezTo>
                    <a:pt x="296" y="254"/>
                    <a:pt x="297" y="246"/>
                    <a:pt x="302" y="240"/>
                  </a:cubicBezTo>
                  <a:cubicBezTo>
                    <a:pt x="307" y="233"/>
                    <a:pt x="312" y="228"/>
                    <a:pt x="319" y="224"/>
                  </a:cubicBezTo>
                  <a:cubicBezTo>
                    <a:pt x="326" y="220"/>
                    <a:pt x="333" y="215"/>
                    <a:pt x="339" y="209"/>
                  </a:cubicBezTo>
                  <a:cubicBezTo>
                    <a:pt x="342" y="206"/>
                    <a:pt x="350" y="194"/>
                    <a:pt x="349" y="189"/>
                  </a:cubicBezTo>
                  <a:cubicBezTo>
                    <a:pt x="349" y="188"/>
                    <a:pt x="344" y="183"/>
                    <a:pt x="343" y="182"/>
                  </a:cubicBezTo>
                  <a:cubicBezTo>
                    <a:pt x="340" y="178"/>
                    <a:pt x="337" y="175"/>
                    <a:pt x="334" y="172"/>
                  </a:cubicBezTo>
                  <a:cubicBezTo>
                    <a:pt x="326" y="166"/>
                    <a:pt x="318" y="161"/>
                    <a:pt x="311" y="154"/>
                  </a:cubicBezTo>
                  <a:cubicBezTo>
                    <a:pt x="298" y="143"/>
                    <a:pt x="288" y="129"/>
                    <a:pt x="277" y="115"/>
                  </a:cubicBezTo>
                  <a:cubicBezTo>
                    <a:pt x="266" y="102"/>
                    <a:pt x="252" y="95"/>
                    <a:pt x="238" y="89"/>
                  </a:cubicBezTo>
                  <a:cubicBezTo>
                    <a:pt x="224" y="82"/>
                    <a:pt x="209" y="76"/>
                    <a:pt x="194" y="72"/>
                  </a:cubicBezTo>
                  <a:cubicBezTo>
                    <a:pt x="161" y="63"/>
                    <a:pt x="132" y="48"/>
                    <a:pt x="99" y="39"/>
                  </a:cubicBezTo>
                  <a:cubicBezTo>
                    <a:pt x="81" y="35"/>
                    <a:pt x="63" y="26"/>
                    <a:pt x="46" y="19"/>
                  </a:cubicBezTo>
                  <a:cubicBezTo>
                    <a:pt x="33" y="13"/>
                    <a:pt x="19" y="7"/>
                    <a:pt x="6" y="0"/>
                  </a:cubicBezTo>
                  <a:cubicBezTo>
                    <a:pt x="12" y="0"/>
                    <a:pt x="15" y="8"/>
                    <a:pt x="21" y="10"/>
                  </a:cubicBezTo>
                  <a:cubicBezTo>
                    <a:pt x="15" y="10"/>
                    <a:pt x="2" y="5"/>
                    <a:pt x="0" y="13"/>
                  </a:cubicBezTo>
                  <a:cubicBezTo>
                    <a:pt x="17" y="21"/>
                    <a:pt x="27" y="39"/>
                    <a:pt x="41" y="50"/>
                  </a:cubicBezTo>
                  <a:cubicBezTo>
                    <a:pt x="47" y="56"/>
                    <a:pt x="54" y="60"/>
                    <a:pt x="61" y="65"/>
                  </a:cubicBezTo>
                  <a:cubicBezTo>
                    <a:pt x="66" y="68"/>
                    <a:pt x="75" y="72"/>
                    <a:pt x="78" y="78"/>
                  </a:cubicBezTo>
                  <a:lnTo>
                    <a:pt x="84" y="88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66" name="Freeform 1329"/>
            <p:cNvSpPr>
              <a:spLocks/>
            </p:cNvSpPr>
            <p:nvPr/>
          </p:nvSpPr>
          <p:spPr bwMode="auto">
            <a:xfrm>
              <a:off x="4445" y="1895"/>
              <a:ext cx="1144" cy="969"/>
            </a:xfrm>
            <a:custGeom>
              <a:avLst/>
              <a:gdLst>
                <a:gd name="T0" fmla="*/ 1431 w 203"/>
                <a:gd name="T1" fmla="*/ 28247 h 172"/>
                <a:gd name="T2" fmla="*/ 2316 w 203"/>
                <a:gd name="T3" fmla="*/ 25740 h 172"/>
                <a:gd name="T4" fmla="*/ 12161 w 203"/>
                <a:gd name="T5" fmla="*/ 15741 h 172"/>
                <a:gd name="T6" fmla="*/ 22356 w 203"/>
                <a:gd name="T7" fmla="*/ 3397 h 172"/>
                <a:gd name="T8" fmla="*/ 23438 w 203"/>
                <a:gd name="T9" fmla="*/ 4124 h 172"/>
                <a:gd name="T10" fmla="*/ 27727 w 203"/>
                <a:gd name="T11" fmla="*/ 6980 h 172"/>
                <a:gd name="T12" fmla="*/ 29344 w 203"/>
                <a:gd name="T13" fmla="*/ 5713 h 172"/>
                <a:gd name="T14" fmla="*/ 30076 w 203"/>
                <a:gd name="T15" fmla="*/ 3746 h 172"/>
                <a:gd name="T16" fmla="*/ 30076 w 203"/>
                <a:gd name="T17" fmla="*/ 2507 h 172"/>
                <a:gd name="T18" fmla="*/ 31153 w 203"/>
                <a:gd name="T19" fmla="*/ 192 h 172"/>
                <a:gd name="T20" fmla="*/ 33632 w 203"/>
                <a:gd name="T21" fmla="*/ 1431 h 172"/>
                <a:gd name="T22" fmla="*/ 35982 w 203"/>
                <a:gd name="T23" fmla="*/ 3048 h 172"/>
                <a:gd name="T24" fmla="*/ 34900 w 203"/>
                <a:gd name="T25" fmla="*/ 7144 h 172"/>
                <a:gd name="T26" fmla="*/ 32584 w 203"/>
                <a:gd name="T27" fmla="*/ 10727 h 172"/>
                <a:gd name="T28" fmla="*/ 31153 w 203"/>
                <a:gd name="T29" fmla="*/ 13042 h 172"/>
                <a:gd name="T30" fmla="*/ 27028 w 203"/>
                <a:gd name="T31" fmla="*/ 18946 h 172"/>
                <a:gd name="T32" fmla="*/ 16101 w 203"/>
                <a:gd name="T33" fmla="*/ 24501 h 172"/>
                <a:gd name="T34" fmla="*/ 14861 w 203"/>
                <a:gd name="T35" fmla="*/ 26124 h 172"/>
                <a:gd name="T36" fmla="*/ 10386 w 203"/>
                <a:gd name="T37" fmla="*/ 29329 h 172"/>
                <a:gd name="T38" fmla="*/ 1431 w 203"/>
                <a:gd name="T39" fmla="*/ 28247 h 17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03" h="172">
                  <a:moveTo>
                    <a:pt x="8" y="158"/>
                  </a:moveTo>
                  <a:cubicBezTo>
                    <a:pt x="8" y="158"/>
                    <a:pt x="0" y="152"/>
                    <a:pt x="13" y="144"/>
                  </a:cubicBezTo>
                  <a:cubicBezTo>
                    <a:pt x="13" y="144"/>
                    <a:pt x="65" y="110"/>
                    <a:pt x="68" y="88"/>
                  </a:cubicBezTo>
                  <a:cubicBezTo>
                    <a:pt x="68" y="88"/>
                    <a:pt x="79" y="24"/>
                    <a:pt x="125" y="19"/>
                  </a:cubicBezTo>
                  <a:cubicBezTo>
                    <a:pt x="125" y="19"/>
                    <a:pt x="130" y="20"/>
                    <a:pt x="131" y="23"/>
                  </a:cubicBezTo>
                  <a:cubicBezTo>
                    <a:pt x="131" y="23"/>
                    <a:pt x="147" y="43"/>
                    <a:pt x="155" y="39"/>
                  </a:cubicBezTo>
                  <a:cubicBezTo>
                    <a:pt x="155" y="39"/>
                    <a:pt x="164" y="37"/>
                    <a:pt x="164" y="32"/>
                  </a:cubicBezTo>
                  <a:cubicBezTo>
                    <a:pt x="164" y="32"/>
                    <a:pt x="164" y="23"/>
                    <a:pt x="168" y="21"/>
                  </a:cubicBezTo>
                  <a:cubicBezTo>
                    <a:pt x="168" y="21"/>
                    <a:pt x="170" y="18"/>
                    <a:pt x="168" y="14"/>
                  </a:cubicBezTo>
                  <a:cubicBezTo>
                    <a:pt x="168" y="14"/>
                    <a:pt x="166" y="0"/>
                    <a:pt x="174" y="1"/>
                  </a:cubicBezTo>
                  <a:cubicBezTo>
                    <a:pt x="174" y="1"/>
                    <a:pt x="183" y="1"/>
                    <a:pt x="188" y="8"/>
                  </a:cubicBezTo>
                  <a:cubicBezTo>
                    <a:pt x="188" y="8"/>
                    <a:pt x="203" y="11"/>
                    <a:pt x="201" y="17"/>
                  </a:cubicBezTo>
                  <a:cubicBezTo>
                    <a:pt x="201" y="17"/>
                    <a:pt x="198" y="29"/>
                    <a:pt x="195" y="40"/>
                  </a:cubicBezTo>
                  <a:cubicBezTo>
                    <a:pt x="195" y="40"/>
                    <a:pt x="191" y="54"/>
                    <a:pt x="182" y="60"/>
                  </a:cubicBezTo>
                  <a:cubicBezTo>
                    <a:pt x="182" y="60"/>
                    <a:pt x="175" y="66"/>
                    <a:pt x="174" y="73"/>
                  </a:cubicBezTo>
                  <a:cubicBezTo>
                    <a:pt x="174" y="73"/>
                    <a:pt x="176" y="87"/>
                    <a:pt x="151" y="106"/>
                  </a:cubicBezTo>
                  <a:cubicBezTo>
                    <a:pt x="151" y="106"/>
                    <a:pt x="116" y="140"/>
                    <a:pt x="90" y="137"/>
                  </a:cubicBezTo>
                  <a:cubicBezTo>
                    <a:pt x="90" y="137"/>
                    <a:pt x="86" y="141"/>
                    <a:pt x="83" y="146"/>
                  </a:cubicBezTo>
                  <a:cubicBezTo>
                    <a:pt x="83" y="146"/>
                    <a:pt x="72" y="163"/>
                    <a:pt x="58" y="164"/>
                  </a:cubicBezTo>
                  <a:cubicBezTo>
                    <a:pt x="58" y="164"/>
                    <a:pt x="10" y="172"/>
                    <a:pt x="8" y="158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67" name="Freeform 1330"/>
            <p:cNvSpPr>
              <a:spLocks/>
            </p:cNvSpPr>
            <p:nvPr/>
          </p:nvSpPr>
          <p:spPr bwMode="auto">
            <a:xfrm>
              <a:off x="5398" y="1962"/>
              <a:ext cx="197" cy="203"/>
            </a:xfrm>
            <a:custGeom>
              <a:avLst/>
              <a:gdLst>
                <a:gd name="T0" fmla="*/ 3580 w 35"/>
                <a:gd name="T1" fmla="*/ 192 h 36"/>
                <a:gd name="T2" fmla="*/ 1964 w 35"/>
                <a:gd name="T3" fmla="*/ 1782 h 36"/>
                <a:gd name="T4" fmla="*/ 889 w 35"/>
                <a:gd name="T5" fmla="*/ 4675 h 36"/>
                <a:gd name="T6" fmla="*/ 1424 w 35"/>
                <a:gd name="T7" fmla="*/ 5723 h 36"/>
                <a:gd name="T8" fmla="*/ 4627 w 35"/>
                <a:gd name="T9" fmla="*/ 2701 h 36"/>
                <a:gd name="T10" fmla="*/ 3580 w 35"/>
                <a:gd name="T11" fmla="*/ 19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36">
                  <a:moveTo>
                    <a:pt x="20" y="1"/>
                  </a:moveTo>
                  <a:cubicBezTo>
                    <a:pt x="20" y="1"/>
                    <a:pt x="13" y="1"/>
                    <a:pt x="11" y="10"/>
                  </a:cubicBezTo>
                  <a:cubicBezTo>
                    <a:pt x="11" y="10"/>
                    <a:pt x="10" y="19"/>
                    <a:pt x="5" y="26"/>
                  </a:cubicBezTo>
                  <a:cubicBezTo>
                    <a:pt x="5" y="26"/>
                    <a:pt x="0" y="36"/>
                    <a:pt x="8" y="32"/>
                  </a:cubicBezTo>
                  <a:cubicBezTo>
                    <a:pt x="8" y="32"/>
                    <a:pt x="23" y="27"/>
                    <a:pt x="26" y="15"/>
                  </a:cubicBezTo>
                  <a:cubicBezTo>
                    <a:pt x="26" y="15"/>
                    <a:pt x="35" y="0"/>
                    <a:pt x="20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68" name="Freeform 1331"/>
            <p:cNvSpPr>
              <a:spLocks/>
            </p:cNvSpPr>
            <p:nvPr/>
          </p:nvSpPr>
          <p:spPr bwMode="auto">
            <a:xfrm>
              <a:off x="4958" y="2233"/>
              <a:ext cx="474" cy="417"/>
            </a:xfrm>
            <a:custGeom>
              <a:avLst/>
              <a:gdLst>
                <a:gd name="T0" fmla="*/ 14745 w 84"/>
                <a:gd name="T1" fmla="*/ 1431 h 74"/>
                <a:gd name="T2" fmla="*/ 11145 w 84"/>
                <a:gd name="T3" fmla="*/ 7878 h 74"/>
                <a:gd name="T4" fmla="*/ 3250 w 84"/>
                <a:gd name="T5" fmla="*/ 12702 h 74"/>
                <a:gd name="T6" fmla="*/ 734 w 84"/>
                <a:gd name="T7" fmla="*/ 11811 h 74"/>
                <a:gd name="T8" fmla="*/ 2867 w 84"/>
                <a:gd name="T9" fmla="*/ 8571 h 74"/>
                <a:gd name="T10" fmla="*/ 10795 w 84"/>
                <a:gd name="T11" fmla="*/ 1431 h 74"/>
                <a:gd name="T12" fmla="*/ 14203 w 84"/>
                <a:gd name="T13" fmla="*/ 349 h 74"/>
                <a:gd name="T14" fmla="*/ 14745 w 84"/>
                <a:gd name="T15" fmla="*/ 1431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74">
                  <a:moveTo>
                    <a:pt x="82" y="8"/>
                  </a:moveTo>
                  <a:cubicBezTo>
                    <a:pt x="82" y="8"/>
                    <a:pt x="79" y="31"/>
                    <a:pt x="62" y="44"/>
                  </a:cubicBezTo>
                  <a:cubicBezTo>
                    <a:pt x="62" y="44"/>
                    <a:pt x="32" y="71"/>
                    <a:pt x="18" y="71"/>
                  </a:cubicBezTo>
                  <a:cubicBezTo>
                    <a:pt x="18" y="71"/>
                    <a:pt x="0" y="74"/>
                    <a:pt x="4" y="66"/>
                  </a:cubicBezTo>
                  <a:cubicBezTo>
                    <a:pt x="4" y="66"/>
                    <a:pt x="4" y="53"/>
                    <a:pt x="16" y="48"/>
                  </a:cubicBezTo>
                  <a:cubicBezTo>
                    <a:pt x="16" y="48"/>
                    <a:pt x="46" y="26"/>
                    <a:pt x="60" y="8"/>
                  </a:cubicBezTo>
                  <a:cubicBezTo>
                    <a:pt x="60" y="8"/>
                    <a:pt x="71" y="0"/>
                    <a:pt x="79" y="2"/>
                  </a:cubicBezTo>
                  <a:cubicBezTo>
                    <a:pt x="79" y="2"/>
                    <a:pt x="84" y="3"/>
                    <a:pt x="82" y="8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69" name="Freeform 1332"/>
            <p:cNvSpPr>
              <a:spLocks/>
            </p:cNvSpPr>
            <p:nvPr/>
          </p:nvSpPr>
          <p:spPr bwMode="auto">
            <a:xfrm>
              <a:off x="3549" y="1106"/>
              <a:ext cx="1387" cy="1290"/>
            </a:xfrm>
            <a:custGeom>
              <a:avLst/>
              <a:gdLst>
                <a:gd name="T0" fmla="*/ 14688 w 246"/>
                <a:gd name="T1" fmla="*/ 17170 h 229"/>
                <a:gd name="T2" fmla="*/ 18820 w 246"/>
                <a:gd name="T3" fmla="*/ 16280 h 229"/>
                <a:gd name="T4" fmla="*/ 21521 w 246"/>
                <a:gd name="T5" fmla="*/ 16438 h 229"/>
                <a:gd name="T6" fmla="*/ 21521 w 246"/>
                <a:gd name="T7" fmla="*/ 18404 h 229"/>
                <a:gd name="T8" fmla="*/ 23303 w 246"/>
                <a:gd name="T9" fmla="*/ 19834 h 229"/>
                <a:gd name="T10" fmla="*/ 24543 w 246"/>
                <a:gd name="T11" fmla="*/ 21451 h 229"/>
                <a:gd name="T12" fmla="*/ 26161 w 246"/>
                <a:gd name="T13" fmla="*/ 22882 h 229"/>
                <a:gd name="T14" fmla="*/ 27785 w 246"/>
                <a:gd name="T15" fmla="*/ 24116 h 229"/>
                <a:gd name="T16" fmla="*/ 28326 w 246"/>
                <a:gd name="T17" fmla="*/ 29129 h 229"/>
                <a:gd name="T18" fmla="*/ 29567 w 246"/>
                <a:gd name="T19" fmla="*/ 30019 h 229"/>
                <a:gd name="T20" fmla="*/ 31377 w 246"/>
                <a:gd name="T21" fmla="*/ 32177 h 229"/>
                <a:gd name="T22" fmla="*/ 32267 w 246"/>
                <a:gd name="T23" fmla="*/ 31828 h 229"/>
                <a:gd name="T24" fmla="*/ 34049 w 246"/>
                <a:gd name="T25" fmla="*/ 31828 h 229"/>
                <a:gd name="T26" fmla="*/ 35667 w 246"/>
                <a:gd name="T27" fmla="*/ 35224 h 229"/>
                <a:gd name="T28" fmla="*/ 37099 w 246"/>
                <a:gd name="T29" fmla="*/ 36650 h 229"/>
                <a:gd name="T30" fmla="*/ 41774 w 246"/>
                <a:gd name="T31" fmla="*/ 39320 h 229"/>
                <a:gd name="T32" fmla="*/ 43899 w 246"/>
                <a:gd name="T33" fmla="*/ 34492 h 229"/>
                <a:gd name="T34" fmla="*/ 41041 w 246"/>
                <a:gd name="T35" fmla="*/ 36300 h 229"/>
                <a:gd name="T36" fmla="*/ 40691 w 246"/>
                <a:gd name="T37" fmla="*/ 34841 h 229"/>
                <a:gd name="T38" fmla="*/ 39067 w 246"/>
                <a:gd name="T39" fmla="*/ 34492 h 229"/>
                <a:gd name="T40" fmla="*/ 39417 w 246"/>
                <a:gd name="T41" fmla="*/ 32526 h 229"/>
                <a:gd name="T42" fmla="*/ 40499 w 246"/>
                <a:gd name="T43" fmla="*/ 30211 h 229"/>
                <a:gd name="T44" fmla="*/ 39417 w 246"/>
                <a:gd name="T45" fmla="*/ 29862 h 229"/>
                <a:gd name="T46" fmla="*/ 40691 w 246"/>
                <a:gd name="T47" fmla="*/ 26465 h 229"/>
                <a:gd name="T48" fmla="*/ 40150 w 246"/>
                <a:gd name="T49" fmla="*/ 24307 h 229"/>
                <a:gd name="T50" fmla="*/ 38368 w 246"/>
                <a:gd name="T51" fmla="*/ 21451 h 229"/>
                <a:gd name="T52" fmla="*/ 36017 w 246"/>
                <a:gd name="T53" fmla="*/ 18753 h 229"/>
                <a:gd name="T54" fmla="*/ 31918 w 246"/>
                <a:gd name="T55" fmla="*/ 15198 h 229"/>
                <a:gd name="T56" fmla="*/ 31918 w 246"/>
                <a:gd name="T57" fmla="*/ 14122 h 229"/>
                <a:gd name="T58" fmla="*/ 32617 w 246"/>
                <a:gd name="T59" fmla="*/ 11807 h 229"/>
                <a:gd name="T60" fmla="*/ 29026 w 246"/>
                <a:gd name="T61" fmla="*/ 9993 h 229"/>
                <a:gd name="T62" fmla="*/ 20602 w 246"/>
                <a:gd name="T63" fmla="*/ 6980 h 229"/>
                <a:gd name="T64" fmla="*/ 3749 w 246"/>
                <a:gd name="T65" fmla="*/ 1082 h 229"/>
                <a:gd name="T66" fmla="*/ 4674 w 246"/>
                <a:gd name="T67" fmla="*/ 5014 h 229"/>
                <a:gd name="T68" fmla="*/ 5914 w 246"/>
                <a:gd name="T69" fmla="*/ 6794 h 229"/>
                <a:gd name="T70" fmla="*/ 8773 w 246"/>
                <a:gd name="T71" fmla="*/ 11458 h 229"/>
                <a:gd name="T72" fmla="*/ 12906 w 246"/>
                <a:gd name="T73" fmla="*/ 14314 h 22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46" h="229">
                  <a:moveTo>
                    <a:pt x="82" y="91"/>
                  </a:moveTo>
                  <a:cubicBezTo>
                    <a:pt x="78" y="93"/>
                    <a:pt x="78" y="95"/>
                    <a:pt x="82" y="96"/>
                  </a:cubicBezTo>
                  <a:cubicBezTo>
                    <a:pt x="84" y="96"/>
                    <a:pt x="87" y="94"/>
                    <a:pt x="90" y="94"/>
                  </a:cubicBezTo>
                  <a:cubicBezTo>
                    <a:pt x="95" y="92"/>
                    <a:pt x="100" y="93"/>
                    <a:pt x="105" y="91"/>
                  </a:cubicBezTo>
                  <a:cubicBezTo>
                    <a:pt x="102" y="95"/>
                    <a:pt x="95" y="99"/>
                    <a:pt x="92" y="105"/>
                  </a:cubicBezTo>
                  <a:cubicBezTo>
                    <a:pt x="99" y="108"/>
                    <a:pt x="112" y="95"/>
                    <a:pt x="120" y="92"/>
                  </a:cubicBezTo>
                  <a:cubicBezTo>
                    <a:pt x="118" y="97"/>
                    <a:pt x="100" y="107"/>
                    <a:pt x="103" y="113"/>
                  </a:cubicBezTo>
                  <a:cubicBezTo>
                    <a:pt x="106" y="120"/>
                    <a:pt x="117" y="104"/>
                    <a:pt x="120" y="103"/>
                  </a:cubicBezTo>
                  <a:cubicBezTo>
                    <a:pt x="127" y="102"/>
                    <a:pt x="111" y="118"/>
                    <a:pt x="113" y="122"/>
                  </a:cubicBezTo>
                  <a:cubicBezTo>
                    <a:pt x="116" y="127"/>
                    <a:pt x="127" y="113"/>
                    <a:pt x="130" y="111"/>
                  </a:cubicBezTo>
                  <a:cubicBezTo>
                    <a:pt x="131" y="116"/>
                    <a:pt x="122" y="129"/>
                    <a:pt x="125" y="132"/>
                  </a:cubicBezTo>
                  <a:cubicBezTo>
                    <a:pt x="128" y="136"/>
                    <a:pt x="135" y="122"/>
                    <a:pt x="137" y="120"/>
                  </a:cubicBezTo>
                  <a:cubicBezTo>
                    <a:pt x="138" y="125"/>
                    <a:pt x="130" y="135"/>
                    <a:pt x="133" y="140"/>
                  </a:cubicBezTo>
                  <a:cubicBezTo>
                    <a:pt x="137" y="146"/>
                    <a:pt x="142" y="130"/>
                    <a:pt x="146" y="128"/>
                  </a:cubicBezTo>
                  <a:cubicBezTo>
                    <a:pt x="148" y="133"/>
                    <a:pt x="142" y="146"/>
                    <a:pt x="143" y="148"/>
                  </a:cubicBezTo>
                  <a:cubicBezTo>
                    <a:pt x="147" y="152"/>
                    <a:pt x="153" y="137"/>
                    <a:pt x="155" y="135"/>
                  </a:cubicBezTo>
                  <a:cubicBezTo>
                    <a:pt x="158" y="141"/>
                    <a:pt x="152" y="146"/>
                    <a:pt x="153" y="152"/>
                  </a:cubicBezTo>
                  <a:cubicBezTo>
                    <a:pt x="157" y="153"/>
                    <a:pt x="153" y="162"/>
                    <a:pt x="158" y="163"/>
                  </a:cubicBezTo>
                  <a:cubicBezTo>
                    <a:pt x="161" y="163"/>
                    <a:pt x="163" y="152"/>
                    <a:pt x="166" y="150"/>
                  </a:cubicBezTo>
                  <a:cubicBezTo>
                    <a:pt x="168" y="155"/>
                    <a:pt x="165" y="162"/>
                    <a:pt x="165" y="168"/>
                  </a:cubicBezTo>
                  <a:cubicBezTo>
                    <a:pt x="167" y="180"/>
                    <a:pt x="170" y="169"/>
                    <a:pt x="172" y="164"/>
                  </a:cubicBezTo>
                  <a:cubicBezTo>
                    <a:pt x="172" y="169"/>
                    <a:pt x="170" y="178"/>
                    <a:pt x="175" y="180"/>
                  </a:cubicBezTo>
                  <a:cubicBezTo>
                    <a:pt x="177" y="175"/>
                    <a:pt x="177" y="170"/>
                    <a:pt x="179" y="166"/>
                  </a:cubicBezTo>
                  <a:cubicBezTo>
                    <a:pt x="182" y="167"/>
                    <a:pt x="179" y="174"/>
                    <a:pt x="180" y="178"/>
                  </a:cubicBezTo>
                  <a:cubicBezTo>
                    <a:pt x="181" y="181"/>
                    <a:pt x="183" y="188"/>
                    <a:pt x="186" y="188"/>
                  </a:cubicBezTo>
                  <a:cubicBezTo>
                    <a:pt x="188" y="185"/>
                    <a:pt x="187" y="179"/>
                    <a:pt x="190" y="178"/>
                  </a:cubicBezTo>
                  <a:cubicBezTo>
                    <a:pt x="191" y="181"/>
                    <a:pt x="191" y="185"/>
                    <a:pt x="192" y="189"/>
                  </a:cubicBezTo>
                  <a:cubicBezTo>
                    <a:pt x="193" y="193"/>
                    <a:pt x="196" y="195"/>
                    <a:pt x="199" y="197"/>
                  </a:cubicBezTo>
                  <a:cubicBezTo>
                    <a:pt x="200" y="198"/>
                    <a:pt x="201" y="197"/>
                    <a:pt x="203" y="199"/>
                  </a:cubicBezTo>
                  <a:cubicBezTo>
                    <a:pt x="204" y="200"/>
                    <a:pt x="205" y="203"/>
                    <a:pt x="207" y="205"/>
                  </a:cubicBezTo>
                  <a:cubicBezTo>
                    <a:pt x="209" y="207"/>
                    <a:pt x="212" y="210"/>
                    <a:pt x="215" y="214"/>
                  </a:cubicBezTo>
                  <a:cubicBezTo>
                    <a:pt x="220" y="219"/>
                    <a:pt x="228" y="229"/>
                    <a:pt x="233" y="220"/>
                  </a:cubicBezTo>
                  <a:cubicBezTo>
                    <a:pt x="235" y="215"/>
                    <a:pt x="236" y="209"/>
                    <a:pt x="239" y="205"/>
                  </a:cubicBezTo>
                  <a:cubicBezTo>
                    <a:pt x="242" y="201"/>
                    <a:pt x="246" y="199"/>
                    <a:pt x="245" y="193"/>
                  </a:cubicBezTo>
                  <a:cubicBezTo>
                    <a:pt x="241" y="193"/>
                    <a:pt x="238" y="199"/>
                    <a:pt x="235" y="201"/>
                  </a:cubicBezTo>
                  <a:cubicBezTo>
                    <a:pt x="233" y="202"/>
                    <a:pt x="231" y="201"/>
                    <a:pt x="229" y="203"/>
                  </a:cubicBezTo>
                  <a:cubicBezTo>
                    <a:pt x="227" y="204"/>
                    <a:pt x="226" y="206"/>
                    <a:pt x="224" y="207"/>
                  </a:cubicBezTo>
                  <a:cubicBezTo>
                    <a:pt x="222" y="201"/>
                    <a:pt x="228" y="200"/>
                    <a:pt x="227" y="195"/>
                  </a:cubicBezTo>
                  <a:cubicBezTo>
                    <a:pt x="223" y="194"/>
                    <a:pt x="221" y="200"/>
                    <a:pt x="217" y="200"/>
                  </a:cubicBezTo>
                  <a:cubicBezTo>
                    <a:pt x="217" y="198"/>
                    <a:pt x="219" y="196"/>
                    <a:pt x="218" y="193"/>
                  </a:cubicBezTo>
                  <a:cubicBezTo>
                    <a:pt x="214" y="195"/>
                    <a:pt x="212" y="190"/>
                    <a:pt x="215" y="186"/>
                  </a:cubicBezTo>
                  <a:cubicBezTo>
                    <a:pt x="216" y="184"/>
                    <a:pt x="218" y="184"/>
                    <a:pt x="220" y="182"/>
                  </a:cubicBezTo>
                  <a:cubicBezTo>
                    <a:pt x="221" y="180"/>
                    <a:pt x="221" y="179"/>
                    <a:pt x="222" y="177"/>
                  </a:cubicBezTo>
                  <a:cubicBezTo>
                    <a:pt x="224" y="175"/>
                    <a:pt x="231" y="169"/>
                    <a:pt x="226" y="169"/>
                  </a:cubicBezTo>
                  <a:cubicBezTo>
                    <a:pt x="221" y="168"/>
                    <a:pt x="218" y="175"/>
                    <a:pt x="214" y="175"/>
                  </a:cubicBezTo>
                  <a:cubicBezTo>
                    <a:pt x="214" y="171"/>
                    <a:pt x="218" y="170"/>
                    <a:pt x="220" y="167"/>
                  </a:cubicBezTo>
                  <a:cubicBezTo>
                    <a:pt x="221" y="164"/>
                    <a:pt x="222" y="161"/>
                    <a:pt x="224" y="158"/>
                  </a:cubicBezTo>
                  <a:cubicBezTo>
                    <a:pt x="226" y="153"/>
                    <a:pt x="226" y="153"/>
                    <a:pt x="227" y="148"/>
                  </a:cubicBezTo>
                  <a:cubicBezTo>
                    <a:pt x="227" y="147"/>
                    <a:pt x="228" y="141"/>
                    <a:pt x="228" y="140"/>
                  </a:cubicBezTo>
                  <a:cubicBezTo>
                    <a:pt x="227" y="137"/>
                    <a:pt x="225" y="138"/>
                    <a:pt x="224" y="136"/>
                  </a:cubicBezTo>
                  <a:cubicBezTo>
                    <a:pt x="221" y="133"/>
                    <a:pt x="222" y="130"/>
                    <a:pt x="220" y="127"/>
                  </a:cubicBezTo>
                  <a:cubicBezTo>
                    <a:pt x="218" y="124"/>
                    <a:pt x="216" y="124"/>
                    <a:pt x="214" y="120"/>
                  </a:cubicBezTo>
                  <a:cubicBezTo>
                    <a:pt x="213" y="116"/>
                    <a:pt x="213" y="113"/>
                    <a:pt x="210" y="110"/>
                  </a:cubicBezTo>
                  <a:cubicBezTo>
                    <a:pt x="208" y="107"/>
                    <a:pt x="204" y="107"/>
                    <a:pt x="201" y="105"/>
                  </a:cubicBezTo>
                  <a:cubicBezTo>
                    <a:pt x="199" y="102"/>
                    <a:pt x="198" y="99"/>
                    <a:pt x="194" y="97"/>
                  </a:cubicBezTo>
                  <a:cubicBezTo>
                    <a:pt x="188" y="94"/>
                    <a:pt x="181" y="93"/>
                    <a:pt x="178" y="85"/>
                  </a:cubicBezTo>
                  <a:cubicBezTo>
                    <a:pt x="181" y="84"/>
                    <a:pt x="183" y="85"/>
                    <a:pt x="186" y="85"/>
                  </a:cubicBezTo>
                  <a:cubicBezTo>
                    <a:pt x="182" y="84"/>
                    <a:pt x="181" y="80"/>
                    <a:pt x="178" y="79"/>
                  </a:cubicBezTo>
                  <a:cubicBezTo>
                    <a:pt x="181" y="77"/>
                    <a:pt x="186" y="78"/>
                    <a:pt x="188" y="76"/>
                  </a:cubicBezTo>
                  <a:cubicBezTo>
                    <a:pt x="190" y="71"/>
                    <a:pt x="185" y="67"/>
                    <a:pt x="182" y="66"/>
                  </a:cubicBezTo>
                  <a:cubicBezTo>
                    <a:pt x="178" y="65"/>
                    <a:pt x="176" y="65"/>
                    <a:pt x="173" y="63"/>
                  </a:cubicBezTo>
                  <a:cubicBezTo>
                    <a:pt x="169" y="61"/>
                    <a:pt x="166" y="58"/>
                    <a:pt x="162" y="56"/>
                  </a:cubicBezTo>
                  <a:cubicBezTo>
                    <a:pt x="155" y="52"/>
                    <a:pt x="146" y="50"/>
                    <a:pt x="138" y="46"/>
                  </a:cubicBezTo>
                  <a:cubicBezTo>
                    <a:pt x="131" y="43"/>
                    <a:pt x="123" y="41"/>
                    <a:pt x="115" y="39"/>
                  </a:cubicBezTo>
                  <a:cubicBezTo>
                    <a:pt x="101" y="35"/>
                    <a:pt x="87" y="27"/>
                    <a:pt x="72" y="23"/>
                  </a:cubicBezTo>
                  <a:cubicBezTo>
                    <a:pt x="55" y="18"/>
                    <a:pt x="38" y="12"/>
                    <a:pt x="21" y="6"/>
                  </a:cubicBezTo>
                  <a:cubicBezTo>
                    <a:pt x="16" y="4"/>
                    <a:pt x="8" y="0"/>
                    <a:pt x="3" y="2"/>
                  </a:cubicBezTo>
                  <a:cubicBezTo>
                    <a:pt x="0" y="14"/>
                    <a:pt x="21" y="20"/>
                    <a:pt x="26" y="28"/>
                  </a:cubicBezTo>
                  <a:cubicBezTo>
                    <a:pt x="26" y="29"/>
                    <a:pt x="26" y="32"/>
                    <a:pt x="27" y="33"/>
                  </a:cubicBezTo>
                  <a:cubicBezTo>
                    <a:pt x="28" y="36"/>
                    <a:pt x="31" y="36"/>
                    <a:pt x="33" y="38"/>
                  </a:cubicBezTo>
                  <a:cubicBezTo>
                    <a:pt x="36" y="43"/>
                    <a:pt x="35" y="50"/>
                    <a:pt x="38" y="55"/>
                  </a:cubicBezTo>
                  <a:cubicBezTo>
                    <a:pt x="41" y="60"/>
                    <a:pt x="45" y="60"/>
                    <a:pt x="49" y="64"/>
                  </a:cubicBezTo>
                  <a:cubicBezTo>
                    <a:pt x="53" y="68"/>
                    <a:pt x="53" y="73"/>
                    <a:pt x="58" y="76"/>
                  </a:cubicBezTo>
                  <a:cubicBezTo>
                    <a:pt x="62" y="78"/>
                    <a:pt x="68" y="77"/>
                    <a:pt x="72" y="80"/>
                  </a:cubicBezTo>
                  <a:cubicBezTo>
                    <a:pt x="75" y="83"/>
                    <a:pt x="79" y="88"/>
                    <a:pt x="82" y="91"/>
                  </a:cubicBezTo>
                </a:path>
              </a:pathLst>
            </a:custGeom>
            <a:solidFill>
              <a:srgbClr val="DBD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70" name="Freeform 1333"/>
            <p:cNvSpPr>
              <a:spLocks/>
            </p:cNvSpPr>
            <p:nvPr/>
          </p:nvSpPr>
          <p:spPr bwMode="auto">
            <a:xfrm>
              <a:off x="4158" y="1551"/>
              <a:ext cx="225" cy="259"/>
            </a:xfrm>
            <a:custGeom>
              <a:avLst/>
              <a:gdLst>
                <a:gd name="T0" fmla="*/ 1232 w 40"/>
                <a:gd name="T1" fmla="*/ 1075 h 46"/>
                <a:gd name="T2" fmla="*/ 0 w 40"/>
                <a:gd name="T3" fmla="*/ 1965 h 46"/>
                <a:gd name="T4" fmla="*/ 2312 w 40"/>
                <a:gd name="T5" fmla="*/ 1616 h 46"/>
                <a:gd name="T6" fmla="*/ 1963 w 40"/>
                <a:gd name="T7" fmla="*/ 3739 h 46"/>
                <a:gd name="T8" fmla="*/ 3195 w 40"/>
                <a:gd name="T9" fmla="*/ 3581 h 46"/>
                <a:gd name="T10" fmla="*/ 2661 w 40"/>
                <a:gd name="T11" fmla="*/ 5546 h 46"/>
                <a:gd name="T12" fmla="*/ 4084 w 40"/>
                <a:gd name="T13" fmla="*/ 4121 h 46"/>
                <a:gd name="T14" fmla="*/ 3926 w 40"/>
                <a:gd name="T15" fmla="*/ 5360 h 46"/>
                <a:gd name="T16" fmla="*/ 4618 w 40"/>
                <a:gd name="T17" fmla="*/ 5360 h 46"/>
                <a:gd name="T18" fmla="*/ 4461 w 40"/>
                <a:gd name="T19" fmla="*/ 6976 h 46"/>
                <a:gd name="T20" fmla="*/ 5507 w 40"/>
                <a:gd name="T21" fmla="*/ 6976 h 46"/>
                <a:gd name="T22" fmla="*/ 6424 w 40"/>
                <a:gd name="T23" fmla="*/ 8209 h 46"/>
                <a:gd name="T24" fmla="*/ 7121 w 40"/>
                <a:gd name="T25" fmla="*/ 5169 h 46"/>
                <a:gd name="T26" fmla="*/ 5507 w 40"/>
                <a:gd name="T27" fmla="*/ 5704 h 46"/>
                <a:gd name="T28" fmla="*/ 5349 w 40"/>
                <a:gd name="T29" fmla="*/ 4820 h 46"/>
                <a:gd name="T30" fmla="*/ 5001 w 40"/>
                <a:gd name="T31" fmla="*/ 4471 h 46"/>
                <a:gd name="T32" fmla="*/ 5001 w 40"/>
                <a:gd name="T33" fmla="*/ 3581 h 46"/>
                <a:gd name="T34" fmla="*/ 5158 w 40"/>
                <a:gd name="T35" fmla="*/ 1965 h 46"/>
                <a:gd name="T36" fmla="*/ 3195 w 40"/>
                <a:gd name="T37" fmla="*/ 2663 h 46"/>
                <a:gd name="T38" fmla="*/ 3926 w 40"/>
                <a:gd name="T39" fmla="*/ 1616 h 46"/>
                <a:gd name="T40" fmla="*/ 3386 w 40"/>
                <a:gd name="T41" fmla="*/ 1239 h 46"/>
                <a:gd name="T42" fmla="*/ 3735 w 40"/>
                <a:gd name="T43" fmla="*/ 349 h 46"/>
                <a:gd name="T44" fmla="*/ 1772 w 40"/>
                <a:gd name="T45" fmla="*/ 541 h 46"/>
                <a:gd name="T46" fmla="*/ 1232 w 40"/>
                <a:gd name="T47" fmla="*/ 1075 h 4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0" h="46">
                  <a:moveTo>
                    <a:pt x="7" y="6"/>
                  </a:moveTo>
                  <a:cubicBezTo>
                    <a:pt x="4" y="6"/>
                    <a:pt x="2" y="9"/>
                    <a:pt x="0" y="11"/>
                  </a:cubicBezTo>
                  <a:cubicBezTo>
                    <a:pt x="4" y="15"/>
                    <a:pt x="9" y="7"/>
                    <a:pt x="13" y="9"/>
                  </a:cubicBezTo>
                  <a:cubicBezTo>
                    <a:pt x="19" y="12"/>
                    <a:pt x="12" y="17"/>
                    <a:pt x="11" y="21"/>
                  </a:cubicBezTo>
                  <a:cubicBezTo>
                    <a:pt x="13" y="23"/>
                    <a:pt x="15" y="20"/>
                    <a:pt x="18" y="20"/>
                  </a:cubicBezTo>
                  <a:cubicBezTo>
                    <a:pt x="20" y="23"/>
                    <a:pt x="16" y="27"/>
                    <a:pt x="15" y="31"/>
                  </a:cubicBezTo>
                  <a:cubicBezTo>
                    <a:pt x="19" y="30"/>
                    <a:pt x="20" y="24"/>
                    <a:pt x="23" y="23"/>
                  </a:cubicBezTo>
                  <a:cubicBezTo>
                    <a:pt x="24" y="25"/>
                    <a:pt x="23" y="27"/>
                    <a:pt x="22" y="30"/>
                  </a:cubicBezTo>
                  <a:cubicBezTo>
                    <a:pt x="24" y="30"/>
                    <a:pt x="24" y="31"/>
                    <a:pt x="26" y="30"/>
                  </a:cubicBezTo>
                  <a:cubicBezTo>
                    <a:pt x="27" y="34"/>
                    <a:pt x="24" y="36"/>
                    <a:pt x="25" y="39"/>
                  </a:cubicBezTo>
                  <a:cubicBezTo>
                    <a:pt x="26" y="39"/>
                    <a:pt x="32" y="30"/>
                    <a:pt x="31" y="39"/>
                  </a:cubicBezTo>
                  <a:cubicBezTo>
                    <a:pt x="35" y="39"/>
                    <a:pt x="33" y="45"/>
                    <a:pt x="36" y="46"/>
                  </a:cubicBezTo>
                  <a:cubicBezTo>
                    <a:pt x="38" y="42"/>
                    <a:pt x="40" y="34"/>
                    <a:pt x="40" y="29"/>
                  </a:cubicBezTo>
                  <a:cubicBezTo>
                    <a:pt x="35" y="29"/>
                    <a:pt x="34" y="37"/>
                    <a:pt x="31" y="32"/>
                  </a:cubicBezTo>
                  <a:cubicBezTo>
                    <a:pt x="31" y="32"/>
                    <a:pt x="30" y="27"/>
                    <a:pt x="30" y="27"/>
                  </a:cubicBezTo>
                  <a:cubicBezTo>
                    <a:pt x="30" y="26"/>
                    <a:pt x="28" y="26"/>
                    <a:pt x="28" y="25"/>
                  </a:cubicBezTo>
                  <a:cubicBezTo>
                    <a:pt x="27" y="23"/>
                    <a:pt x="28" y="22"/>
                    <a:pt x="28" y="20"/>
                  </a:cubicBezTo>
                  <a:cubicBezTo>
                    <a:pt x="29" y="17"/>
                    <a:pt x="33" y="12"/>
                    <a:pt x="29" y="11"/>
                  </a:cubicBezTo>
                  <a:cubicBezTo>
                    <a:pt x="25" y="9"/>
                    <a:pt x="23" y="17"/>
                    <a:pt x="18" y="15"/>
                  </a:cubicBezTo>
                  <a:cubicBezTo>
                    <a:pt x="19" y="12"/>
                    <a:pt x="20" y="10"/>
                    <a:pt x="22" y="9"/>
                  </a:cubicBezTo>
                  <a:cubicBezTo>
                    <a:pt x="21" y="8"/>
                    <a:pt x="20" y="7"/>
                    <a:pt x="19" y="7"/>
                  </a:cubicBezTo>
                  <a:cubicBezTo>
                    <a:pt x="19" y="5"/>
                    <a:pt x="20" y="3"/>
                    <a:pt x="21" y="2"/>
                  </a:cubicBezTo>
                  <a:cubicBezTo>
                    <a:pt x="19" y="0"/>
                    <a:pt x="13" y="1"/>
                    <a:pt x="10" y="3"/>
                  </a:cubicBezTo>
                  <a:lnTo>
                    <a:pt x="7" y="6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71" name="Freeform 1334"/>
            <p:cNvSpPr>
              <a:spLocks/>
            </p:cNvSpPr>
            <p:nvPr/>
          </p:nvSpPr>
          <p:spPr bwMode="auto">
            <a:xfrm>
              <a:off x="4389" y="1714"/>
              <a:ext cx="282" cy="412"/>
            </a:xfrm>
            <a:custGeom>
              <a:avLst/>
              <a:gdLst>
                <a:gd name="T0" fmla="*/ 3051 w 50"/>
                <a:gd name="T1" fmla="*/ 350 h 73"/>
                <a:gd name="T2" fmla="*/ 0 w 50"/>
                <a:gd name="T3" fmla="*/ 4492 h 73"/>
                <a:gd name="T4" fmla="*/ 1083 w 50"/>
                <a:gd name="T5" fmla="*/ 3409 h 73"/>
                <a:gd name="T6" fmla="*/ 1974 w 50"/>
                <a:gd name="T7" fmla="*/ 2867 h 73"/>
                <a:gd name="T8" fmla="*/ 2515 w 50"/>
                <a:gd name="T9" fmla="*/ 2167 h 73"/>
                <a:gd name="T10" fmla="*/ 2324 w 50"/>
                <a:gd name="T11" fmla="*/ 4492 h 73"/>
                <a:gd name="T12" fmla="*/ 3243 w 50"/>
                <a:gd name="T13" fmla="*/ 3793 h 73"/>
                <a:gd name="T14" fmla="*/ 2702 w 50"/>
                <a:gd name="T15" fmla="*/ 6660 h 73"/>
                <a:gd name="T16" fmla="*/ 4484 w 50"/>
                <a:gd name="T17" fmla="*/ 4143 h 73"/>
                <a:gd name="T18" fmla="*/ 3756 w 50"/>
                <a:gd name="T19" fmla="*/ 7738 h 73"/>
                <a:gd name="T20" fmla="*/ 4484 w 50"/>
                <a:gd name="T21" fmla="*/ 6468 h 73"/>
                <a:gd name="T22" fmla="*/ 4484 w 50"/>
                <a:gd name="T23" fmla="*/ 8093 h 73"/>
                <a:gd name="T24" fmla="*/ 5567 w 50"/>
                <a:gd name="T25" fmla="*/ 7360 h 73"/>
                <a:gd name="T26" fmla="*/ 5725 w 50"/>
                <a:gd name="T27" fmla="*/ 8821 h 73"/>
                <a:gd name="T28" fmla="*/ 6807 w 50"/>
                <a:gd name="T29" fmla="*/ 7010 h 73"/>
                <a:gd name="T30" fmla="*/ 6650 w 50"/>
                <a:gd name="T31" fmla="*/ 9171 h 73"/>
                <a:gd name="T32" fmla="*/ 6807 w 50"/>
                <a:gd name="T33" fmla="*/ 10955 h 73"/>
                <a:gd name="T34" fmla="*/ 7732 w 50"/>
                <a:gd name="T35" fmla="*/ 10063 h 73"/>
                <a:gd name="T36" fmla="*/ 8432 w 50"/>
                <a:gd name="T37" fmla="*/ 13122 h 73"/>
                <a:gd name="T38" fmla="*/ 8432 w 50"/>
                <a:gd name="T39" fmla="*/ 9877 h 73"/>
                <a:gd name="T40" fmla="*/ 8082 w 50"/>
                <a:gd name="T41" fmla="*/ 10605 h 73"/>
                <a:gd name="T42" fmla="*/ 6999 w 50"/>
                <a:gd name="T43" fmla="*/ 9527 h 73"/>
                <a:gd name="T44" fmla="*/ 6999 w 50"/>
                <a:gd name="T45" fmla="*/ 6118 h 73"/>
                <a:gd name="T46" fmla="*/ 5916 w 50"/>
                <a:gd name="T47" fmla="*/ 6818 h 73"/>
                <a:gd name="T48" fmla="*/ 6266 w 50"/>
                <a:gd name="T49" fmla="*/ 5576 h 73"/>
                <a:gd name="T50" fmla="*/ 5025 w 50"/>
                <a:gd name="T51" fmla="*/ 5926 h 73"/>
                <a:gd name="T52" fmla="*/ 5567 w 50"/>
                <a:gd name="T53" fmla="*/ 3951 h 73"/>
                <a:gd name="T54" fmla="*/ 3756 w 50"/>
                <a:gd name="T55" fmla="*/ 3793 h 73"/>
                <a:gd name="T56" fmla="*/ 3942 w 50"/>
                <a:gd name="T57" fmla="*/ 1625 h 73"/>
                <a:gd name="T58" fmla="*/ 3756 w 50"/>
                <a:gd name="T59" fmla="*/ 0 h 73"/>
                <a:gd name="T60" fmla="*/ 3243 w 50"/>
                <a:gd name="T61" fmla="*/ 350 h 73"/>
                <a:gd name="T62" fmla="*/ 3051 w 50"/>
                <a:gd name="T63" fmla="*/ 350 h 7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0" h="73">
                  <a:moveTo>
                    <a:pt x="17" y="2"/>
                  </a:moveTo>
                  <a:cubicBezTo>
                    <a:pt x="11" y="4"/>
                    <a:pt x="3" y="18"/>
                    <a:pt x="0" y="25"/>
                  </a:cubicBezTo>
                  <a:cubicBezTo>
                    <a:pt x="4" y="25"/>
                    <a:pt x="4" y="21"/>
                    <a:pt x="6" y="19"/>
                  </a:cubicBezTo>
                  <a:cubicBezTo>
                    <a:pt x="8" y="17"/>
                    <a:pt x="9" y="17"/>
                    <a:pt x="11" y="16"/>
                  </a:cubicBezTo>
                  <a:cubicBezTo>
                    <a:pt x="11" y="15"/>
                    <a:pt x="13" y="13"/>
                    <a:pt x="14" y="12"/>
                  </a:cubicBezTo>
                  <a:cubicBezTo>
                    <a:pt x="23" y="5"/>
                    <a:pt x="13" y="21"/>
                    <a:pt x="13" y="25"/>
                  </a:cubicBezTo>
                  <a:cubicBezTo>
                    <a:pt x="16" y="25"/>
                    <a:pt x="17" y="23"/>
                    <a:pt x="18" y="21"/>
                  </a:cubicBezTo>
                  <a:cubicBezTo>
                    <a:pt x="23" y="26"/>
                    <a:pt x="15" y="32"/>
                    <a:pt x="15" y="37"/>
                  </a:cubicBezTo>
                  <a:cubicBezTo>
                    <a:pt x="18" y="38"/>
                    <a:pt x="24" y="27"/>
                    <a:pt x="25" y="23"/>
                  </a:cubicBezTo>
                  <a:cubicBezTo>
                    <a:pt x="29" y="26"/>
                    <a:pt x="21" y="38"/>
                    <a:pt x="21" y="43"/>
                  </a:cubicBezTo>
                  <a:cubicBezTo>
                    <a:pt x="23" y="42"/>
                    <a:pt x="24" y="38"/>
                    <a:pt x="25" y="36"/>
                  </a:cubicBezTo>
                  <a:cubicBezTo>
                    <a:pt x="28" y="39"/>
                    <a:pt x="24" y="42"/>
                    <a:pt x="25" y="45"/>
                  </a:cubicBezTo>
                  <a:cubicBezTo>
                    <a:pt x="27" y="50"/>
                    <a:pt x="29" y="42"/>
                    <a:pt x="31" y="41"/>
                  </a:cubicBezTo>
                  <a:cubicBezTo>
                    <a:pt x="32" y="43"/>
                    <a:pt x="31" y="46"/>
                    <a:pt x="32" y="49"/>
                  </a:cubicBezTo>
                  <a:cubicBezTo>
                    <a:pt x="34" y="48"/>
                    <a:pt x="37" y="42"/>
                    <a:pt x="38" y="39"/>
                  </a:cubicBezTo>
                  <a:cubicBezTo>
                    <a:pt x="41" y="42"/>
                    <a:pt x="38" y="47"/>
                    <a:pt x="37" y="51"/>
                  </a:cubicBezTo>
                  <a:cubicBezTo>
                    <a:pt x="36" y="55"/>
                    <a:pt x="38" y="56"/>
                    <a:pt x="38" y="61"/>
                  </a:cubicBezTo>
                  <a:cubicBezTo>
                    <a:pt x="40" y="60"/>
                    <a:pt x="39" y="55"/>
                    <a:pt x="43" y="56"/>
                  </a:cubicBezTo>
                  <a:cubicBezTo>
                    <a:pt x="43" y="58"/>
                    <a:pt x="45" y="73"/>
                    <a:pt x="47" y="73"/>
                  </a:cubicBezTo>
                  <a:cubicBezTo>
                    <a:pt x="50" y="73"/>
                    <a:pt x="48" y="56"/>
                    <a:pt x="47" y="55"/>
                  </a:cubicBezTo>
                  <a:cubicBezTo>
                    <a:pt x="47" y="56"/>
                    <a:pt x="45" y="58"/>
                    <a:pt x="45" y="59"/>
                  </a:cubicBezTo>
                  <a:cubicBezTo>
                    <a:pt x="43" y="58"/>
                    <a:pt x="44" y="45"/>
                    <a:pt x="39" y="53"/>
                  </a:cubicBezTo>
                  <a:cubicBezTo>
                    <a:pt x="38" y="50"/>
                    <a:pt x="43" y="36"/>
                    <a:pt x="39" y="34"/>
                  </a:cubicBezTo>
                  <a:cubicBezTo>
                    <a:pt x="36" y="33"/>
                    <a:pt x="36" y="41"/>
                    <a:pt x="33" y="38"/>
                  </a:cubicBezTo>
                  <a:cubicBezTo>
                    <a:pt x="30" y="37"/>
                    <a:pt x="35" y="33"/>
                    <a:pt x="35" y="31"/>
                  </a:cubicBezTo>
                  <a:cubicBezTo>
                    <a:pt x="33" y="30"/>
                    <a:pt x="30" y="32"/>
                    <a:pt x="28" y="33"/>
                  </a:cubicBezTo>
                  <a:cubicBezTo>
                    <a:pt x="28" y="29"/>
                    <a:pt x="31" y="26"/>
                    <a:pt x="31" y="22"/>
                  </a:cubicBezTo>
                  <a:cubicBezTo>
                    <a:pt x="30" y="10"/>
                    <a:pt x="26" y="21"/>
                    <a:pt x="21" y="21"/>
                  </a:cubicBezTo>
                  <a:cubicBezTo>
                    <a:pt x="20" y="17"/>
                    <a:pt x="23" y="13"/>
                    <a:pt x="22" y="9"/>
                  </a:cubicBezTo>
                  <a:cubicBezTo>
                    <a:pt x="22" y="5"/>
                    <a:pt x="17" y="6"/>
                    <a:pt x="21" y="0"/>
                  </a:cubicBezTo>
                  <a:cubicBezTo>
                    <a:pt x="19" y="0"/>
                    <a:pt x="19" y="1"/>
                    <a:pt x="18" y="2"/>
                  </a:cubicBezTo>
                  <a:lnTo>
                    <a:pt x="17" y="2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72" name="Freeform 1335"/>
            <p:cNvSpPr>
              <a:spLocks/>
            </p:cNvSpPr>
            <p:nvPr/>
          </p:nvSpPr>
          <p:spPr bwMode="auto">
            <a:xfrm>
              <a:off x="2867" y="717"/>
              <a:ext cx="1347" cy="924"/>
            </a:xfrm>
            <a:custGeom>
              <a:avLst/>
              <a:gdLst>
                <a:gd name="T0" fmla="*/ 25063 w 239"/>
                <a:gd name="T1" fmla="*/ 22728 h 164"/>
                <a:gd name="T2" fmla="*/ 27380 w 239"/>
                <a:gd name="T3" fmla="*/ 24509 h 164"/>
                <a:gd name="T4" fmla="*/ 33128 w 239"/>
                <a:gd name="T5" fmla="*/ 24317 h 164"/>
                <a:gd name="T6" fmla="*/ 31860 w 239"/>
                <a:gd name="T7" fmla="*/ 25934 h 164"/>
                <a:gd name="T8" fmla="*/ 35800 w 239"/>
                <a:gd name="T9" fmla="*/ 25934 h 164"/>
                <a:gd name="T10" fmla="*/ 37226 w 239"/>
                <a:gd name="T11" fmla="*/ 26475 h 164"/>
                <a:gd name="T12" fmla="*/ 33478 w 239"/>
                <a:gd name="T13" fmla="*/ 27173 h 164"/>
                <a:gd name="T14" fmla="*/ 35800 w 239"/>
                <a:gd name="T15" fmla="*/ 27551 h 164"/>
                <a:gd name="T16" fmla="*/ 37417 w 239"/>
                <a:gd name="T17" fmla="*/ 27551 h 164"/>
                <a:gd name="T18" fmla="*/ 37068 w 239"/>
                <a:gd name="T19" fmla="*/ 28790 h 164"/>
                <a:gd name="T20" fmla="*/ 42788 w 239"/>
                <a:gd name="T21" fmla="*/ 27016 h 164"/>
                <a:gd name="T22" fmla="*/ 41165 w 239"/>
                <a:gd name="T23" fmla="*/ 26633 h 164"/>
                <a:gd name="T24" fmla="*/ 41007 w 239"/>
                <a:gd name="T25" fmla="*/ 26824 h 164"/>
                <a:gd name="T26" fmla="*/ 40624 w 239"/>
                <a:gd name="T27" fmla="*/ 25585 h 164"/>
                <a:gd name="T28" fmla="*/ 40089 w 239"/>
                <a:gd name="T29" fmla="*/ 24694 h 164"/>
                <a:gd name="T30" fmla="*/ 38849 w 239"/>
                <a:gd name="T31" fmla="*/ 23968 h 164"/>
                <a:gd name="T32" fmla="*/ 37417 w 239"/>
                <a:gd name="T33" fmla="*/ 22537 h 164"/>
                <a:gd name="T34" fmla="*/ 35642 w 239"/>
                <a:gd name="T35" fmla="*/ 21460 h 164"/>
                <a:gd name="T36" fmla="*/ 34909 w 239"/>
                <a:gd name="T37" fmla="*/ 20221 h 164"/>
                <a:gd name="T38" fmla="*/ 33827 w 239"/>
                <a:gd name="T39" fmla="*/ 18255 h 164"/>
                <a:gd name="T40" fmla="*/ 32942 w 239"/>
                <a:gd name="T41" fmla="*/ 16824 h 164"/>
                <a:gd name="T42" fmla="*/ 6797 w 239"/>
                <a:gd name="T43" fmla="*/ 5364 h 164"/>
                <a:gd name="T44" fmla="*/ 5557 w 239"/>
                <a:gd name="T45" fmla="*/ 3048 h 164"/>
                <a:gd name="T46" fmla="*/ 2159 w 239"/>
                <a:gd name="T47" fmla="*/ 890 h 164"/>
                <a:gd name="T48" fmla="*/ 4289 w 239"/>
                <a:gd name="T49" fmla="*/ 4637 h 164"/>
                <a:gd name="T50" fmla="*/ 4131 w 239"/>
                <a:gd name="T51" fmla="*/ 5364 h 164"/>
                <a:gd name="T52" fmla="*/ 6989 w 239"/>
                <a:gd name="T53" fmla="*/ 8412 h 164"/>
                <a:gd name="T54" fmla="*/ 11278 w 239"/>
                <a:gd name="T55" fmla="*/ 13235 h 164"/>
                <a:gd name="T56" fmla="*/ 15944 w 239"/>
                <a:gd name="T57" fmla="*/ 16824 h 164"/>
                <a:gd name="T58" fmla="*/ 16485 w 239"/>
                <a:gd name="T59" fmla="*/ 16981 h 164"/>
                <a:gd name="T60" fmla="*/ 20583 w 239"/>
                <a:gd name="T61" fmla="*/ 20221 h 164"/>
                <a:gd name="T62" fmla="*/ 24872 w 239"/>
                <a:gd name="T63" fmla="*/ 22537 h 16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39" h="164">
                  <a:moveTo>
                    <a:pt x="140" y="127"/>
                  </a:moveTo>
                  <a:cubicBezTo>
                    <a:pt x="140" y="127"/>
                    <a:pt x="139" y="136"/>
                    <a:pt x="153" y="137"/>
                  </a:cubicBezTo>
                  <a:cubicBezTo>
                    <a:pt x="153" y="137"/>
                    <a:pt x="176" y="140"/>
                    <a:pt x="185" y="136"/>
                  </a:cubicBezTo>
                  <a:cubicBezTo>
                    <a:pt x="185" y="136"/>
                    <a:pt x="161" y="144"/>
                    <a:pt x="178" y="145"/>
                  </a:cubicBezTo>
                  <a:cubicBezTo>
                    <a:pt x="178" y="145"/>
                    <a:pt x="189" y="147"/>
                    <a:pt x="200" y="145"/>
                  </a:cubicBezTo>
                  <a:cubicBezTo>
                    <a:pt x="200" y="145"/>
                    <a:pt x="219" y="147"/>
                    <a:pt x="208" y="148"/>
                  </a:cubicBezTo>
                  <a:cubicBezTo>
                    <a:pt x="208" y="148"/>
                    <a:pt x="180" y="148"/>
                    <a:pt x="187" y="152"/>
                  </a:cubicBezTo>
                  <a:cubicBezTo>
                    <a:pt x="187" y="152"/>
                    <a:pt x="190" y="157"/>
                    <a:pt x="200" y="154"/>
                  </a:cubicBezTo>
                  <a:cubicBezTo>
                    <a:pt x="209" y="154"/>
                    <a:pt x="209" y="154"/>
                    <a:pt x="209" y="154"/>
                  </a:cubicBezTo>
                  <a:cubicBezTo>
                    <a:pt x="209" y="154"/>
                    <a:pt x="198" y="164"/>
                    <a:pt x="207" y="161"/>
                  </a:cubicBezTo>
                  <a:cubicBezTo>
                    <a:pt x="207" y="161"/>
                    <a:pt x="236" y="159"/>
                    <a:pt x="239" y="151"/>
                  </a:cubicBezTo>
                  <a:cubicBezTo>
                    <a:pt x="239" y="151"/>
                    <a:pt x="235" y="148"/>
                    <a:pt x="230" y="149"/>
                  </a:cubicBezTo>
                  <a:cubicBezTo>
                    <a:pt x="230" y="150"/>
                    <a:pt x="230" y="150"/>
                    <a:pt x="229" y="150"/>
                  </a:cubicBezTo>
                  <a:cubicBezTo>
                    <a:pt x="224" y="152"/>
                    <a:pt x="234" y="146"/>
                    <a:pt x="227" y="143"/>
                  </a:cubicBezTo>
                  <a:cubicBezTo>
                    <a:pt x="227" y="143"/>
                    <a:pt x="221" y="143"/>
                    <a:pt x="224" y="138"/>
                  </a:cubicBezTo>
                  <a:cubicBezTo>
                    <a:pt x="224" y="138"/>
                    <a:pt x="222" y="134"/>
                    <a:pt x="217" y="134"/>
                  </a:cubicBezTo>
                  <a:cubicBezTo>
                    <a:pt x="217" y="134"/>
                    <a:pt x="214" y="127"/>
                    <a:pt x="209" y="126"/>
                  </a:cubicBezTo>
                  <a:cubicBezTo>
                    <a:pt x="209" y="126"/>
                    <a:pt x="200" y="129"/>
                    <a:pt x="199" y="120"/>
                  </a:cubicBezTo>
                  <a:cubicBezTo>
                    <a:pt x="199" y="120"/>
                    <a:pt x="200" y="115"/>
                    <a:pt x="195" y="113"/>
                  </a:cubicBezTo>
                  <a:cubicBezTo>
                    <a:pt x="195" y="113"/>
                    <a:pt x="188" y="109"/>
                    <a:pt x="189" y="102"/>
                  </a:cubicBezTo>
                  <a:cubicBezTo>
                    <a:pt x="189" y="102"/>
                    <a:pt x="190" y="96"/>
                    <a:pt x="184" y="94"/>
                  </a:cubicBezTo>
                  <a:cubicBezTo>
                    <a:pt x="184" y="94"/>
                    <a:pt x="56" y="48"/>
                    <a:pt x="38" y="30"/>
                  </a:cubicBezTo>
                  <a:cubicBezTo>
                    <a:pt x="38" y="30"/>
                    <a:pt x="33" y="27"/>
                    <a:pt x="31" y="17"/>
                  </a:cubicBezTo>
                  <a:cubicBezTo>
                    <a:pt x="31" y="17"/>
                    <a:pt x="15" y="0"/>
                    <a:pt x="12" y="5"/>
                  </a:cubicBezTo>
                  <a:cubicBezTo>
                    <a:pt x="12" y="5"/>
                    <a:pt x="14" y="20"/>
                    <a:pt x="24" y="26"/>
                  </a:cubicBezTo>
                  <a:cubicBezTo>
                    <a:pt x="24" y="26"/>
                    <a:pt x="30" y="31"/>
                    <a:pt x="23" y="30"/>
                  </a:cubicBezTo>
                  <a:cubicBezTo>
                    <a:pt x="23" y="30"/>
                    <a:pt x="0" y="28"/>
                    <a:pt x="39" y="47"/>
                  </a:cubicBezTo>
                  <a:cubicBezTo>
                    <a:pt x="39" y="47"/>
                    <a:pt x="35" y="62"/>
                    <a:pt x="63" y="74"/>
                  </a:cubicBezTo>
                  <a:cubicBezTo>
                    <a:pt x="63" y="74"/>
                    <a:pt x="78" y="89"/>
                    <a:pt x="89" y="94"/>
                  </a:cubicBezTo>
                  <a:cubicBezTo>
                    <a:pt x="90" y="94"/>
                    <a:pt x="91" y="94"/>
                    <a:pt x="92" y="95"/>
                  </a:cubicBezTo>
                  <a:cubicBezTo>
                    <a:pt x="103" y="98"/>
                    <a:pt x="102" y="109"/>
                    <a:pt x="115" y="113"/>
                  </a:cubicBezTo>
                  <a:cubicBezTo>
                    <a:pt x="115" y="113"/>
                    <a:pt x="98" y="120"/>
                    <a:pt x="139" y="126"/>
                  </a:cubicBezTo>
                </a:path>
              </a:pathLst>
            </a:custGeom>
            <a:solidFill>
              <a:srgbClr val="8A8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73" name="Freeform 1336"/>
            <p:cNvSpPr>
              <a:spLocks/>
            </p:cNvSpPr>
            <p:nvPr/>
          </p:nvSpPr>
          <p:spPr bwMode="auto">
            <a:xfrm>
              <a:off x="5398" y="1906"/>
              <a:ext cx="79" cy="79"/>
            </a:xfrm>
            <a:custGeom>
              <a:avLst/>
              <a:gdLst>
                <a:gd name="T0" fmla="*/ 192 w 14"/>
                <a:gd name="T1" fmla="*/ 1275 h 14"/>
                <a:gd name="T2" fmla="*/ 350 w 14"/>
                <a:gd name="T3" fmla="*/ 892 h 14"/>
                <a:gd name="T4" fmla="*/ 1625 w 14"/>
                <a:gd name="T5" fmla="*/ 542 h 14"/>
                <a:gd name="T6" fmla="*/ 1975 w 14"/>
                <a:gd name="T7" fmla="*/ 1083 h 14"/>
                <a:gd name="T8" fmla="*/ 2167 w 14"/>
                <a:gd name="T9" fmla="*/ 1433 h 14"/>
                <a:gd name="T10" fmla="*/ 1083 w 14"/>
                <a:gd name="T11" fmla="*/ 2325 h 14"/>
                <a:gd name="T12" fmla="*/ 192 w 14"/>
                <a:gd name="T13" fmla="*/ 1275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4">
                  <a:moveTo>
                    <a:pt x="1" y="7"/>
                  </a:moveTo>
                  <a:cubicBezTo>
                    <a:pt x="1" y="7"/>
                    <a:pt x="0" y="5"/>
                    <a:pt x="2" y="5"/>
                  </a:cubicBezTo>
                  <a:cubicBezTo>
                    <a:pt x="2" y="5"/>
                    <a:pt x="4" y="0"/>
                    <a:pt x="9" y="3"/>
                  </a:cubicBezTo>
                  <a:cubicBezTo>
                    <a:pt x="9" y="3"/>
                    <a:pt x="11" y="3"/>
                    <a:pt x="11" y="6"/>
                  </a:cubicBezTo>
                  <a:cubicBezTo>
                    <a:pt x="11" y="6"/>
                    <a:pt x="14" y="8"/>
                    <a:pt x="12" y="8"/>
                  </a:cubicBezTo>
                  <a:cubicBezTo>
                    <a:pt x="12" y="8"/>
                    <a:pt x="9" y="14"/>
                    <a:pt x="6" y="13"/>
                  </a:cubicBezTo>
                  <a:cubicBezTo>
                    <a:pt x="6" y="13"/>
                    <a:pt x="2" y="12"/>
                    <a:pt x="1" y="7"/>
                  </a:cubicBezTo>
                  <a:close/>
                </a:path>
              </a:pathLst>
            </a:custGeom>
            <a:solidFill>
              <a:srgbClr val="63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74" name="Oval 1337"/>
            <p:cNvSpPr>
              <a:spLocks noChangeArrowheads="1"/>
            </p:cNvSpPr>
            <p:nvPr/>
          </p:nvSpPr>
          <p:spPr bwMode="auto">
            <a:xfrm>
              <a:off x="5415" y="1923"/>
              <a:ext cx="39" cy="45"/>
            </a:xfrm>
            <a:prstGeom prst="ellipse">
              <a:avLst/>
            </a:pr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8875" name="Freeform 1338"/>
            <p:cNvSpPr>
              <a:spLocks/>
            </p:cNvSpPr>
            <p:nvPr/>
          </p:nvSpPr>
          <p:spPr bwMode="auto">
            <a:xfrm>
              <a:off x="5499" y="1968"/>
              <a:ext cx="181" cy="85"/>
            </a:xfrm>
            <a:custGeom>
              <a:avLst/>
              <a:gdLst>
                <a:gd name="T0" fmla="*/ 351 w 32"/>
                <a:gd name="T1" fmla="*/ 544 h 15"/>
                <a:gd name="T2" fmla="*/ 1278 w 32"/>
                <a:gd name="T3" fmla="*/ 0 h 15"/>
                <a:gd name="T4" fmla="*/ 4700 w 32"/>
                <a:gd name="T5" fmla="*/ 901 h 15"/>
                <a:gd name="T6" fmla="*/ 4700 w 32"/>
                <a:gd name="T7" fmla="*/ 1830 h 15"/>
                <a:gd name="T8" fmla="*/ 1442 w 32"/>
                <a:gd name="T9" fmla="*/ 2374 h 15"/>
                <a:gd name="T10" fmla="*/ 1086 w 32"/>
                <a:gd name="T11" fmla="*/ 1989 h 15"/>
                <a:gd name="T12" fmla="*/ 351 w 32"/>
                <a:gd name="T13" fmla="*/ 544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15">
                  <a:moveTo>
                    <a:pt x="2" y="3"/>
                  </a:moveTo>
                  <a:cubicBezTo>
                    <a:pt x="2" y="3"/>
                    <a:pt x="0" y="0"/>
                    <a:pt x="7" y="0"/>
                  </a:cubicBezTo>
                  <a:cubicBezTo>
                    <a:pt x="7" y="0"/>
                    <a:pt x="23" y="0"/>
                    <a:pt x="26" y="5"/>
                  </a:cubicBezTo>
                  <a:cubicBezTo>
                    <a:pt x="26" y="5"/>
                    <a:pt x="32" y="10"/>
                    <a:pt x="26" y="10"/>
                  </a:cubicBezTo>
                  <a:cubicBezTo>
                    <a:pt x="26" y="10"/>
                    <a:pt x="14" y="10"/>
                    <a:pt x="8" y="13"/>
                  </a:cubicBezTo>
                  <a:cubicBezTo>
                    <a:pt x="8" y="13"/>
                    <a:pt x="6" y="15"/>
                    <a:pt x="6" y="11"/>
                  </a:cubicBezTo>
                  <a:cubicBezTo>
                    <a:pt x="6" y="11"/>
                    <a:pt x="1" y="7"/>
                    <a:pt x="2" y="3"/>
                  </a:cubicBezTo>
                  <a:close/>
                </a:path>
              </a:pathLst>
            </a:custGeom>
            <a:solidFill>
              <a:srgbClr val="BC9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76" name="Freeform 1339"/>
            <p:cNvSpPr>
              <a:spLocks/>
            </p:cNvSpPr>
            <p:nvPr/>
          </p:nvSpPr>
          <p:spPr bwMode="auto">
            <a:xfrm>
              <a:off x="5516" y="1974"/>
              <a:ext cx="113" cy="22"/>
            </a:xfrm>
            <a:custGeom>
              <a:avLst/>
              <a:gdLst>
                <a:gd name="T0" fmla="*/ 542 w 20"/>
                <a:gd name="T1" fmla="*/ 336 h 4"/>
                <a:gd name="T2" fmla="*/ 1435 w 20"/>
                <a:gd name="T3" fmla="*/ 0 h 4"/>
                <a:gd name="T4" fmla="*/ 3254 w 20"/>
                <a:gd name="T5" fmla="*/ 517 h 4"/>
                <a:gd name="T6" fmla="*/ 2328 w 20"/>
                <a:gd name="T7" fmla="*/ 517 h 4"/>
                <a:gd name="T8" fmla="*/ 542 w 20"/>
                <a:gd name="T9" fmla="*/ 33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">
                  <a:moveTo>
                    <a:pt x="3" y="2"/>
                  </a:moveTo>
                  <a:cubicBezTo>
                    <a:pt x="3" y="2"/>
                    <a:pt x="3" y="0"/>
                    <a:pt x="8" y="0"/>
                  </a:cubicBezTo>
                  <a:cubicBezTo>
                    <a:pt x="8" y="0"/>
                    <a:pt x="20" y="1"/>
                    <a:pt x="18" y="3"/>
                  </a:cubicBezTo>
                  <a:cubicBezTo>
                    <a:pt x="18" y="3"/>
                    <a:pt x="16" y="4"/>
                    <a:pt x="13" y="3"/>
                  </a:cubicBezTo>
                  <a:cubicBezTo>
                    <a:pt x="13" y="3"/>
                    <a:pt x="0" y="4"/>
                    <a:pt x="3" y="2"/>
                  </a:cubicBezTo>
                  <a:close/>
                </a:path>
              </a:pathLst>
            </a:custGeom>
            <a:solidFill>
              <a:srgbClr val="DDB5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77" name="Freeform 1340"/>
            <p:cNvSpPr>
              <a:spLocks/>
            </p:cNvSpPr>
            <p:nvPr/>
          </p:nvSpPr>
          <p:spPr bwMode="auto">
            <a:xfrm>
              <a:off x="5516" y="2002"/>
              <a:ext cx="147" cy="45"/>
            </a:xfrm>
            <a:custGeom>
              <a:avLst/>
              <a:gdLst>
                <a:gd name="T0" fmla="*/ 735 w 26"/>
                <a:gd name="T1" fmla="*/ 1423 h 8"/>
                <a:gd name="T2" fmla="*/ 735 w 26"/>
                <a:gd name="T3" fmla="*/ 349 h 8"/>
                <a:gd name="T4" fmla="*/ 3963 w 26"/>
                <a:gd name="T5" fmla="*/ 191 h 8"/>
                <a:gd name="T6" fmla="*/ 3963 w 26"/>
                <a:gd name="T7" fmla="*/ 726 h 8"/>
                <a:gd name="T8" fmla="*/ 735 w 26"/>
                <a:gd name="T9" fmla="*/ 142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8">
                  <a:moveTo>
                    <a:pt x="4" y="8"/>
                  </a:moveTo>
                  <a:cubicBezTo>
                    <a:pt x="4" y="8"/>
                    <a:pt x="0" y="5"/>
                    <a:pt x="4" y="2"/>
                  </a:cubicBezTo>
                  <a:cubicBezTo>
                    <a:pt x="4" y="2"/>
                    <a:pt x="16" y="0"/>
                    <a:pt x="22" y="1"/>
                  </a:cubicBezTo>
                  <a:cubicBezTo>
                    <a:pt x="22" y="1"/>
                    <a:pt x="26" y="4"/>
                    <a:pt x="22" y="4"/>
                  </a:cubicBezTo>
                  <a:cubicBezTo>
                    <a:pt x="22" y="4"/>
                    <a:pt x="8" y="4"/>
                    <a:pt x="4" y="8"/>
                  </a:cubicBezTo>
                  <a:close/>
                </a:path>
              </a:pathLst>
            </a:custGeom>
            <a:solidFill>
              <a:srgbClr val="A07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78" name="Freeform 1341"/>
            <p:cNvSpPr>
              <a:spLocks/>
            </p:cNvSpPr>
            <p:nvPr/>
          </p:nvSpPr>
          <p:spPr bwMode="auto">
            <a:xfrm>
              <a:off x="4879" y="2058"/>
              <a:ext cx="310" cy="457"/>
            </a:xfrm>
            <a:custGeom>
              <a:avLst/>
              <a:gdLst>
                <a:gd name="T0" fmla="*/ 0 w 55"/>
                <a:gd name="T1" fmla="*/ 12576 h 81"/>
                <a:gd name="T2" fmla="*/ 541 w 55"/>
                <a:gd name="T3" fmla="*/ 10793 h 81"/>
                <a:gd name="T4" fmla="*/ 1432 w 55"/>
                <a:gd name="T5" fmla="*/ 9168 h 81"/>
                <a:gd name="T6" fmla="*/ 3399 w 55"/>
                <a:gd name="T7" fmla="*/ 6268 h 81"/>
                <a:gd name="T8" fmla="*/ 6099 w 55"/>
                <a:gd name="T9" fmla="*/ 4136 h 81"/>
                <a:gd name="T10" fmla="*/ 8229 w 55"/>
                <a:gd name="T11" fmla="*/ 1083 h 81"/>
                <a:gd name="T12" fmla="*/ 9120 w 55"/>
                <a:gd name="T13" fmla="*/ 0 h 81"/>
                <a:gd name="T14" fmla="*/ 9306 w 55"/>
                <a:gd name="T15" fmla="*/ 1433 h 81"/>
                <a:gd name="T16" fmla="*/ 8421 w 55"/>
                <a:gd name="T17" fmla="*/ 4841 h 81"/>
                <a:gd name="T18" fmla="*/ 7147 w 55"/>
                <a:gd name="T19" fmla="*/ 8085 h 81"/>
                <a:gd name="T20" fmla="*/ 4830 w 55"/>
                <a:gd name="T21" fmla="*/ 10793 h 81"/>
                <a:gd name="T22" fmla="*/ 2700 w 55"/>
                <a:gd name="T23" fmla="*/ 12762 h 81"/>
                <a:gd name="T24" fmla="*/ 349 w 55"/>
                <a:gd name="T25" fmla="*/ 13654 h 81"/>
                <a:gd name="T26" fmla="*/ 0 w 55"/>
                <a:gd name="T27" fmla="*/ 12576 h 8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5" h="81">
                  <a:moveTo>
                    <a:pt x="0" y="70"/>
                  </a:moveTo>
                  <a:cubicBezTo>
                    <a:pt x="1" y="67"/>
                    <a:pt x="1" y="63"/>
                    <a:pt x="3" y="60"/>
                  </a:cubicBezTo>
                  <a:cubicBezTo>
                    <a:pt x="4" y="57"/>
                    <a:pt x="6" y="54"/>
                    <a:pt x="8" y="51"/>
                  </a:cubicBezTo>
                  <a:cubicBezTo>
                    <a:pt x="11" y="46"/>
                    <a:pt x="15" y="40"/>
                    <a:pt x="19" y="35"/>
                  </a:cubicBezTo>
                  <a:cubicBezTo>
                    <a:pt x="24" y="30"/>
                    <a:pt x="30" y="29"/>
                    <a:pt x="34" y="23"/>
                  </a:cubicBezTo>
                  <a:cubicBezTo>
                    <a:pt x="38" y="16"/>
                    <a:pt x="41" y="11"/>
                    <a:pt x="46" y="6"/>
                  </a:cubicBezTo>
                  <a:cubicBezTo>
                    <a:pt x="47" y="5"/>
                    <a:pt x="50" y="0"/>
                    <a:pt x="51" y="0"/>
                  </a:cubicBezTo>
                  <a:cubicBezTo>
                    <a:pt x="55" y="1"/>
                    <a:pt x="52" y="6"/>
                    <a:pt x="52" y="8"/>
                  </a:cubicBezTo>
                  <a:cubicBezTo>
                    <a:pt x="51" y="15"/>
                    <a:pt x="50" y="20"/>
                    <a:pt x="47" y="27"/>
                  </a:cubicBezTo>
                  <a:cubicBezTo>
                    <a:pt x="44" y="32"/>
                    <a:pt x="43" y="40"/>
                    <a:pt x="40" y="45"/>
                  </a:cubicBezTo>
                  <a:cubicBezTo>
                    <a:pt x="36" y="50"/>
                    <a:pt x="31" y="56"/>
                    <a:pt x="27" y="60"/>
                  </a:cubicBezTo>
                  <a:cubicBezTo>
                    <a:pt x="24" y="64"/>
                    <a:pt x="19" y="67"/>
                    <a:pt x="15" y="71"/>
                  </a:cubicBezTo>
                  <a:cubicBezTo>
                    <a:pt x="12" y="74"/>
                    <a:pt x="6" y="81"/>
                    <a:pt x="2" y="76"/>
                  </a:cubicBezTo>
                  <a:lnTo>
                    <a:pt x="0" y="7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79" name="Freeform 1342"/>
            <p:cNvSpPr>
              <a:spLocks/>
            </p:cNvSpPr>
            <p:nvPr/>
          </p:nvSpPr>
          <p:spPr bwMode="auto">
            <a:xfrm>
              <a:off x="2873" y="818"/>
              <a:ext cx="947" cy="423"/>
            </a:xfrm>
            <a:custGeom>
              <a:avLst/>
              <a:gdLst>
                <a:gd name="T0" fmla="*/ 4673 w 168"/>
                <a:gd name="T1" fmla="*/ 1974 h 75"/>
                <a:gd name="T2" fmla="*/ 2858 w 168"/>
                <a:gd name="T3" fmla="*/ 3051 h 75"/>
                <a:gd name="T4" fmla="*/ 30090 w 168"/>
                <a:gd name="T5" fmla="*/ 13457 h 75"/>
                <a:gd name="T6" fmla="*/ 4673 w 168"/>
                <a:gd name="T7" fmla="*/ 1974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8" h="75">
                  <a:moveTo>
                    <a:pt x="26" y="11"/>
                  </a:moveTo>
                  <a:cubicBezTo>
                    <a:pt x="26" y="11"/>
                    <a:pt x="0" y="0"/>
                    <a:pt x="16" y="17"/>
                  </a:cubicBezTo>
                  <a:cubicBezTo>
                    <a:pt x="16" y="17"/>
                    <a:pt x="18" y="41"/>
                    <a:pt x="168" y="75"/>
                  </a:cubicBezTo>
                  <a:cubicBezTo>
                    <a:pt x="168" y="75"/>
                    <a:pt x="31" y="11"/>
                    <a:pt x="26" y="11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80" name="Freeform 1343"/>
            <p:cNvSpPr>
              <a:spLocks/>
            </p:cNvSpPr>
            <p:nvPr/>
          </p:nvSpPr>
          <p:spPr bwMode="auto">
            <a:xfrm>
              <a:off x="3053" y="1055"/>
              <a:ext cx="710" cy="214"/>
            </a:xfrm>
            <a:custGeom>
              <a:avLst/>
              <a:gdLst>
                <a:gd name="T0" fmla="*/ 1617 w 126"/>
                <a:gd name="T1" fmla="*/ 0 h 38"/>
                <a:gd name="T2" fmla="*/ 5364 w 126"/>
                <a:gd name="T3" fmla="*/ 3204 h 38"/>
                <a:gd name="T4" fmla="*/ 22545 w 126"/>
                <a:gd name="T5" fmla="*/ 6786 h 38"/>
                <a:gd name="T6" fmla="*/ 1617 w 126"/>
                <a:gd name="T7" fmla="*/ 0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6" h="38">
                  <a:moveTo>
                    <a:pt x="9" y="0"/>
                  </a:moveTo>
                  <a:cubicBezTo>
                    <a:pt x="9" y="0"/>
                    <a:pt x="0" y="11"/>
                    <a:pt x="30" y="18"/>
                  </a:cubicBezTo>
                  <a:cubicBezTo>
                    <a:pt x="30" y="18"/>
                    <a:pt x="95" y="38"/>
                    <a:pt x="126" y="38"/>
                  </a:cubicBezTo>
                  <a:cubicBezTo>
                    <a:pt x="126" y="38"/>
                    <a:pt x="8" y="10"/>
                    <a:pt x="9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81" name="Freeform 1344"/>
            <p:cNvSpPr>
              <a:spLocks/>
            </p:cNvSpPr>
            <p:nvPr/>
          </p:nvSpPr>
          <p:spPr bwMode="auto">
            <a:xfrm>
              <a:off x="3284" y="1224"/>
              <a:ext cx="603" cy="141"/>
            </a:xfrm>
            <a:custGeom>
              <a:avLst/>
              <a:gdLst>
                <a:gd name="T0" fmla="*/ 1431 w 107"/>
                <a:gd name="T1" fmla="*/ 0 h 25"/>
                <a:gd name="T2" fmla="*/ 4480 w 107"/>
                <a:gd name="T3" fmla="*/ 2324 h 25"/>
                <a:gd name="T4" fmla="*/ 19149 w 107"/>
                <a:gd name="T5" fmla="*/ 3401 h 25"/>
                <a:gd name="T6" fmla="*/ 1431 w 107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7" h="25">
                  <a:moveTo>
                    <a:pt x="8" y="0"/>
                  </a:moveTo>
                  <a:cubicBezTo>
                    <a:pt x="8" y="0"/>
                    <a:pt x="0" y="8"/>
                    <a:pt x="25" y="13"/>
                  </a:cubicBezTo>
                  <a:cubicBezTo>
                    <a:pt x="25" y="13"/>
                    <a:pt x="88" y="25"/>
                    <a:pt x="107" y="19"/>
                  </a:cubicBezTo>
                  <a:cubicBezTo>
                    <a:pt x="107" y="19"/>
                    <a:pt x="8" y="8"/>
                    <a:pt x="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82" name="Freeform 1345"/>
            <p:cNvSpPr>
              <a:spLocks/>
            </p:cNvSpPr>
            <p:nvPr/>
          </p:nvSpPr>
          <p:spPr bwMode="auto">
            <a:xfrm>
              <a:off x="3414" y="1354"/>
              <a:ext cx="575" cy="118"/>
            </a:xfrm>
            <a:custGeom>
              <a:avLst/>
              <a:gdLst>
                <a:gd name="T0" fmla="*/ 3208 w 102"/>
                <a:gd name="T1" fmla="*/ 0 h 21"/>
                <a:gd name="T2" fmla="*/ 5023 w 102"/>
                <a:gd name="T3" fmla="*/ 2495 h 21"/>
                <a:gd name="T4" fmla="*/ 18270 w 102"/>
                <a:gd name="T5" fmla="*/ 1613 h 21"/>
                <a:gd name="T6" fmla="*/ 3208 w 102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2" h="21">
                  <a:moveTo>
                    <a:pt x="18" y="0"/>
                  </a:moveTo>
                  <a:cubicBezTo>
                    <a:pt x="18" y="0"/>
                    <a:pt x="0" y="5"/>
                    <a:pt x="28" y="14"/>
                  </a:cubicBezTo>
                  <a:cubicBezTo>
                    <a:pt x="28" y="14"/>
                    <a:pt x="74" y="21"/>
                    <a:pt x="102" y="9"/>
                  </a:cubicBezTo>
                  <a:cubicBezTo>
                    <a:pt x="102" y="9"/>
                    <a:pt x="19" y="20"/>
                    <a:pt x="1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83" name="Freeform 1346"/>
            <p:cNvSpPr>
              <a:spLocks/>
            </p:cNvSpPr>
            <p:nvPr/>
          </p:nvSpPr>
          <p:spPr bwMode="auto">
            <a:xfrm>
              <a:off x="3684" y="1432"/>
              <a:ext cx="316" cy="102"/>
            </a:xfrm>
            <a:custGeom>
              <a:avLst/>
              <a:gdLst>
                <a:gd name="T0" fmla="*/ 0 w 56"/>
                <a:gd name="T1" fmla="*/ 1286 h 18"/>
                <a:gd name="T2" fmla="*/ 5575 w 56"/>
                <a:gd name="T3" fmla="*/ 1989 h 18"/>
                <a:gd name="T4" fmla="*/ 10061 w 56"/>
                <a:gd name="T5" fmla="*/ 0 h 18"/>
                <a:gd name="T6" fmla="*/ 0 w 56"/>
                <a:gd name="T7" fmla="*/ 1286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18">
                  <a:moveTo>
                    <a:pt x="0" y="7"/>
                  </a:moveTo>
                  <a:cubicBezTo>
                    <a:pt x="0" y="7"/>
                    <a:pt x="8" y="18"/>
                    <a:pt x="31" y="11"/>
                  </a:cubicBezTo>
                  <a:cubicBezTo>
                    <a:pt x="31" y="11"/>
                    <a:pt x="45" y="7"/>
                    <a:pt x="56" y="0"/>
                  </a:cubicBezTo>
                  <a:cubicBezTo>
                    <a:pt x="56" y="0"/>
                    <a:pt x="8" y="16"/>
                    <a:pt x="0" y="7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84" name="Freeform 1347"/>
            <p:cNvSpPr>
              <a:spLocks/>
            </p:cNvSpPr>
            <p:nvPr/>
          </p:nvSpPr>
          <p:spPr bwMode="auto">
            <a:xfrm>
              <a:off x="3758" y="1506"/>
              <a:ext cx="343" cy="62"/>
            </a:xfrm>
            <a:custGeom>
              <a:avLst/>
              <a:gdLst>
                <a:gd name="T0" fmla="*/ 3194 w 61"/>
                <a:gd name="T1" fmla="*/ 0 h 11"/>
                <a:gd name="T2" fmla="*/ 3385 w 61"/>
                <a:gd name="T3" fmla="*/ 1618 h 11"/>
                <a:gd name="T4" fmla="*/ 10847 w 61"/>
                <a:gd name="T5" fmla="*/ 0 h 11"/>
                <a:gd name="T6" fmla="*/ 3194 w 61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1" h="11">
                  <a:moveTo>
                    <a:pt x="18" y="0"/>
                  </a:moveTo>
                  <a:cubicBezTo>
                    <a:pt x="18" y="0"/>
                    <a:pt x="0" y="7"/>
                    <a:pt x="19" y="9"/>
                  </a:cubicBezTo>
                  <a:cubicBezTo>
                    <a:pt x="19" y="9"/>
                    <a:pt x="36" y="11"/>
                    <a:pt x="61" y="0"/>
                  </a:cubicBezTo>
                  <a:cubicBezTo>
                    <a:pt x="61" y="0"/>
                    <a:pt x="19" y="9"/>
                    <a:pt x="1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85" name="Freeform 1348"/>
            <p:cNvSpPr>
              <a:spLocks/>
            </p:cNvSpPr>
            <p:nvPr/>
          </p:nvSpPr>
          <p:spPr bwMode="auto">
            <a:xfrm>
              <a:off x="4085" y="1308"/>
              <a:ext cx="732" cy="637"/>
            </a:xfrm>
            <a:custGeom>
              <a:avLst/>
              <a:gdLst>
                <a:gd name="T0" fmla="*/ 1075 w 130"/>
                <a:gd name="T1" fmla="*/ 192 h 113"/>
                <a:gd name="T2" fmla="*/ 4628 w 130"/>
                <a:gd name="T3" fmla="*/ 1240 h 113"/>
                <a:gd name="T4" fmla="*/ 8942 w 130"/>
                <a:gd name="T5" fmla="*/ 2323 h 113"/>
                <a:gd name="T6" fmla="*/ 12331 w 130"/>
                <a:gd name="T7" fmla="*/ 3940 h 113"/>
                <a:gd name="T8" fmla="*/ 15535 w 130"/>
                <a:gd name="T9" fmla="*/ 6263 h 113"/>
                <a:gd name="T10" fmla="*/ 14111 w 130"/>
                <a:gd name="T11" fmla="*/ 6641 h 113"/>
                <a:gd name="T12" fmla="*/ 13570 w 130"/>
                <a:gd name="T13" fmla="*/ 6990 h 113"/>
                <a:gd name="T14" fmla="*/ 13762 w 130"/>
                <a:gd name="T15" fmla="*/ 8072 h 113"/>
                <a:gd name="T16" fmla="*/ 14809 w 130"/>
                <a:gd name="T17" fmla="*/ 9662 h 113"/>
                <a:gd name="T18" fmla="*/ 16425 w 130"/>
                <a:gd name="T19" fmla="*/ 10930 h 113"/>
                <a:gd name="T20" fmla="*/ 19466 w 130"/>
                <a:gd name="T21" fmla="*/ 13445 h 113"/>
                <a:gd name="T22" fmla="*/ 21971 w 130"/>
                <a:gd name="T23" fmla="*/ 20243 h 113"/>
                <a:gd name="T24" fmla="*/ 20704 w 130"/>
                <a:gd name="T25" fmla="*/ 17921 h 113"/>
                <a:gd name="T26" fmla="*/ 19815 w 130"/>
                <a:gd name="T27" fmla="*/ 17193 h 113"/>
                <a:gd name="T28" fmla="*/ 19088 w 130"/>
                <a:gd name="T29" fmla="*/ 15953 h 113"/>
                <a:gd name="T30" fmla="*/ 18390 w 130"/>
                <a:gd name="T31" fmla="*/ 15762 h 113"/>
                <a:gd name="T32" fmla="*/ 17500 w 130"/>
                <a:gd name="T33" fmla="*/ 15762 h 113"/>
                <a:gd name="T34" fmla="*/ 17151 w 130"/>
                <a:gd name="T35" fmla="*/ 13794 h 113"/>
                <a:gd name="T36" fmla="*/ 11796 w 130"/>
                <a:gd name="T37" fmla="*/ 11629 h 113"/>
                <a:gd name="T38" fmla="*/ 13221 w 130"/>
                <a:gd name="T39" fmla="*/ 10203 h 113"/>
                <a:gd name="T40" fmla="*/ 13919 w 130"/>
                <a:gd name="T41" fmla="*/ 8963 h 113"/>
                <a:gd name="T42" fmla="*/ 13030 w 130"/>
                <a:gd name="T43" fmla="*/ 8771 h 113"/>
                <a:gd name="T44" fmla="*/ 11796 w 130"/>
                <a:gd name="T45" fmla="*/ 6798 h 113"/>
                <a:gd name="T46" fmla="*/ 9831 w 130"/>
                <a:gd name="T47" fmla="*/ 5564 h 113"/>
                <a:gd name="T48" fmla="*/ 11796 w 130"/>
                <a:gd name="T49" fmla="*/ 5564 h 113"/>
                <a:gd name="T50" fmla="*/ 9831 w 130"/>
                <a:gd name="T51" fmla="*/ 4290 h 113"/>
                <a:gd name="T52" fmla="*/ 8024 w 130"/>
                <a:gd name="T53" fmla="*/ 3749 h 113"/>
                <a:gd name="T54" fmla="*/ 6594 w 130"/>
                <a:gd name="T55" fmla="*/ 2858 h 113"/>
                <a:gd name="T56" fmla="*/ 3390 w 130"/>
                <a:gd name="T57" fmla="*/ 1432 h 113"/>
                <a:gd name="T58" fmla="*/ 0 w 130"/>
                <a:gd name="T59" fmla="*/ 0 h 113"/>
                <a:gd name="T60" fmla="*/ 732 w 130"/>
                <a:gd name="T61" fmla="*/ 0 h 113"/>
                <a:gd name="T62" fmla="*/ 1075 w 130"/>
                <a:gd name="T63" fmla="*/ 192 h 11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30" h="113">
                  <a:moveTo>
                    <a:pt x="6" y="1"/>
                  </a:moveTo>
                  <a:cubicBezTo>
                    <a:pt x="13" y="2"/>
                    <a:pt x="19" y="4"/>
                    <a:pt x="26" y="7"/>
                  </a:cubicBezTo>
                  <a:cubicBezTo>
                    <a:pt x="34" y="10"/>
                    <a:pt x="42" y="10"/>
                    <a:pt x="50" y="13"/>
                  </a:cubicBezTo>
                  <a:cubicBezTo>
                    <a:pt x="56" y="15"/>
                    <a:pt x="63" y="18"/>
                    <a:pt x="69" y="22"/>
                  </a:cubicBezTo>
                  <a:cubicBezTo>
                    <a:pt x="75" y="26"/>
                    <a:pt x="80" y="32"/>
                    <a:pt x="87" y="35"/>
                  </a:cubicBezTo>
                  <a:cubicBezTo>
                    <a:pt x="86" y="39"/>
                    <a:pt x="82" y="37"/>
                    <a:pt x="79" y="37"/>
                  </a:cubicBezTo>
                  <a:cubicBezTo>
                    <a:pt x="79" y="39"/>
                    <a:pt x="78" y="40"/>
                    <a:pt x="76" y="39"/>
                  </a:cubicBezTo>
                  <a:cubicBezTo>
                    <a:pt x="76" y="41"/>
                    <a:pt x="79" y="42"/>
                    <a:pt x="77" y="45"/>
                  </a:cubicBezTo>
                  <a:cubicBezTo>
                    <a:pt x="81" y="47"/>
                    <a:pt x="81" y="51"/>
                    <a:pt x="83" y="54"/>
                  </a:cubicBezTo>
                  <a:cubicBezTo>
                    <a:pt x="86" y="58"/>
                    <a:pt x="88" y="59"/>
                    <a:pt x="92" y="61"/>
                  </a:cubicBezTo>
                  <a:cubicBezTo>
                    <a:pt x="99" y="64"/>
                    <a:pt x="103" y="70"/>
                    <a:pt x="109" y="75"/>
                  </a:cubicBezTo>
                  <a:cubicBezTo>
                    <a:pt x="113" y="78"/>
                    <a:pt x="130" y="108"/>
                    <a:pt x="123" y="113"/>
                  </a:cubicBezTo>
                  <a:cubicBezTo>
                    <a:pt x="123" y="109"/>
                    <a:pt x="118" y="102"/>
                    <a:pt x="116" y="100"/>
                  </a:cubicBezTo>
                  <a:cubicBezTo>
                    <a:pt x="114" y="97"/>
                    <a:pt x="113" y="97"/>
                    <a:pt x="111" y="96"/>
                  </a:cubicBezTo>
                  <a:cubicBezTo>
                    <a:pt x="108" y="93"/>
                    <a:pt x="109" y="92"/>
                    <a:pt x="107" y="89"/>
                  </a:cubicBezTo>
                  <a:cubicBezTo>
                    <a:pt x="105" y="85"/>
                    <a:pt x="107" y="87"/>
                    <a:pt x="103" y="88"/>
                  </a:cubicBezTo>
                  <a:cubicBezTo>
                    <a:pt x="100" y="89"/>
                    <a:pt x="99" y="94"/>
                    <a:pt x="98" y="88"/>
                  </a:cubicBezTo>
                  <a:cubicBezTo>
                    <a:pt x="98" y="87"/>
                    <a:pt x="103" y="70"/>
                    <a:pt x="96" y="77"/>
                  </a:cubicBezTo>
                  <a:cubicBezTo>
                    <a:pt x="95" y="60"/>
                    <a:pt x="76" y="63"/>
                    <a:pt x="66" y="65"/>
                  </a:cubicBezTo>
                  <a:cubicBezTo>
                    <a:pt x="69" y="61"/>
                    <a:pt x="70" y="60"/>
                    <a:pt x="74" y="57"/>
                  </a:cubicBezTo>
                  <a:cubicBezTo>
                    <a:pt x="75" y="56"/>
                    <a:pt x="79" y="52"/>
                    <a:pt x="78" y="50"/>
                  </a:cubicBezTo>
                  <a:cubicBezTo>
                    <a:pt x="77" y="49"/>
                    <a:pt x="74" y="50"/>
                    <a:pt x="73" y="49"/>
                  </a:cubicBezTo>
                  <a:cubicBezTo>
                    <a:pt x="70" y="46"/>
                    <a:pt x="70" y="41"/>
                    <a:pt x="66" y="38"/>
                  </a:cubicBezTo>
                  <a:cubicBezTo>
                    <a:pt x="63" y="36"/>
                    <a:pt x="59" y="33"/>
                    <a:pt x="55" y="31"/>
                  </a:cubicBezTo>
                  <a:cubicBezTo>
                    <a:pt x="60" y="28"/>
                    <a:pt x="62" y="31"/>
                    <a:pt x="66" y="31"/>
                  </a:cubicBezTo>
                  <a:cubicBezTo>
                    <a:pt x="66" y="27"/>
                    <a:pt x="58" y="25"/>
                    <a:pt x="55" y="24"/>
                  </a:cubicBezTo>
                  <a:cubicBezTo>
                    <a:pt x="52" y="22"/>
                    <a:pt x="49" y="22"/>
                    <a:pt x="45" y="21"/>
                  </a:cubicBezTo>
                  <a:cubicBezTo>
                    <a:pt x="42" y="20"/>
                    <a:pt x="41" y="18"/>
                    <a:pt x="37" y="16"/>
                  </a:cubicBezTo>
                  <a:cubicBezTo>
                    <a:pt x="31" y="12"/>
                    <a:pt x="25" y="12"/>
                    <a:pt x="19" y="8"/>
                  </a:cubicBezTo>
                  <a:cubicBezTo>
                    <a:pt x="14" y="4"/>
                    <a:pt x="4" y="5"/>
                    <a:pt x="0" y="0"/>
                  </a:cubicBezTo>
                  <a:cubicBezTo>
                    <a:pt x="1" y="0"/>
                    <a:pt x="3" y="0"/>
                    <a:pt x="4" y="0"/>
                  </a:cubicBezTo>
                  <a:lnTo>
                    <a:pt x="6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86" name="Freeform 1349"/>
            <p:cNvSpPr>
              <a:spLocks/>
            </p:cNvSpPr>
            <p:nvPr/>
          </p:nvSpPr>
          <p:spPr bwMode="auto">
            <a:xfrm>
              <a:off x="4552" y="2509"/>
              <a:ext cx="389" cy="316"/>
            </a:xfrm>
            <a:custGeom>
              <a:avLst/>
              <a:gdLst>
                <a:gd name="T0" fmla="*/ 9663 w 69"/>
                <a:gd name="T1" fmla="*/ 1625 h 56"/>
                <a:gd name="T2" fmla="*/ 8073 w 69"/>
                <a:gd name="T3" fmla="*/ 734 h 56"/>
                <a:gd name="T4" fmla="*/ 7532 w 69"/>
                <a:gd name="T5" fmla="*/ 2167 h 56"/>
                <a:gd name="T6" fmla="*/ 6263 w 69"/>
                <a:gd name="T7" fmla="*/ 3950 h 56"/>
                <a:gd name="T8" fmla="*/ 2858 w 69"/>
                <a:gd name="T9" fmla="*/ 6303 h 56"/>
                <a:gd name="T10" fmla="*/ 1624 w 69"/>
                <a:gd name="T11" fmla="*/ 7358 h 56"/>
                <a:gd name="T12" fmla="*/ 1432 w 69"/>
                <a:gd name="T13" fmla="*/ 8086 h 56"/>
                <a:gd name="T14" fmla="*/ 891 w 69"/>
                <a:gd name="T15" fmla="*/ 8628 h 56"/>
                <a:gd name="T16" fmla="*/ 3400 w 69"/>
                <a:gd name="T17" fmla="*/ 9328 h 56"/>
                <a:gd name="T18" fmla="*/ 5722 w 69"/>
                <a:gd name="T19" fmla="*/ 7736 h 56"/>
                <a:gd name="T20" fmla="*/ 5023 w 69"/>
                <a:gd name="T21" fmla="*/ 9170 h 56"/>
                <a:gd name="T22" fmla="*/ 6641 w 69"/>
                <a:gd name="T23" fmla="*/ 9170 h 56"/>
                <a:gd name="T24" fmla="*/ 7881 w 69"/>
                <a:gd name="T25" fmla="*/ 8628 h 56"/>
                <a:gd name="T26" fmla="*/ 9156 w 69"/>
                <a:gd name="T27" fmla="*/ 8436 h 56"/>
                <a:gd name="T28" fmla="*/ 11631 w 69"/>
                <a:gd name="T29" fmla="*/ 5925 h 56"/>
                <a:gd name="T30" fmla="*/ 12172 w 69"/>
                <a:gd name="T31" fmla="*/ 5220 h 56"/>
                <a:gd name="T32" fmla="*/ 11281 w 69"/>
                <a:gd name="T33" fmla="*/ 4842 h 56"/>
                <a:gd name="T34" fmla="*/ 10204 w 69"/>
                <a:gd name="T35" fmla="*/ 3408 h 56"/>
                <a:gd name="T36" fmla="*/ 9663 w 69"/>
                <a:gd name="T37" fmla="*/ 1625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9" h="56">
                  <a:moveTo>
                    <a:pt x="54" y="9"/>
                  </a:moveTo>
                  <a:cubicBezTo>
                    <a:pt x="52" y="6"/>
                    <a:pt x="47" y="0"/>
                    <a:pt x="45" y="4"/>
                  </a:cubicBezTo>
                  <a:cubicBezTo>
                    <a:pt x="43" y="7"/>
                    <a:pt x="46" y="9"/>
                    <a:pt x="42" y="12"/>
                  </a:cubicBezTo>
                  <a:cubicBezTo>
                    <a:pt x="40" y="15"/>
                    <a:pt x="37" y="19"/>
                    <a:pt x="35" y="22"/>
                  </a:cubicBezTo>
                  <a:cubicBezTo>
                    <a:pt x="30" y="28"/>
                    <a:pt x="22" y="32"/>
                    <a:pt x="16" y="35"/>
                  </a:cubicBezTo>
                  <a:cubicBezTo>
                    <a:pt x="13" y="37"/>
                    <a:pt x="10" y="38"/>
                    <a:pt x="9" y="41"/>
                  </a:cubicBezTo>
                  <a:cubicBezTo>
                    <a:pt x="8" y="42"/>
                    <a:pt x="8" y="44"/>
                    <a:pt x="8" y="45"/>
                  </a:cubicBezTo>
                  <a:cubicBezTo>
                    <a:pt x="7" y="46"/>
                    <a:pt x="6" y="47"/>
                    <a:pt x="5" y="48"/>
                  </a:cubicBezTo>
                  <a:cubicBezTo>
                    <a:pt x="0" y="56"/>
                    <a:pt x="14" y="52"/>
                    <a:pt x="19" y="52"/>
                  </a:cubicBezTo>
                  <a:cubicBezTo>
                    <a:pt x="25" y="52"/>
                    <a:pt x="27" y="45"/>
                    <a:pt x="32" y="43"/>
                  </a:cubicBezTo>
                  <a:cubicBezTo>
                    <a:pt x="34" y="47"/>
                    <a:pt x="27" y="48"/>
                    <a:pt x="28" y="51"/>
                  </a:cubicBezTo>
                  <a:cubicBezTo>
                    <a:pt x="29" y="52"/>
                    <a:pt x="35" y="51"/>
                    <a:pt x="37" y="51"/>
                  </a:cubicBezTo>
                  <a:cubicBezTo>
                    <a:pt x="39" y="51"/>
                    <a:pt x="41" y="48"/>
                    <a:pt x="44" y="48"/>
                  </a:cubicBezTo>
                  <a:cubicBezTo>
                    <a:pt x="47" y="47"/>
                    <a:pt x="49" y="48"/>
                    <a:pt x="51" y="47"/>
                  </a:cubicBezTo>
                  <a:cubicBezTo>
                    <a:pt x="56" y="43"/>
                    <a:pt x="62" y="37"/>
                    <a:pt x="65" y="33"/>
                  </a:cubicBezTo>
                  <a:cubicBezTo>
                    <a:pt x="66" y="32"/>
                    <a:pt x="69" y="31"/>
                    <a:pt x="68" y="29"/>
                  </a:cubicBezTo>
                  <a:cubicBezTo>
                    <a:pt x="68" y="26"/>
                    <a:pt x="64" y="28"/>
                    <a:pt x="63" y="27"/>
                  </a:cubicBezTo>
                  <a:cubicBezTo>
                    <a:pt x="60" y="25"/>
                    <a:pt x="58" y="22"/>
                    <a:pt x="57" y="19"/>
                  </a:cubicBezTo>
                  <a:lnTo>
                    <a:pt x="54" y="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87" name="Freeform 1350"/>
            <p:cNvSpPr>
              <a:spLocks/>
            </p:cNvSpPr>
            <p:nvPr/>
          </p:nvSpPr>
          <p:spPr bwMode="auto">
            <a:xfrm>
              <a:off x="4800" y="2526"/>
              <a:ext cx="215" cy="265"/>
            </a:xfrm>
            <a:custGeom>
              <a:avLst/>
              <a:gdLst>
                <a:gd name="T0" fmla="*/ 894 w 38"/>
                <a:gd name="T1" fmla="*/ 1624 h 47"/>
                <a:gd name="T2" fmla="*/ 1279 w 38"/>
                <a:gd name="T3" fmla="*/ 541 h 47"/>
                <a:gd name="T4" fmla="*/ 2721 w 38"/>
                <a:gd name="T5" fmla="*/ 2323 h 47"/>
                <a:gd name="T6" fmla="*/ 4515 w 38"/>
                <a:gd name="T7" fmla="*/ 3941 h 47"/>
                <a:gd name="T8" fmla="*/ 4351 w 38"/>
                <a:gd name="T9" fmla="*/ 4832 h 47"/>
                <a:gd name="T10" fmla="*/ 1986 w 38"/>
                <a:gd name="T11" fmla="*/ 5915 h 47"/>
                <a:gd name="T12" fmla="*/ 736 w 38"/>
                <a:gd name="T13" fmla="*/ 6106 h 47"/>
                <a:gd name="T14" fmla="*/ 894 w 38"/>
                <a:gd name="T15" fmla="*/ 1624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" h="47">
                  <a:moveTo>
                    <a:pt x="5" y="9"/>
                  </a:moveTo>
                  <a:cubicBezTo>
                    <a:pt x="5" y="9"/>
                    <a:pt x="0" y="0"/>
                    <a:pt x="7" y="3"/>
                  </a:cubicBezTo>
                  <a:cubicBezTo>
                    <a:pt x="7" y="3"/>
                    <a:pt x="11" y="2"/>
                    <a:pt x="15" y="13"/>
                  </a:cubicBezTo>
                  <a:cubicBezTo>
                    <a:pt x="15" y="13"/>
                    <a:pt x="16" y="23"/>
                    <a:pt x="25" y="22"/>
                  </a:cubicBezTo>
                  <a:cubicBezTo>
                    <a:pt x="25" y="22"/>
                    <a:pt x="38" y="22"/>
                    <a:pt x="24" y="27"/>
                  </a:cubicBezTo>
                  <a:cubicBezTo>
                    <a:pt x="24" y="27"/>
                    <a:pt x="17" y="27"/>
                    <a:pt x="11" y="33"/>
                  </a:cubicBezTo>
                  <a:cubicBezTo>
                    <a:pt x="11" y="33"/>
                    <a:pt x="1" y="47"/>
                    <a:pt x="4" y="34"/>
                  </a:cubicBezTo>
                  <a:cubicBezTo>
                    <a:pt x="4" y="34"/>
                    <a:pt x="11" y="13"/>
                    <a:pt x="5" y="9"/>
                  </a:cubicBezTo>
                  <a:close/>
                </a:path>
              </a:pathLst>
            </a:custGeom>
            <a:solidFill>
              <a:srgbClr val="A1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88" name="Freeform 1351"/>
            <p:cNvSpPr>
              <a:spLocks/>
            </p:cNvSpPr>
            <p:nvPr/>
          </p:nvSpPr>
          <p:spPr bwMode="auto">
            <a:xfrm>
              <a:off x="4783" y="2644"/>
              <a:ext cx="232" cy="271"/>
            </a:xfrm>
            <a:custGeom>
              <a:avLst/>
              <a:gdLst>
                <a:gd name="T0" fmla="*/ 6886 w 41"/>
                <a:gd name="T1" fmla="*/ 734 h 48"/>
                <a:gd name="T2" fmla="*/ 4516 w 41"/>
                <a:gd name="T3" fmla="*/ 4494 h 48"/>
                <a:gd name="T4" fmla="*/ 736 w 41"/>
                <a:gd name="T5" fmla="*/ 8638 h 48"/>
                <a:gd name="T6" fmla="*/ 736 w 41"/>
                <a:gd name="T7" fmla="*/ 7746 h 48"/>
                <a:gd name="T8" fmla="*/ 1279 w 41"/>
                <a:gd name="T9" fmla="*/ 5770 h 48"/>
                <a:gd name="T10" fmla="*/ 1986 w 41"/>
                <a:gd name="T11" fmla="*/ 4686 h 48"/>
                <a:gd name="T12" fmla="*/ 4708 w 41"/>
                <a:gd name="T13" fmla="*/ 3410 h 48"/>
                <a:gd name="T14" fmla="*/ 6145 w 41"/>
                <a:gd name="T15" fmla="*/ 892 h 48"/>
                <a:gd name="T16" fmla="*/ 6886 w 41"/>
                <a:gd name="T17" fmla="*/ 734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" h="48">
                  <a:moveTo>
                    <a:pt x="38" y="4"/>
                  </a:moveTo>
                  <a:cubicBezTo>
                    <a:pt x="38" y="4"/>
                    <a:pt x="30" y="22"/>
                    <a:pt x="25" y="25"/>
                  </a:cubicBezTo>
                  <a:cubicBezTo>
                    <a:pt x="25" y="25"/>
                    <a:pt x="12" y="46"/>
                    <a:pt x="4" y="48"/>
                  </a:cubicBezTo>
                  <a:cubicBezTo>
                    <a:pt x="4" y="48"/>
                    <a:pt x="0" y="48"/>
                    <a:pt x="4" y="43"/>
                  </a:cubicBezTo>
                  <a:cubicBezTo>
                    <a:pt x="4" y="43"/>
                    <a:pt x="7" y="38"/>
                    <a:pt x="7" y="32"/>
                  </a:cubicBezTo>
                  <a:cubicBezTo>
                    <a:pt x="7" y="32"/>
                    <a:pt x="7" y="28"/>
                    <a:pt x="11" y="26"/>
                  </a:cubicBezTo>
                  <a:cubicBezTo>
                    <a:pt x="11" y="26"/>
                    <a:pt x="24" y="22"/>
                    <a:pt x="26" y="19"/>
                  </a:cubicBezTo>
                  <a:cubicBezTo>
                    <a:pt x="26" y="19"/>
                    <a:pt x="32" y="11"/>
                    <a:pt x="34" y="5"/>
                  </a:cubicBezTo>
                  <a:cubicBezTo>
                    <a:pt x="34" y="5"/>
                    <a:pt x="41" y="0"/>
                    <a:pt x="38" y="4"/>
                  </a:cubicBezTo>
                  <a:close/>
                </a:path>
              </a:pathLst>
            </a:custGeom>
            <a:solidFill>
              <a:srgbClr val="B389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89" name="Freeform 1352"/>
            <p:cNvSpPr>
              <a:spLocks/>
            </p:cNvSpPr>
            <p:nvPr/>
          </p:nvSpPr>
          <p:spPr bwMode="auto">
            <a:xfrm>
              <a:off x="4795" y="2780"/>
              <a:ext cx="101" cy="112"/>
            </a:xfrm>
            <a:custGeom>
              <a:avLst/>
              <a:gdLst>
                <a:gd name="T0" fmla="*/ 690 w 18"/>
                <a:gd name="T1" fmla="*/ 1943 h 20"/>
                <a:gd name="T2" fmla="*/ 2486 w 18"/>
                <a:gd name="T3" fmla="*/ 879 h 20"/>
                <a:gd name="T4" fmla="*/ 0 w 18"/>
                <a:gd name="T5" fmla="*/ 3511 h 20"/>
                <a:gd name="T6" fmla="*/ 690 w 18"/>
                <a:gd name="T7" fmla="*/ 194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0">
                  <a:moveTo>
                    <a:pt x="4" y="11"/>
                  </a:moveTo>
                  <a:cubicBezTo>
                    <a:pt x="4" y="11"/>
                    <a:pt x="18" y="0"/>
                    <a:pt x="14" y="5"/>
                  </a:cubicBezTo>
                  <a:cubicBezTo>
                    <a:pt x="14" y="5"/>
                    <a:pt x="7" y="18"/>
                    <a:pt x="0" y="20"/>
                  </a:cubicBezTo>
                  <a:cubicBezTo>
                    <a:pt x="0" y="20"/>
                    <a:pt x="3" y="14"/>
                    <a:pt x="4" y="11"/>
                  </a:cubicBezTo>
                  <a:close/>
                </a:path>
              </a:pathLst>
            </a:custGeom>
            <a:solidFill>
              <a:srgbClr val="A07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90" name="Freeform 1353"/>
            <p:cNvSpPr>
              <a:spLocks/>
            </p:cNvSpPr>
            <p:nvPr/>
          </p:nvSpPr>
          <p:spPr bwMode="auto">
            <a:xfrm>
              <a:off x="4716" y="2549"/>
              <a:ext cx="169" cy="428"/>
            </a:xfrm>
            <a:custGeom>
              <a:avLst/>
              <a:gdLst>
                <a:gd name="T0" fmla="*/ 4124 w 30"/>
                <a:gd name="T1" fmla="*/ 541 h 76"/>
                <a:gd name="T2" fmla="*/ 4631 w 30"/>
                <a:gd name="T3" fmla="*/ 191 h 76"/>
                <a:gd name="T4" fmla="*/ 4822 w 30"/>
                <a:gd name="T5" fmla="*/ 3204 h 76"/>
                <a:gd name="T6" fmla="*/ 3938 w 30"/>
                <a:gd name="T7" fmla="*/ 6437 h 76"/>
                <a:gd name="T8" fmla="*/ 3588 w 30"/>
                <a:gd name="T9" fmla="*/ 8566 h 76"/>
                <a:gd name="T10" fmla="*/ 2158 w 30"/>
                <a:gd name="T11" fmla="*/ 13223 h 76"/>
                <a:gd name="T12" fmla="*/ 1775 w 30"/>
                <a:gd name="T13" fmla="*/ 12688 h 76"/>
                <a:gd name="T14" fmla="*/ 1775 w 30"/>
                <a:gd name="T15" fmla="*/ 11066 h 76"/>
                <a:gd name="T16" fmla="*/ 1239 w 30"/>
                <a:gd name="T17" fmla="*/ 11258 h 76"/>
                <a:gd name="T18" fmla="*/ 192 w 30"/>
                <a:gd name="T19" fmla="*/ 11415 h 76"/>
                <a:gd name="T20" fmla="*/ 732 w 30"/>
                <a:gd name="T21" fmla="*/ 10182 h 76"/>
                <a:gd name="T22" fmla="*/ 2507 w 30"/>
                <a:gd name="T23" fmla="*/ 7327 h 76"/>
                <a:gd name="T24" fmla="*/ 3205 w 30"/>
                <a:gd name="T25" fmla="*/ 6060 h 76"/>
                <a:gd name="T26" fmla="*/ 4124 w 30"/>
                <a:gd name="T27" fmla="*/ 2506 h 76"/>
                <a:gd name="T28" fmla="*/ 4124 w 30"/>
                <a:gd name="T29" fmla="*/ 541 h 7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" h="76">
                  <a:moveTo>
                    <a:pt x="23" y="3"/>
                  </a:moveTo>
                  <a:cubicBezTo>
                    <a:pt x="23" y="3"/>
                    <a:pt x="23" y="0"/>
                    <a:pt x="26" y="1"/>
                  </a:cubicBezTo>
                  <a:cubicBezTo>
                    <a:pt x="26" y="1"/>
                    <a:pt x="30" y="12"/>
                    <a:pt x="27" y="18"/>
                  </a:cubicBezTo>
                  <a:cubicBezTo>
                    <a:pt x="27" y="18"/>
                    <a:pt x="23" y="31"/>
                    <a:pt x="22" y="36"/>
                  </a:cubicBezTo>
                  <a:cubicBezTo>
                    <a:pt x="22" y="36"/>
                    <a:pt x="21" y="43"/>
                    <a:pt x="20" y="48"/>
                  </a:cubicBezTo>
                  <a:cubicBezTo>
                    <a:pt x="20" y="48"/>
                    <a:pt x="15" y="72"/>
                    <a:pt x="12" y="74"/>
                  </a:cubicBezTo>
                  <a:cubicBezTo>
                    <a:pt x="12" y="74"/>
                    <a:pt x="9" y="76"/>
                    <a:pt x="10" y="71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2"/>
                    <a:pt x="8" y="60"/>
                    <a:pt x="7" y="63"/>
                  </a:cubicBezTo>
                  <a:cubicBezTo>
                    <a:pt x="7" y="63"/>
                    <a:pt x="0" y="67"/>
                    <a:pt x="1" y="64"/>
                  </a:cubicBezTo>
                  <a:cubicBezTo>
                    <a:pt x="1" y="64"/>
                    <a:pt x="1" y="60"/>
                    <a:pt x="4" y="57"/>
                  </a:cubicBezTo>
                  <a:cubicBezTo>
                    <a:pt x="4" y="57"/>
                    <a:pt x="12" y="49"/>
                    <a:pt x="14" y="41"/>
                  </a:cubicBezTo>
                  <a:cubicBezTo>
                    <a:pt x="14" y="41"/>
                    <a:pt x="17" y="36"/>
                    <a:pt x="18" y="34"/>
                  </a:cubicBezTo>
                  <a:cubicBezTo>
                    <a:pt x="18" y="34"/>
                    <a:pt x="23" y="22"/>
                    <a:pt x="23" y="14"/>
                  </a:cubicBezTo>
                  <a:cubicBezTo>
                    <a:pt x="23" y="14"/>
                    <a:pt x="22" y="7"/>
                    <a:pt x="23" y="3"/>
                  </a:cubicBezTo>
                  <a:close/>
                </a:path>
              </a:pathLst>
            </a:custGeom>
            <a:solidFill>
              <a:srgbClr val="BC9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91" name="Freeform 1354"/>
            <p:cNvSpPr>
              <a:spLocks/>
            </p:cNvSpPr>
            <p:nvPr/>
          </p:nvSpPr>
          <p:spPr bwMode="auto">
            <a:xfrm>
              <a:off x="4727" y="2616"/>
              <a:ext cx="135" cy="288"/>
            </a:xfrm>
            <a:custGeom>
              <a:avLst/>
              <a:gdLst>
                <a:gd name="T0" fmla="*/ 349 w 24"/>
                <a:gd name="T1" fmla="*/ 8990 h 51"/>
                <a:gd name="T2" fmla="*/ 726 w 24"/>
                <a:gd name="T3" fmla="*/ 7906 h 51"/>
                <a:gd name="T4" fmla="*/ 3386 w 24"/>
                <a:gd name="T5" fmla="*/ 2711 h 51"/>
                <a:gd name="T6" fmla="*/ 3735 w 24"/>
                <a:gd name="T7" fmla="*/ 542 h 51"/>
                <a:gd name="T8" fmla="*/ 3926 w 24"/>
                <a:gd name="T9" fmla="*/ 1434 h 51"/>
                <a:gd name="T10" fmla="*/ 2661 w 24"/>
                <a:gd name="T11" fmla="*/ 5771 h 51"/>
                <a:gd name="T12" fmla="*/ 1074 w 24"/>
                <a:gd name="T13" fmla="*/ 8448 h 51"/>
                <a:gd name="T14" fmla="*/ 349 w 24"/>
                <a:gd name="T15" fmla="*/ 899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51">
                  <a:moveTo>
                    <a:pt x="2" y="50"/>
                  </a:moveTo>
                  <a:cubicBezTo>
                    <a:pt x="2" y="50"/>
                    <a:pt x="0" y="47"/>
                    <a:pt x="4" y="44"/>
                  </a:cubicBezTo>
                  <a:cubicBezTo>
                    <a:pt x="4" y="44"/>
                    <a:pt x="17" y="24"/>
                    <a:pt x="19" y="15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4" y="0"/>
                    <a:pt x="22" y="8"/>
                  </a:cubicBezTo>
                  <a:cubicBezTo>
                    <a:pt x="22" y="8"/>
                    <a:pt x="18" y="26"/>
                    <a:pt x="15" y="32"/>
                  </a:cubicBezTo>
                  <a:cubicBezTo>
                    <a:pt x="15" y="32"/>
                    <a:pt x="9" y="45"/>
                    <a:pt x="6" y="47"/>
                  </a:cubicBezTo>
                  <a:cubicBezTo>
                    <a:pt x="6" y="47"/>
                    <a:pt x="1" y="51"/>
                    <a:pt x="2" y="50"/>
                  </a:cubicBezTo>
                  <a:close/>
                </a:path>
              </a:pathLst>
            </a:custGeom>
            <a:solidFill>
              <a:srgbClr val="DDB5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92" name="Freeform 1355"/>
            <p:cNvSpPr>
              <a:spLocks/>
            </p:cNvSpPr>
            <p:nvPr/>
          </p:nvSpPr>
          <p:spPr bwMode="auto">
            <a:xfrm>
              <a:off x="4738" y="2808"/>
              <a:ext cx="74" cy="141"/>
            </a:xfrm>
            <a:custGeom>
              <a:avLst/>
              <a:gdLst>
                <a:gd name="T0" fmla="*/ 0 w 13"/>
                <a:gd name="T1" fmla="*/ 3243 h 25"/>
                <a:gd name="T2" fmla="*/ 1104 w 13"/>
                <a:gd name="T3" fmla="*/ 4484 h 25"/>
                <a:gd name="T4" fmla="*/ 2396 w 13"/>
                <a:gd name="T5" fmla="*/ 733 h 25"/>
                <a:gd name="T6" fmla="*/ 1844 w 13"/>
                <a:gd name="T7" fmla="*/ 1083 h 25"/>
                <a:gd name="T8" fmla="*/ 0 w 13"/>
                <a:gd name="T9" fmla="*/ 3243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5">
                  <a:moveTo>
                    <a:pt x="0" y="18"/>
                  </a:moveTo>
                  <a:cubicBezTo>
                    <a:pt x="0" y="18"/>
                    <a:pt x="8" y="12"/>
                    <a:pt x="6" y="25"/>
                  </a:cubicBezTo>
                  <a:cubicBezTo>
                    <a:pt x="6" y="25"/>
                    <a:pt x="12" y="12"/>
                    <a:pt x="13" y="4"/>
                  </a:cubicBezTo>
                  <a:cubicBezTo>
                    <a:pt x="13" y="4"/>
                    <a:pt x="13" y="0"/>
                    <a:pt x="10" y="6"/>
                  </a:cubicBezTo>
                  <a:cubicBezTo>
                    <a:pt x="10" y="6"/>
                    <a:pt x="5" y="18"/>
                    <a:pt x="0" y="18"/>
                  </a:cubicBezTo>
                  <a:close/>
                </a:path>
              </a:pathLst>
            </a:custGeom>
            <a:solidFill>
              <a:srgbClr val="9461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93" name="Freeform 1356"/>
            <p:cNvSpPr>
              <a:spLocks/>
            </p:cNvSpPr>
            <p:nvPr/>
          </p:nvSpPr>
          <p:spPr bwMode="auto">
            <a:xfrm>
              <a:off x="4699" y="1940"/>
              <a:ext cx="169" cy="259"/>
            </a:xfrm>
            <a:custGeom>
              <a:avLst/>
              <a:gdLst>
                <a:gd name="T0" fmla="*/ 732 w 30"/>
                <a:gd name="T1" fmla="*/ 6785 h 46"/>
                <a:gd name="T2" fmla="*/ 890 w 30"/>
                <a:gd name="T3" fmla="*/ 5360 h 46"/>
                <a:gd name="T4" fmla="*/ 4473 w 30"/>
                <a:gd name="T5" fmla="*/ 1239 h 46"/>
                <a:gd name="T6" fmla="*/ 3938 w 30"/>
                <a:gd name="T7" fmla="*/ 2506 h 46"/>
                <a:gd name="T8" fmla="*/ 732 w 30"/>
                <a:gd name="T9" fmla="*/ 6785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46">
                  <a:moveTo>
                    <a:pt x="4" y="38"/>
                  </a:moveTo>
                  <a:cubicBezTo>
                    <a:pt x="4" y="38"/>
                    <a:pt x="0" y="35"/>
                    <a:pt x="5" y="30"/>
                  </a:cubicBezTo>
                  <a:cubicBezTo>
                    <a:pt x="5" y="30"/>
                    <a:pt x="30" y="0"/>
                    <a:pt x="25" y="7"/>
                  </a:cubicBezTo>
                  <a:cubicBezTo>
                    <a:pt x="25" y="7"/>
                    <a:pt x="25" y="10"/>
                    <a:pt x="22" y="14"/>
                  </a:cubicBezTo>
                  <a:cubicBezTo>
                    <a:pt x="22" y="14"/>
                    <a:pt x="3" y="46"/>
                    <a:pt x="4" y="38"/>
                  </a:cubicBez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94" name="Freeform 1357"/>
            <p:cNvSpPr>
              <a:spLocks/>
            </p:cNvSpPr>
            <p:nvPr/>
          </p:nvSpPr>
          <p:spPr bwMode="auto">
            <a:xfrm>
              <a:off x="3493" y="1314"/>
              <a:ext cx="456" cy="130"/>
            </a:xfrm>
            <a:custGeom>
              <a:avLst/>
              <a:gdLst>
                <a:gd name="T0" fmla="*/ 1239 w 81"/>
                <a:gd name="T1" fmla="*/ 893 h 23"/>
                <a:gd name="T2" fmla="*/ 3389 w 81"/>
                <a:gd name="T3" fmla="*/ 3069 h 23"/>
                <a:gd name="T4" fmla="*/ 14451 w 81"/>
                <a:gd name="T5" fmla="*/ 2527 h 23"/>
                <a:gd name="T6" fmla="*/ 2854 w 81"/>
                <a:gd name="T7" fmla="*/ 1436 h 23"/>
                <a:gd name="T8" fmla="*/ 1239 w 81"/>
                <a:gd name="T9" fmla="*/ 893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23">
                  <a:moveTo>
                    <a:pt x="7" y="5"/>
                  </a:moveTo>
                  <a:cubicBezTo>
                    <a:pt x="7" y="5"/>
                    <a:pt x="0" y="14"/>
                    <a:pt x="19" y="17"/>
                  </a:cubicBezTo>
                  <a:cubicBezTo>
                    <a:pt x="19" y="17"/>
                    <a:pt x="53" y="23"/>
                    <a:pt x="81" y="14"/>
                  </a:cubicBezTo>
                  <a:cubicBezTo>
                    <a:pt x="81" y="14"/>
                    <a:pt x="25" y="21"/>
                    <a:pt x="16" y="8"/>
                  </a:cubicBezTo>
                  <a:cubicBezTo>
                    <a:pt x="16" y="8"/>
                    <a:pt x="8" y="0"/>
                    <a:pt x="7" y="5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95" name="Freeform 1358"/>
            <p:cNvSpPr>
              <a:spLocks/>
            </p:cNvSpPr>
            <p:nvPr/>
          </p:nvSpPr>
          <p:spPr bwMode="auto">
            <a:xfrm>
              <a:off x="3296" y="1190"/>
              <a:ext cx="580" cy="118"/>
            </a:xfrm>
            <a:custGeom>
              <a:avLst/>
              <a:gdLst>
                <a:gd name="T0" fmla="*/ 349 w 103"/>
                <a:gd name="T1" fmla="*/ 0 h 21"/>
                <a:gd name="T2" fmla="*/ 2663 w 103"/>
                <a:gd name="T3" fmla="*/ 2113 h 21"/>
                <a:gd name="T4" fmla="*/ 18391 w 103"/>
                <a:gd name="T5" fmla="*/ 3725 h 21"/>
                <a:gd name="T6" fmla="*/ 349 w 103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21">
                  <a:moveTo>
                    <a:pt x="2" y="0"/>
                  </a:moveTo>
                  <a:cubicBezTo>
                    <a:pt x="2" y="0"/>
                    <a:pt x="0" y="9"/>
                    <a:pt x="15" y="12"/>
                  </a:cubicBezTo>
                  <a:cubicBezTo>
                    <a:pt x="15" y="12"/>
                    <a:pt x="43" y="21"/>
                    <a:pt x="103" y="21"/>
                  </a:cubicBezTo>
                  <a:cubicBezTo>
                    <a:pt x="103" y="21"/>
                    <a:pt x="7" y="17"/>
                    <a:pt x="2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96" name="Freeform 1359"/>
            <p:cNvSpPr>
              <a:spLocks/>
            </p:cNvSpPr>
            <p:nvPr/>
          </p:nvSpPr>
          <p:spPr bwMode="auto">
            <a:xfrm>
              <a:off x="3053" y="1004"/>
              <a:ext cx="665" cy="248"/>
            </a:xfrm>
            <a:custGeom>
              <a:avLst/>
              <a:gdLst>
                <a:gd name="T0" fmla="*/ 1240 w 118"/>
                <a:gd name="T1" fmla="*/ 0 h 44"/>
                <a:gd name="T2" fmla="*/ 4289 w 118"/>
                <a:gd name="T3" fmla="*/ 3748 h 44"/>
                <a:gd name="T4" fmla="*/ 21122 w 118"/>
                <a:gd name="T5" fmla="*/ 7880 h 44"/>
                <a:gd name="T6" fmla="*/ 1240 w 118"/>
                <a:gd name="T7" fmla="*/ 0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8" h="44">
                  <a:moveTo>
                    <a:pt x="7" y="0"/>
                  </a:moveTo>
                  <a:cubicBezTo>
                    <a:pt x="7" y="0"/>
                    <a:pt x="0" y="13"/>
                    <a:pt x="24" y="21"/>
                  </a:cubicBezTo>
                  <a:cubicBezTo>
                    <a:pt x="24" y="21"/>
                    <a:pt x="87" y="41"/>
                    <a:pt x="118" y="44"/>
                  </a:cubicBezTo>
                  <a:cubicBezTo>
                    <a:pt x="118" y="44"/>
                    <a:pt x="13" y="21"/>
                    <a:pt x="7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97" name="Freeform 1360"/>
            <p:cNvSpPr>
              <a:spLocks/>
            </p:cNvSpPr>
            <p:nvPr/>
          </p:nvSpPr>
          <p:spPr bwMode="auto">
            <a:xfrm>
              <a:off x="6074" y="2210"/>
              <a:ext cx="564" cy="215"/>
            </a:xfrm>
            <a:custGeom>
              <a:avLst/>
              <a:gdLst>
                <a:gd name="T0" fmla="*/ 6650 w 100"/>
                <a:gd name="T1" fmla="*/ 736 h 38"/>
                <a:gd name="T2" fmla="*/ 6108 w 100"/>
                <a:gd name="T3" fmla="*/ 192 h 38"/>
                <a:gd name="T4" fmla="*/ 8781 w 100"/>
                <a:gd name="T5" fmla="*/ 1279 h 38"/>
                <a:gd name="T6" fmla="*/ 12216 w 100"/>
                <a:gd name="T7" fmla="*/ 2529 h 38"/>
                <a:gd name="T8" fmla="*/ 15425 w 100"/>
                <a:gd name="T9" fmla="*/ 4707 h 38"/>
                <a:gd name="T10" fmla="*/ 17941 w 100"/>
                <a:gd name="T11" fmla="*/ 5986 h 38"/>
                <a:gd name="T12" fmla="*/ 13265 w 100"/>
                <a:gd name="T13" fmla="*/ 4351 h 38"/>
                <a:gd name="T14" fmla="*/ 8432 w 100"/>
                <a:gd name="T15" fmla="*/ 1828 h 38"/>
                <a:gd name="T16" fmla="*/ 12724 w 100"/>
                <a:gd name="T17" fmla="*/ 5251 h 38"/>
                <a:gd name="T18" fmla="*/ 10050 w 100"/>
                <a:gd name="T19" fmla="*/ 4164 h 38"/>
                <a:gd name="T20" fmla="*/ 7191 w 100"/>
                <a:gd name="T21" fmla="*/ 2914 h 38"/>
                <a:gd name="T22" fmla="*/ 8432 w 100"/>
                <a:gd name="T23" fmla="*/ 3808 h 38"/>
                <a:gd name="T24" fmla="*/ 9701 w 100"/>
                <a:gd name="T25" fmla="*/ 5251 h 38"/>
                <a:gd name="T26" fmla="*/ 6999 w 100"/>
                <a:gd name="T27" fmla="*/ 3972 h 38"/>
                <a:gd name="T28" fmla="*/ 5916 w 100"/>
                <a:gd name="T29" fmla="*/ 3972 h 38"/>
                <a:gd name="T30" fmla="*/ 6266 w 100"/>
                <a:gd name="T31" fmla="*/ 5443 h 38"/>
                <a:gd name="T32" fmla="*/ 5025 w 100"/>
                <a:gd name="T33" fmla="*/ 4515 h 38"/>
                <a:gd name="T34" fmla="*/ 3756 w 100"/>
                <a:gd name="T35" fmla="*/ 4164 h 38"/>
                <a:gd name="T36" fmla="*/ 1974 w 100"/>
                <a:gd name="T37" fmla="*/ 3808 h 38"/>
                <a:gd name="T38" fmla="*/ 0 w 100"/>
                <a:gd name="T39" fmla="*/ 3265 h 38"/>
                <a:gd name="T40" fmla="*/ 1624 w 100"/>
                <a:gd name="T41" fmla="*/ 3265 h 38"/>
                <a:gd name="T42" fmla="*/ 3051 w 100"/>
                <a:gd name="T43" fmla="*/ 3615 h 38"/>
                <a:gd name="T44" fmla="*/ 2702 w 100"/>
                <a:gd name="T45" fmla="*/ 2529 h 38"/>
                <a:gd name="T46" fmla="*/ 4833 w 100"/>
                <a:gd name="T47" fmla="*/ 3615 h 38"/>
                <a:gd name="T48" fmla="*/ 5217 w 100"/>
                <a:gd name="T49" fmla="*/ 2529 h 38"/>
                <a:gd name="T50" fmla="*/ 6458 w 100"/>
                <a:gd name="T51" fmla="*/ 2721 h 38"/>
                <a:gd name="T52" fmla="*/ 6266 w 100"/>
                <a:gd name="T53" fmla="*/ 1828 h 38"/>
                <a:gd name="T54" fmla="*/ 7890 w 100"/>
                <a:gd name="T55" fmla="*/ 2178 h 38"/>
                <a:gd name="T56" fmla="*/ 6999 w 100"/>
                <a:gd name="T57" fmla="*/ 1279 h 38"/>
                <a:gd name="T58" fmla="*/ 6650 w 100"/>
                <a:gd name="T59" fmla="*/ 736 h 3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00" h="38">
                  <a:moveTo>
                    <a:pt x="37" y="4"/>
                  </a:moveTo>
                  <a:cubicBezTo>
                    <a:pt x="35" y="5"/>
                    <a:pt x="34" y="3"/>
                    <a:pt x="34" y="1"/>
                  </a:cubicBezTo>
                  <a:cubicBezTo>
                    <a:pt x="38" y="0"/>
                    <a:pt x="44" y="6"/>
                    <a:pt x="49" y="7"/>
                  </a:cubicBezTo>
                  <a:cubicBezTo>
                    <a:pt x="56" y="8"/>
                    <a:pt x="62" y="10"/>
                    <a:pt x="68" y="14"/>
                  </a:cubicBezTo>
                  <a:cubicBezTo>
                    <a:pt x="74" y="18"/>
                    <a:pt x="79" y="22"/>
                    <a:pt x="86" y="26"/>
                  </a:cubicBezTo>
                  <a:cubicBezTo>
                    <a:pt x="90" y="28"/>
                    <a:pt x="97" y="29"/>
                    <a:pt x="100" y="33"/>
                  </a:cubicBezTo>
                  <a:cubicBezTo>
                    <a:pt x="93" y="38"/>
                    <a:pt x="81" y="27"/>
                    <a:pt x="74" y="24"/>
                  </a:cubicBezTo>
                  <a:cubicBezTo>
                    <a:pt x="66" y="19"/>
                    <a:pt x="56" y="12"/>
                    <a:pt x="47" y="10"/>
                  </a:cubicBezTo>
                  <a:cubicBezTo>
                    <a:pt x="53" y="19"/>
                    <a:pt x="64" y="20"/>
                    <a:pt x="71" y="29"/>
                  </a:cubicBezTo>
                  <a:cubicBezTo>
                    <a:pt x="68" y="33"/>
                    <a:pt x="59" y="25"/>
                    <a:pt x="56" y="23"/>
                  </a:cubicBezTo>
                  <a:cubicBezTo>
                    <a:pt x="51" y="19"/>
                    <a:pt x="47" y="17"/>
                    <a:pt x="40" y="16"/>
                  </a:cubicBezTo>
                  <a:cubicBezTo>
                    <a:pt x="41" y="20"/>
                    <a:pt x="44" y="20"/>
                    <a:pt x="47" y="21"/>
                  </a:cubicBezTo>
                  <a:cubicBezTo>
                    <a:pt x="50" y="23"/>
                    <a:pt x="52" y="26"/>
                    <a:pt x="54" y="29"/>
                  </a:cubicBezTo>
                  <a:cubicBezTo>
                    <a:pt x="51" y="31"/>
                    <a:pt x="42" y="24"/>
                    <a:pt x="39" y="22"/>
                  </a:cubicBezTo>
                  <a:cubicBezTo>
                    <a:pt x="37" y="21"/>
                    <a:pt x="35" y="19"/>
                    <a:pt x="33" y="22"/>
                  </a:cubicBezTo>
                  <a:cubicBezTo>
                    <a:pt x="32" y="25"/>
                    <a:pt x="35" y="27"/>
                    <a:pt x="35" y="30"/>
                  </a:cubicBezTo>
                  <a:cubicBezTo>
                    <a:pt x="32" y="28"/>
                    <a:pt x="31" y="26"/>
                    <a:pt x="28" y="25"/>
                  </a:cubicBezTo>
                  <a:cubicBezTo>
                    <a:pt x="26" y="24"/>
                    <a:pt x="22" y="23"/>
                    <a:pt x="21" y="23"/>
                  </a:cubicBezTo>
                  <a:cubicBezTo>
                    <a:pt x="22" y="31"/>
                    <a:pt x="13" y="24"/>
                    <a:pt x="11" y="21"/>
                  </a:cubicBezTo>
                  <a:cubicBezTo>
                    <a:pt x="10" y="29"/>
                    <a:pt x="3" y="19"/>
                    <a:pt x="0" y="18"/>
                  </a:cubicBezTo>
                  <a:cubicBezTo>
                    <a:pt x="4" y="18"/>
                    <a:pt x="8" y="23"/>
                    <a:pt x="9" y="18"/>
                  </a:cubicBezTo>
                  <a:cubicBezTo>
                    <a:pt x="11" y="20"/>
                    <a:pt x="14" y="23"/>
                    <a:pt x="17" y="20"/>
                  </a:cubicBezTo>
                  <a:cubicBezTo>
                    <a:pt x="17" y="17"/>
                    <a:pt x="16" y="15"/>
                    <a:pt x="15" y="14"/>
                  </a:cubicBezTo>
                  <a:cubicBezTo>
                    <a:pt x="19" y="12"/>
                    <a:pt x="23" y="19"/>
                    <a:pt x="27" y="20"/>
                  </a:cubicBezTo>
                  <a:cubicBezTo>
                    <a:pt x="34" y="21"/>
                    <a:pt x="29" y="18"/>
                    <a:pt x="29" y="14"/>
                  </a:cubicBezTo>
                  <a:cubicBezTo>
                    <a:pt x="31" y="14"/>
                    <a:pt x="33" y="16"/>
                    <a:pt x="36" y="15"/>
                  </a:cubicBezTo>
                  <a:cubicBezTo>
                    <a:pt x="36" y="13"/>
                    <a:pt x="36" y="11"/>
                    <a:pt x="35" y="10"/>
                  </a:cubicBezTo>
                  <a:cubicBezTo>
                    <a:pt x="38" y="9"/>
                    <a:pt x="41" y="11"/>
                    <a:pt x="44" y="12"/>
                  </a:cubicBezTo>
                  <a:cubicBezTo>
                    <a:pt x="45" y="8"/>
                    <a:pt x="42" y="6"/>
                    <a:pt x="39" y="7"/>
                  </a:cubicBezTo>
                  <a:lnTo>
                    <a:pt x="37" y="4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98" name="Freeform 1361"/>
            <p:cNvSpPr>
              <a:spLocks/>
            </p:cNvSpPr>
            <p:nvPr/>
          </p:nvSpPr>
          <p:spPr bwMode="auto">
            <a:xfrm>
              <a:off x="6367" y="2210"/>
              <a:ext cx="722" cy="288"/>
            </a:xfrm>
            <a:custGeom>
              <a:avLst/>
              <a:gdLst>
                <a:gd name="T0" fmla="*/ 7000 w 128"/>
                <a:gd name="T1" fmla="*/ 3061 h 51"/>
                <a:gd name="T2" fmla="*/ 19218 w 128"/>
                <a:gd name="T3" fmla="*/ 5771 h 51"/>
                <a:gd name="T4" fmla="*/ 20650 w 128"/>
                <a:gd name="T5" fmla="*/ 6856 h 51"/>
                <a:gd name="T6" fmla="*/ 6109 w 128"/>
                <a:gd name="T7" fmla="*/ 3795 h 51"/>
                <a:gd name="T8" fmla="*/ 0 w 128"/>
                <a:gd name="T9" fmla="*/ 0 h 51"/>
                <a:gd name="T10" fmla="*/ 7000 w 128"/>
                <a:gd name="T11" fmla="*/ 3061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8" h="51">
                  <a:moveTo>
                    <a:pt x="39" y="17"/>
                  </a:moveTo>
                  <a:cubicBezTo>
                    <a:pt x="39" y="17"/>
                    <a:pt x="81" y="38"/>
                    <a:pt x="107" y="32"/>
                  </a:cubicBezTo>
                  <a:cubicBezTo>
                    <a:pt x="107" y="32"/>
                    <a:pt x="128" y="32"/>
                    <a:pt x="115" y="38"/>
                  </a:cubicBezTo>
                  <a:cubicBezTo>
                    <a:pt x="115" y="38"/>
                    <a:pt x="85" y="51"/>
                    <a:pt x="34" y="21"/>
                  </a:cubicBezTo>
                  <a:cubicBezTo>
                    <a:pt x="34" y="21"/>
                    <a:pt x="9" y="4"/>
                    <a:pt x="0" y="0"/>
                  </a:cubicBezTo>
                  <a:cubicBezTo>
                    <a:pt x="0" y="0"/>
                    <a:pt x="20" y="5"/>
                    <a:pt x="39" y="17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99" name="Freeform 1362"/>
            <p:cNvSpPr>
              <a:spLocks/>
            </p:cNvSpPr>
            <p:nvPr/>
          </p:nvSpPr>
          <p:spPr bwMode="auto">
            <a:xfrm>
              <a:off x="5223" y="1861"/>
              <a:ext cx="147" cy="214"/>
            </a:xfrm>
            <a:custGeom>
              <a:avLst/>
              <a:gdLst>
                <a:gd name="T0" fmla="*/ 192 w 26"/>
                <a:gd name="T1" fmla="*/ 4122 h 38"/>
                <a:gd name="T2" fmla="*/ 735 w 26"/>
                <a:gd name="T3" fmla="*/ 3204 h 38"/>
                <a:gd name="T4" fmla="*/ 2171 w 26"/>
                <a:gd name="T5" fmla="*/ 2315 h 38"/>
                <a:gd name="T6" fmla="*/ 4506 w 26"/>
                <a:gd name="T7" fmla="*/ 890 h 38"/>
                <a:gd name="T8" fmla="*/ 3963 w 26"/>
                <a:gd name="T9" fmla="*/ 2315 h 38"/>
                <a:gd name="T10" fmla="*/ 3070 w 26"/>
                <a:gd name="T11" fmla="*/ 5553 h 38"/>
                <a:gd name="T12" fmla="*/ 2527 w 26"/>
                <a:gd name="T13" fmla="*/ 6060 h 38"/>
                <a:gd name="T14" fmla="*/ 543 w 26"/>
                <a:gd name="T15" fmla="*/ 5012 h 38"/>
                <a:gd name="T16" fmla="*/ 192 w 26"/>
                <a:gd name="T17" fmla="*/ 4122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38">
                  <a:moveTo>
                    <a:pt x="1" y="23"/>
                  </a:moveTo>
                  <a:cubicBezTo>
                    <a:pt x="1" y="23"/>
                    <a:pt x="0" y="18"/>
                    <a:pt x="4" y="18"/>
                  </a:cubicBezTo>
                  <a:cubicBezTo>
                    <a:pt x="4" y="18"/>
                    <a:pt x="8" y="18"/>
                    <a:pt x="12" y="13"/>
                  </a:cubicBezTo>
                  <a:cubicBezTo>
                    <a:pt x="12" y="13"/>
                    <a:pt x="25" y="0"/>
                    <a:pt x="25" y="5"/>
                  </a:cubicBezTo>
                  <a:cubicBezTo>
                    <a:pt x="25" y="5"/>
                    <a:pt x="26" y="8"/>
                    <a:pt x="22" y="13"/>
                  </a:cubicBezTo>
                  <a:cubicBezTo>
                    <a:pt x="22" y="13"/>
                    <a:pt x="17" y="24"/>
                    <a:pt x="17" y="31"/>
                  </a:cubicBezTo>
                  <a:cubicBezTo>
                    <a:pt x="17" y="31"/>
                    <a:pt x="18" y="38"/>
                    <a:pt x="14" y="34"/>
                  </a:cubicBezTo>
                  <a:cubicBezTo>
                    <a:pt x="14" y="34"/>
                    <a:pt x="8" y="30"/>
                    <a:pt x="3" y="28"/>
                  </a:cubicBezTo>
                  <a:cubicBezTo>
                    <a:pt x="3" y="28"/>
                    <a:pt x="1" y="24"/>
                    <a:pt x="1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00" name="Freeform 1363"/>
            <p:cNvSpPr>
              <a:spLocks/>
            </p:cNvSpPr>
            <p:nvPr/>
          </p:nvSpPr>
          <p:spPr bwMode="auto">
            <a:xfrm>
              <a:off x="5370" y="1838"/>
              <a:ext cx="191" cy="113"/>
            </a:xfrm>
            <a:custGeom>
              <a:avLst/>
              <a:gdLst>
                <a:gd name="T0" fmla="*/ 1073 w 34"/>
                <a:gd name="T1" fmla="*/ 735 h 20"/>
                <a:gd name="T2" fmla="*/ 6028 w 34"/>
                <a:gd name="T3" fmla="*/ 3062 h 20"/>
                <a:gd name="T4" fmla="*/ 5331 w 34"/>
                <a:gd name="T5" fmla="*/ 2876 h 20"/>
                <a:gd name="T6" fmla="*/ 1955 w 34"/>
                <a:gd name="T7" fmla="*/ 1277 h 20"/>
                <a:gd name="T8" fmla="*/ 1073 w 34"/>
                <a:gd name="T9" fmla="*/ 735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6" y="4"/>
                  </a:moveTo>
                  <a:cubicBezTo>
                    <a:pt x="6" y="4"/>
                    <a:pt x="29" y="0"/>
                    <a:pt x="34" y="17"/>
                  </a:cubicBezTo>
                  <a:cubicBezTo>
                    <a:pt x="34" y="17"/>
                    <a:pt x="32" y="20"/>
                    <a:pt x="30" y="16"/>
                  </a:cubicBezTo>
                  <a:cubicBezTo>
                    <a:pt x="30" y="16"/>
                    <a:pt x="25" y="9"/>
                    <a:pt x="11" y="7"/>
                  </a:cubicBezTo>
                  <a:cubicBezTo>
                    <a:pt x="11" y="7"/>
                    <a:pt x="0" y="6"/>
                    <a:pt x="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901" name="Oval 1364"/>
            <p:cNvSpPr>
              <a:spLocks noChangeArrowheads="1"/>
            </p:cNvSpPr>
            <p:nvPr/>
          </p:nvSpPr>
          <p:spPr bwMode="auto">
            <a:xfrm>
              <a:off x="5437" y="1940"/>
              <a:ext cx="17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209237" name="Group 1365"/>
          <p:cNvGrpSpPr>
            <a:grpSpLocks/>
          </p:cNvGrpSpPr>
          <p:nvPr/>
        </p:nvGrpSpPr>
        <p:grpSpPr bwMode="auto">
          <a:xfrm rot="788344">
            <a:off x="9144000" y="1293112"/>
            <a:ext cx="3308350" cy="926306"/>
            <a:chOff x="7145" y="-1223"/>
            <a:chExt cx="3364" cy="1021"/>
          </a:xfrm>
        </p:grpSpPr>
        <p:sp>
          <p:nvSpPr>
            <p:cNvPr id="98801" name="Freeform 1366"/>
            <p:cNvSpPr>
              <a:spLocks/>
            </p:cNvSpPr>
            <p:nvPr/>
          </p:nvSpPr>
          <p:spPr bwMode="auto">
            <a:xfrm>
              <a:off x="7145" y="-1093"/>
              <a:ext cx="1527" cy="231"/>
            </a:xfrm>
            <a:custGeom>
              <a:avLst/>
              <a:gdLst>
                <a:gd name="T0" fmla="*/ 1967 w 271"/>
                <a:gd name="T1" fmla="*/ 1966 h 41"/>
                <a:gd name="T2" fmla="*/ 11461 w 271"/>
                <a:gd name="T3" fmla="*/ 5905 h 41"/>
                <a:gd name="T4" fmla="*/ 23429 w 271"/>
                <a:gd name="T5" fmla="*/ 6603 h 41"/>
                <a:gd name="T6" fmla="*/ 32197 w 271"/>
                <a:gd name="T7" fmla="*/ 4288 h 41"/>
                <a:gd name="T8" fmla="*/ 33081 w 271"/>
                <a:gd name="T9" fmla="*/ 4124 h 41"/>
                <a:gd name="T10" fmla="*/ 36321 w 271"/>
                <a:gd name="T11" fmla="*/ 3589 h 41"/>
                <a:gd name="T12" fmla="*/ 37561 w 271"/>
                <a:gd name="T13" fmla="*/ 3397 h 41"/>
                <a:gd name="T14" fmla="*/ 38829 w 271"/>
                <a:gd name="T15" fmla="*/ 3206 h 41"/>
                <a:gd name="T16" fmla="*/ 40068 w 271"/>
                <a:gd name="T17" fmla="*/ 3206 h 41"/>
                <a:gd name="T18" fmla="*/ 42767 w 271"/>
                <a:gd name="T19" fmla="*/ 3938 h 41"/>
                <a:gd name="T20" fmla="*/ 44193 w 271"/>
                <a:gd name="T21" fmla="*/ 3589 h 41"/>
                <a:gd name="T22" fmla="*/ 47241 w 271"/>
                <a:gd name="T23" fmla="*/ 1240 h 41"/>
                <a:gd name="T24" fmla="*/ 47405 w 271"/>
                <a:gd name="T25" fmla="*/ 732 h 41"/>
                <a:gd name="T26" fmla="*/ 45782 w 271"/>
                <a:gd name="T27" fmla="*/ 890 h 41"/>
                <a:gd name="T28" fmla="*/ 43466 w 271"/>
                <a:gd name="T29" fmla="*/ 541 h 41"/>
                <a:gd name="T30" fmla="*/ 40260 w 271"/>
                <a:gd name="T31" fmla="*/ 541 h 41"/>
                <a:gd name="T32" fmla="*/ 36321 w 271"/>
                <a:gd name="T33" fmla="*/ 1431 h 41"/>
                <a:gd name="T34" fmla="*/ 31306 w 271"/>
                <a:gd name="T35" fmla="*/ 2699 h 41"/>
                <a:gd name="T36" fmla="*/ 20764 w 271"/>
                <a:gd name="T37" fmla="*/ 4474 h 41"/>
                <a:gd name="T38" fmla="*/ 7522 w 271"/>
                <a:gd name="T39" fmla="*/ 3589 h 41"/>
                <a:gd name="T40" fmla="*/ 1967 w 271"/>
                <a:gd name="T41" fmla="*/ 1966 h 4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71" h="41">
                  <a:moveTo>
                    <a:pt x="11" y="11"/>
                  </a:moveTo>
                  <a:cubicBezTo>
                    <a:pt x="11" y="11"/>
                    <a:pt x="45" y="28"/>
                    <a:pt x="64" y="33"/>
                  </a:cubicBezTo>
                  <a:cubicBezTo>
                    <a:pt x="64" y="33"/>
                    <a:pt x="107" y="41"/>
                    <a:pt x="131" y="37"/>
                  </a:cubicBezTo>
                  <a:cubicBezTo>
                    <a:pt x="131" y="37"/>
                    <a:pt x="163" y="33"/>
                    <a:pt x="180" y="24"/>
                  </a:cubicBezTo>
                  <a:cubicBezTo>
                    <a:pt x="180" y="24"/>
                    <a:pt x="182" y="22"/>
                    <a:pt x="185" y="23"/>
                  </a:cubicBezTo>
                  <a:cubicBezTo>
                    <a:pt x="185" y="23"/>
                    <a:pt x="197" y="24"/>
                    <a:pt x="203" y="20"/>
                  </a:cubicBezTo>
                  <a:cubicBezTo>
                    <a:pt x="203" y="20"/>
                    <a:pt x="206" y="19"/>
                    <a:pt x="210" y="19"/>
                  </a:cubicBezTo>
                  <a:cubicBezTo>
                    <a:pt x="210" y="19"/>
                    <a:pt x="214" y="20"/>
                    <a:pt x="217" y="18"/>
                  </a:cubicBezTo>
                  <a:cubicBezTo>
                    <a:pt x="217" y="18"/>
                    <a:pt x="221" y="16"/>
                    <a:pt x="224" y="18"/>
                  </a:cubicBezTo>
                  <a:cubicBezTo>
                    <a:pt x="224" y="18"/>
                    <a:pt x="235" y="21"/>
                    <a:pt x="239" y="22"/>
                  </a:cubicBezTo>
                  <a:cubicBezTo>
                    <a:pt x="239" y="22"/>
                    <a:pt x="245" y="25"/>
                    <a:pt x="247" y="20"/>
                  </a:cubicBezTo>
                  <a:cubicBezTo>
                    <a:pt x="247" y="20"/>
                    <a:pt x="260" y="10"/>
                    <a:pt x="264" y="7"/>
                  </a:cubicBezTo>
                  <a:cubicBezTo>
                    <a:pt x="264" y="7"/>
                    <a:pt x="271" y="5"/>
                    <a:pt x="265" y="4"/>
                  </a:cubicBezTo>
                  <a:cubicBezTo>
                    <a:pt x="265" y="4"/>
                    <a:pt x="260" y="4"/>
                    <a:pt x="256" y="5"/>
                  </a:cubicBezTo>
                  <a:cubicBezTo>
                    <a:pt x="256" y="5"/>
                    <a:pt x="247" y="5"/>
                    <a:pt x="243" y="3"/>
                  </a:cubicBezTo>
                  <a:cubicBezTo>
                    <a:pt x="243" y="3"/>
                    <a:pt x="235" y="0"/>
                    <a:pt x="225" y="3"/>
                  </a:cubicBezTo>
                  <a:cubicBezTo>
                    <a:pt x="225" y="3"/>
                    <a:pt x="208" y="9"/>
                    <a:pt x="203" y="8"/>
                  </a:cubicBezTo>
                  <a:cubicBezTo>
                    <a:pt x="203" y="8"/>
                    <a:pt x="185" y="12"/>
                    <a:pt x="175" y="15"/>
                  </a:cubicBezTo>
                  <a:cubicBezTo>
                    <a:pt x="175" y="15"/>
                    <a:pt x="132" y="25"/>
                    <a:pt x="116" y="25"/>
                  </a:cubicBezTo>
                  <a:cubicBezTo>
                    <a:pt x="116" y="25"/>
                    <a:pt x="67" y="31"/>
                    <a:pt x="42" y="20"/>
                  </a:cubicBezTo>
                  <a:cubicBezTo>
                    <a:pt x="42" y="20"/>
                    <a:pt x="0" y="5"/>
                    <a:pt x="11" y="1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02" name="Freeform 1367"/>
            <p:cNvSpPr>
              <a:spLocks/>
            </p:cNvSpPr>
            <p:nvPr/>
          </p:nvSpPr>
          <p:spPr bwMode="auto">
            <a:xfrm>
              <a:off x="7167" y="-1076"/>
              <a:ext cx="880" cy="254"/>
            </a:xfrm>
            <a:custGeom>
              <a:avLst/>
              <a:gdLst>
                <a:gd name="T0" fmla="*/ 6651 w 156"/>
                <a:gd name="T1" fmla="*/ 2517 h 45"/>
                <a:gd name="T2" fmla="*/ 192 w 156"/>
                <a:gd name="T3" fmla="*/ 1084 h 45"/>
                <a:gd name="T4" fmla="*/ 9708 w 156"/>
                <a:gd name="T5" fmla="*/ 5227 h 45"/>
                <a:gd name="T6" fmla="*/ 27652 w 156"/>
                <a:gd name="T7" fmla="*/ 5227 h 45"/>
                <a:gd name="T8" fmla="*/ 26919 w 156"/>
                <a:gd name="T9" fmla="*/ 4843 h 45"/>
                <a:gd name="T10" fmla="*/ 6651 w 156"/>
                <a:gd name="T11" fmla="*/ 2517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6" h="45">
                  <a:moveTo>
                    <a:pt x="37" y="14"/>
                  </a:moveTo>
                  <a:cubicBezTo>
                    <a:pt x="37" y="14"/>
                    <a:pt x="0" y="0"/>
                    <a:pt x="1" y="6"/>
                  </a:cubicBezTo>
                  <a:cubicBezTo>
                    <a:pt x="1" y="6"/>
                    <a:pt x="22" y="21"/>
                    <a:pt x="54" y="29"/>
                  </a:cubicBezTo>
                  <a:cubicBezTo>
                    <a:pt x="54" y="29"/>
                    <a:pt x="106" y="45"/>
                    <a:pt x="154" y="29"/>
                  </a:cubicBezTo>
                  <a:cubicBezTo>
                    <a:pt x="154" y="29"/>
                    <a:pt x="156" y="27"/>
                    <a:pt x="150" y="27"/>
                  </a:cubicBezTo>
                  <a:cubicBezTo>
                    <a:pt x="150" y="27"/>
                    <a:pt x="102" y="40"/>
                    <a:pt x="37" y="14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98803" name="Group 1368"/>
            <p:cNvGrpSpPr>
              <a:grpSpLocks/>
            </p:cNvGrpSpPr>
            <p:nvPr/>
          </p:nvGrpSpPr>
          <p:grpSpPr bwMode="auto">
            <a:xfrm>
              <a:off x="7353" y="-1223"/>
              <a:ext cx="3044" cy="1021"/>
              <a:chOff x="7353" y="-1223"/>
              <a:chExt cx="3044" cy="1021"/>
            </a:xfrm>
          </p:grpSpPr>
          <p:sp>
            <p:nvSpPr>
              <p:cNvPr id="98805" name="Freeform 1369"/>
              <p:cNvSpPr>
                <a:spLocks/>
              </p:cNvSpPr>
              <p:nvPr/>
            </p:nvSpPr>
            <p:spPr bwMode="auto">
              <a:xfrm>
                <a:off x="7353" y="-1048"/>
                <a:ext cx="1297" cy="327"/>
              </a:xfrm>
              <a:custGeom>
                <a:avLst/>
                <a:gdLst>
                  <a:gd name="T0" fmla="*/ 37652 w 230"/>
                  <a:gd name="T1" fmla="*/ 7341 h 58"/>
                  <a:gd name="T2" fmla="*/ 36028 w 230"/>
                  <a:gd name="T3" fmla="*/ 8074 h 58"/>
                  <a:gd name="T4" fmla="*/ 34596 w 230"/>
                  <a:gd name="T5" fmla="*/ 7183 h 58"/>
                  <a:gd name="T6" fmla="*/ 33897 w 230"/>
                  <a:gd name="T7" fmla="*/ 6805 h 58"/>
                  <a:gd name="T8" fmla="*/ 33169 w 230"/>
                  <a:gd name="T9" fmla="*/ 5914 h 58"/>
                  <a:gd name="T10" fmla="*/ 31545 w 230"/>
                  <a:gd name="T11" fmla="*/ 5565 h 58"/>
                  <a:gd name="T12" fmla="*/ 29955 w 230"/>
                  <a:gd name="T13" fmla="*/ 6641 h 58"/>
                  <a:gd name="T14" fmla="*/ 27795 w 230"/>
                  <a:gd name="T15" fmla="*/ 7341 h 58"/>
                  <a:gd name="T16" fmla="*/ 26713 w 230"/>
                  <a:gd name="T17" fmla="*/ 8074 h 58"/>
                  <a:gd name="T18" fmla="*/ 25472 w 230"/>
                  <a:gd name="T19" fmla="*/ 8423 h 58"/>
                  <a:gd name="T20" fmla="*/ 23498 w 230"/>
                  <a:gd name="T21" fmla="*/ 8773 h 58"/>
                  <a:gd name="T22" fmla="*/ 22072 w 230"/>
                  <a:gd name="T23" fmla="*/ 8964 h 58"/>
                  <a:gd name="T24" fmla="*/ 20989 w 230"/>
                  <a:gd name="T25" fmla="*/ 9156 h 58"/>
                  <a:gd name="T26" fmla="*/ 19906 w 230"/>
                  <a:gd name="T27" fmla="*/ 8773 h 58"/>
                  <a:gd name="T28" fmla="*/ 19365 w 230"/>
                  <a:gd name="T29" fmla="*/ 9156 h 58"/>
                  <a:gd name="T30" fmla="*/ 18474 w 230"/>
                  <a:gd name="T31" fmla="*/ 9663 h 58"/>
                  <a:gd name="T32" fmla="*/ 17746 w 230"/>
                  <a:gd name="T33" fmla="*/ 9663 h 58"/>
                  <a:gd name="T34" fmla="*/ 16506 w 230"/>
                  <a:gd name="T35" fmla="*/ 9156 h 58"/>
                  <a:gd name="T36" fmla="*/ 15423 w 230"/>
                  <a:gd name="T37" fmla="*/ 8773 h 58"/>
                  <a:gd name="T38" fmla="*/ 14690 w 230"/>
                  <a:gd name="T39" fmla="*/ 8423 h 58"/>
                  <a:gd name="T40" fmla="*/ 13991 w 230"/>
                  <a:gd name="T41" fmla="*/ 7882 h 58"/>
                  <a:gd name="T42" fmla="*/ 13263 w 230"/>
                  <a:gd name="T43" fmla="*/ 7882 h 58"/>
                  <a:gd name="T44" fmla="*/ 11132 w 230"/>
                  <a:gd name="T45" fmla="*/ 7532 h 58"/>
                  <a:gd name="T46" fmla="*/ 10399 w 230"/>
                  <a:gd name="T47" fmla="*/ 7532 h 58"/>
                  <a:gd name="T48" fmla="*/ 8239 w 230"/>
                  <a:gd name="T49" fmla="*/ 6991 h 58"/>
                  <a:gd name="T50" fmla="*/ 7184 w 230"/>
                  <a:gd name="T51" fmla="*/ 6641 h 58"/>
                  <a:gd name="T52" fmla="*/ 5915 w 230"/>
                  <a:gd name="T53" fmla="*/ 5914 h 58"/>
                  <a:gd name="T54" fmla="*/ 4833 w 230"/>
                  <a:gd name="T55" fmla="*/ 5723 h 58"/>
                  <a:gd name="T56" fmla="*/ 3051 w 230"/>
                  <a:gd name="T57" fmla="*/ 4674 h 58"/>
                  <a:gd name="T58" fmla="*/ 891 w 230"/>
                  <a:gd name="T59" fmla="*/ 3050 h 58"/>
                  <a:gd name="T60" fmla="*/ 22072 w 230"/>
                  <a:gd name="T61" fmla="*/ 3400 h 58"/>
                  <a:gd name="T62" fmla="*/ 35521 w 230"/>
                  <a:gd name="T63" fmla="*/ 891 h 58"/>
                  <a:gd name="T64" fmla="*/ 41053 w 230"/>
                  <a:gd name="T65" fmla="*/ 192 h 58"/>
                  <a:gd name="T66" fmla="*/ 40512 w 230"/>
                  <a:gd name="T67" fmla="*/ 1782 h 58"/>
                  <a:gd name="T68" fmla="*/ 39079 w 230"/>
                  <a:gd name="T69" fmla="*/ 4290 h 58"/>
                  <a:gd name="T70" fmla="*/ 38730 w 230"/>
                  <a:gd name="T71" fmla="*/ 5023 h 58"/>
                  <a:gd name="T72" fmla="*/ 38002 w 230"/>
                  <a:gd name="T73" fmla="*/ 6641 h 58"/>
                  <a:gd name="T74" fmla="*/ 37652 w 230"/>
                  <a:gd name="T75" fmla="*/ 7341 h 5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30" h="58">
                    <a:moveTo>
                      <a:pt x="210" y="41"/>
                    </a:moveTo>
                    <a:cubicBezTo>
                      <a:pt x="210" y="41"/>
                      <a:pt x="205" y="48"/>
                      <a:pt x="201" y="45"/>
                    </a:cubicBezTo>
                    <a:cubicBezTo>
                      <a:pt x="201" y="45"/>
                      <a:pt x="194" y="47"/>
                      <a:pt x="193" y="40"/>
                    </a:cubicBezTo>
                    <a:cubicBezTo>
                      <a:pt x="193" y="40"/>
                      <a:pt x="194" y="38"/>
                      <a:pt x="189" y="38"/>
                    </a:cubicBezTo>
                    <a:cubicBezTo>
                      <a:pt x="189" y="38"/>
                      <a:pt x="185" y="39"/>
                      <a:pt x="185" y="33"/>
                    </a:cubicBezTo>
                    <a:cubicBezTo>
                      <a:pt x="185" y="33"/>
                      <a:pt x="183" y="27"/>
                      <a:pt x="176" y="31"/>
                    </a:cubicBezTo>
                    <a:cubicBezTo>
                      <a:pt x="176" y="31"/>
                      <a:pt x="171" y="37"/>
                      <a:pt x="167" y="37"/>
                    </a:cubicBezTo>
                    <a:cubicBezTo>
                      <a:pt x="167" y="37"/>
                      <a:pt x="160" y="43"/>
                      <a:pt x="155" y="41"/>
                    </a:cubicBezTo>
                    <a:cubicBezTo>
                      <a:pt x="155" y="41"/>
                      <a:pt x="152" y="47"/>
                      <a:pt x="149" y="45"/>
                    </a:cubicBezTo>
                    <a:cubicBezTo>
                      <a:pt x="149" y="45"/>
                      <a:pt x="144" y="51"/>
                      <a:pt x="142" y="47"/>
                    </a:cubicBezTo>
                    <a:cubicBezTo>
                      <a:pt x="142" y="47"/>
                      <a:pt x="132" y="54"/>
                      <a:pt x="131" y="49"/>
                    </a:cubicBezTo>
                    <a:cubicBezTo>
                      <a:pt x="131" y="49"/>
                      <a:pt x="125" y="57"/>
                      <a:pt x="123" y="50"/>
                    </a:cubicBezTo>
                    <a:cubicBezTo>
                      <a:pt x="123" y="50"/>
                      <a:pt x="117" y="56"/>
                      <a:pt x="117" y="51"/>
                    </a:cubicBezTo>
                    <a:cubicBezTo>
                      <a:pt x="117" y="51"/>
                      <a:pt x="112" y="54"/>
                      <a:pt x="111" y="49"/>
                    </a:cubicBezTo>
                    <a:cubicBezTo>
                      <a:pt x="111" y="49"/>
                      <a:pt x="110" y="49"/>
                      <a:pt x="108" y="51"/>
                    </a:cubicBezTo>
                    <a:cubicBezTo>
                      <a:pt x="108" y="51"/>
                      <a:pt x="105" y="58"/>
                      <a:pt x="103" y="54"/>
                    </a:cubicBezTo>
                    <a:cubicBezTo>
                      <a:pt x="103" y="54"/>
                      <a:pt x="103" y="51"/>
                      <a:pt x="99" y="54"/>
                    </a:cubicBezTo>
                    <a:cubicBezTo>
                      <a:pt x="99" y="54"/>
                      <a:pt x="93" y="56"/>
                      <a:pt x="92" y="51"/>
                    </a:cubicBezTo>
                    <a:cubicBezTo>
                      <a:pt x="92" y="51"/>
                      <a:pt x="90" y="48"/>
                      <a:pt x="86" y="49"/>
                    </a:cubicBezTo>
                    <a:cubicBezTo>
                      <a:pt x="86" y="49"/>
                      <a:pt x="82" y="52"/>
                      <a:pt x="82" y="47"/>
                    </a:cubicBezTo>
                    <a:cubicBezTo>
                      <a:pt x="82" y="47"/>
                      <a:pt x="78" y="49"/>
                      <a:pt x="78" y="44"/>
                    </a:cubicBezTo>
                    <a:cubicBezTo>
                      <a:pt x="78" y="44"/>
                      <a:pt x="78" y="42"/>
                      <a:pt x="74" y="44"/>
                    </a:cubicBezTo>
                    <a:cubicBezTo>
                      <a:pt x="74" y="44"/>
                      <a:pt x="66" y="47"/>
                      <a:pt x="62" y="42"/>
                    </a:cubicBezTo>
                    <a:cubicBezTo>
                      <a:pt x="62" y="42"/>
                      <a:pt x="61" y="41"/>
                      <a:pt x="58" y="42"/>
                    </a:cubicBezTo>
                    <a:cubicBezTo>
                      <a:pt x="58" y="42"/>
                      <a:pt x="49" y="44"/>
                      <a:pt x="46" y="39"/>
                    </a:cubicBezTo>
                    <a:cubicBezTo>
                      <a:pt x="46" y="39"/>
                      <a:pt x="43" y="37"/>
                      <a:pt x="40" y="37"/>
                    </a:cubicBezTo>
                    <a:cubicBezTo>
                      <a:pt x="40" y="37"/>
                      <a:pt x="36" y="37"/>
                      <a:pt x="33" y="33"/>
                    </a:cubicBezTo>
                    <a:cubicBezTo>
                      <a:pt x="33" y="33"/>
                      <a:pt x="31" y="32"/>
                      <a:pt x="27" y="32"/>
                    </a:cubicBezTo>
                    <a:cubicBezTo>
                      <a:pt x="27" y="32"/>
                      <a:pt x="19" y="32"/>
                      <a:pt x="17" y="26"/>
                    </a:cubicBezTo>
                    <a:cubicBezTo>
                      <a:pt x="17" y="26"/>
                      <a:pt x="0" y="17"/>
                      <a:pt x="5" y="17"/>
                    </a:cubicBezTo>
                    <a:cubicBezTo>
                      <a:pt x="5" y="17"/>
                      <a:pt x="71" y="33"/>
                      <a:pt x="123" y="19"/>
                    </a:cubicBezTo>
                    <a:cubicBezTo>
                      <a:pt x="123" y="19"/>
                      <a:pt x="168" y="0"/>
                      <a:pt x="198" y="5"/>
                    </a:cubicBezTo>
                    <a:cubicBezTo>
                      <a:pt x="229" y="1"/>
                      <a:pt x="229" y="1"/>
                      <a:pt x="229" y="1"/>
                    </a:cubicBezTo>
                    <a:cubicBezTo>
                      <a:pt x="229" y="1"/>
                      <a:pt x="230" y="5"/>
                      <a:pt x="226" y="10"/>
                    </a:cubicBezTo>
                    <a:cubicBezTo>
                      <a:pt x="226" y="10"/>
                      <a:pt x="219" y="19"/>
                      <a:pt x="218" y="24"/>
                    </a:cubicBezTo>
                    <a:cubicBezTo>
                      <a:pt x="218" y="24"/>
                      <a:pt x="219" y="25"/>
                      <a:pt x="216" y="28"/>
                    </a:cubicBezTo>
                    <a:cubicBezTo>
                      <a:pt x="216" y="28"/>
                      <a:pt x="213" y="32"/>
                      <a:pt x="212" y="37"/>
                    </a:cubicBezTo>
                    <a:cubicBezTo>
                      <a:pt x="212" y="37"/>
                      <a:pt x="211" y="40"/>
                      <a:pt x="210" y="4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06" name="Freeform 1370"/>
              <p:cNvSpPr>
                <a:spLocks/>
              </p:cNvSpPr>
              <p:nvPr/>
            </p:nvSpPr>
            <p:spPr bwMode="auto">
              <a:xfrm>
                <a:off x="8915" y="-1110"/>
                <a:ext cx="1454" cy="412"/>
              </a:xfrm>
              <a:custGeom>
                <a:avLst/>
                <a:gdLst>
                  <a:gd name="T0" fmla="*/ 0 w 258"/>
                  <a:gd name="T1" fmla="*/ 9713 h 73"/>
                  <a:gd name="T2" fmla="*/ 1082 w 258"/>
                  <a:gd name="T3" fmla="*/ 10419 h 73"/>
                  <a:gd name="T4" fmla="*/ 1431 w 258"/>
                  <a:gd name="T5" fmla="*/ 10955 h 73"/>
                  <a:gd name="T6" fmla="*/ 2316 w 258"/>
                  <a:gd name="T7" fmla="*/ 10955 h 73"/>
                  <a:gd name="T8" fmla="*/ 3049 w 258"/>
                  <a:gd name="T9" fmla="*/ 11338 h 73"/>
                  <a:gd name="T10" fmla="*/ 3939 w 258"/>
                  <a:gd name="T11" fmla="*/ 11852 h 73"/>
                  <a:gd name="T12" fmla="*/ 5365 w 258"/>
                  <a:gd name="T13" fmla="*/ 11688 h 73"/>
                  <a:gd name="T14" fmla="*/ 6098 w 258"/>
                  <a:gd name="T15" fmla="*/ 11688 h 73"/>
                  <a:gd name="T16" fmla="*/ 7879 w 258"/>
                  <a:gd name="T17" fmla="*/ 11338 h 73"/>
                  <a:gd name="T18" fmla="*/ 8065 w 258"/>
                  <a:gd name="T19" fmla="*/ 12580 h 73"/>
                  <a:gd name="T20" fmla="*/ 8955 w 258"/>
                  <a:gd name="T21" fmla="*/ 12230 h 73"/>
                  <a:gd name="T22" fmla="*/ 9654 w 258"/>
                  <a:gd name="T23" fmla="*/ 12580 h 73"/>
                  <a:gd name="T24" fmla="*/ 10928 w 258"/>
                  <a:gd name="T25" fmla="*/ 11852 h 73"/>
                  <a:gd name="T26" fmla="*/ 11277 w 258"/>
                  <a:gd name="T27" fmla="*/ 12580 h 73"/>
                  <a:gd name="T28" fmla="*/ 12162 w 258"/>
                  <a:gd name="T29" fmla="*/ 12038 h 73"/>
                  <a:gd name="T30" fmla="*/ 12894 w 258"/>
                  <a:gd name="T31" fmla="*/ 12930 h 73"/>
                  <a:gd name="T32" fmla="*/ 13976 w 258"/>
                  <a:gd name="T33" fmla="*/ 12230 h 73"/>
                  <a:gd name="T34" fmla="*/ 14484 w 258"/>
                  <a:gd name="T35" fmla="*/ 12930 h 73"/>
                  <a:gd name="T36" fmla="*/ 15211 w 258"/>
                  <a:gd name="T37" fmla="*/ 12388 h 73"/>
                  <a:gd name="T38" fmla="*/ 16450 w 258"/>
                  <a:gd name="T39" fmla="*/ 12230 h 73"/>
                  <a:gd name="T40" fmla="*/ 18423 w 258"/>
                  <a:gd name="T41" fmla="*/ 11688 h 73"/>
                  <a:gd name="T42" fmla="*/ 19150 w 258"/>
                  <a:gd name="T43" fmla="*/ 12388 h 73"/>
                  <a:gd name="T44" fmla="*/ 20040 w 258"/>
                  <a:gd name="T45" fmla="*/ 11852 h 73"/>
                  <a:gd name="T46" fmla="*/ 21472 w 258"/>
                  <a:gd name="T47" fmla="*/ 11688 h 73"/>
                  <a:gd name="T48" fmla="*/ 21849 w 258"/>
                  <a:gd name="T49" fmla="*/ 11688 h 73"/>
                  <a:gd name="T50" fmla="*/ 22740 w 258"/>
                  <a:gd name="T51" fmla="*/ 12230 h 73"/>
                  <a:gd name="T52" fmla="*/ 23630 w 258"/>
                  <a:gd name="T53" fmla="*/ 11496 h 73"/>
                  <a:gd name="T54" fmla="*/ 25062 w 258"/>
                  <a:gd name="T55" fmla="*/ 11688 h 73"/>
                  <a:gd name="T56" fmla="*/ 25947 w 258"/>
                  <a:gd name="T57" fmla="*/ 10063 h 73"/>
                  <a:gd name="T58" fmla="*/ 26679 w 258"/>
                  <a:gd name="T59" fmla="*/ 10955 h 73"/>
                  <a:gd name="T60" fmla="*/ 27378 w 258"/>
                  <a:gd name="T61" fmla="*/ 10797 h 73"/>
                  <a:gd name="T62" fmla="*/ 28111 w 258"/>
                  <a:gd name="T63" fmla="*/ 9527 h 73"/>
                  <a:gd name="T64" fmla="*/ 31160 w 258"/>
                  <a:gd name="T65" fmla="*/ 9335 h 73"/>
                  <a:gd name="T66" fmla="*/ 30968 w 258"/>
                  <a:gd name="T67" fmla="*/ 8629 h 73"/>
                  <a:gd name="T68" fmla="*/ 32743 w 258"/>
                  <a:gd name="T69" fmla="*/ 9171 h 73"/>
                  <a:gd name="T70" fmla="*/ 32585 w 258"/>
                  <a:gd name="T71" fmla="*/ 8629 h 73"/>
                  <a:gd name="T72" fmla="*/ 35443 w 258"/>
                  <a:gd name="T73" fmla="*/ 7901 h 73"/>
                  <a:gd name="T74" fmla="*/ 37573 w 258"/>
                  <a:gd name="T75" fmla="*/ 7360 h 73"/>
                  <a:gd name="T76" fmla="*/ 37224 w 258"/>
                  <a:gd name="T77" fmla="*/ 6660 h 73"/>
                  <a:gd name="T78" fmla="*/ 39923 w 258"/>
                  <a:gd name="T79" fmla="*/ 6660 h 73"/>
                  <a:gd name="T80" fmla="*/ 39382 w 258"/>
                  <a:gd name="T81" fmla="*/ 6118 h 73"/>
                  <a:gd name="T82" fmla="*/ 43130 w 258"/>
                  <a:gd name="T83" fmla="*/ 6468 h 73"/>
                  <a:gd name="T84" fmla="*/ 42780 w 258"/>
                  <a:gd name="T85" fmla="*/ 5926 h 73"/>
                  <a:gd name="T86" fmla="*/ 46179 w 258"/>
                  <a:gd name="T87" fmla="*/ 5926 h 73"/>
                  <a:gd name="T88" fmla="*/ 42972 w 258"/>
                  <a:gd name="T89" fmla="*/ 5034 h 73"/>
                  <a:gd name="T90" fmla="*/ 30619 w 258"/>
                  <a:gd name="T91" fmla="*/ 2709 h 73"/>
                  <a:gd name="T92" fmla="*/ 8414 w 258"/>
                  <a:gd name="T93" fmla="*/ 1276 h 73"/>
                  <a:gd name="T94" fmla="*/ 2316 w 258"/>
                  <a:gd name="T95" fmla="*/ 1434 h 73"/>
                  <a:gd name="T96" fmla="*/ 0 w 258"/>
                  <a:gd name="T97" fmla="*/ 9713 h 7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258" h="73">
                    <a:moveTo>
                      <a:pt x="0" y="54"/>
                    </a:moveTo>
                    <a:cubicBezTo>
                      <a:pt x="0" y="54"/>
                      <a:pt x="6" y="56"/>
                      <a:pt x="6" y="58"/>
                    </a:cubicBezTo>
                    <a:cubicBezTo>
                      <a:pt x="6" y="58"/>
                      <a:pt x="5" y="62"/>
                      <a:pt x="8" y="61"/>
                    </a:cubicBezTo>
                    <a:cubicBezTo>
                      <a:pt x="13" y="61"/>
                      <a:pt x="13" y="61"/>
                      <a:pt x="13" y="61"/>
                    </a:cubicBezTo>
                    <a:cubicBezTo>
                      <a:pt x="13" y="61"/>
                      <a:pt x="18" y="59"/>
                      <a:pt x="17" y="63"/>
                    </a:cubicBezTo>
                    <a:cubicBezTo>
                      <a:pt x="17" y="63"/>
                      <a:pt x="17" y="67"/>
                      <a:pt x="22" y="66"/>
                    </a:cubicBezTo>
                    <a:cubicBezTo>
                      <a:pt x="22" y="66"/>
                      <a:pt x="27" y="67"/>
                      <a:pt x="30" y="65"/>
                    </a:cubicBezTo>
                    <a:cubicBezTo>
                      <a:pt x="30" y="65"/>
                      <a:pt x="32" y="64"/>
                      <a:pt x="34" y="65"/>
                    </a:cubicBezTo>
                    <a:cubicBezTo>
                      <a:pt x="34" y="65"/>
                      <a:pt x="38" y="68"/>
                      <a:pt x="44" y="63"/>
                    </a:cubicBezTo>
                    <a:cubicBezTo>
                      <a:pt x="44" y="63"/>
                      <a:pt x="42" y="69"/>
                      <a:pt x="45" y="70"/>
                    </a:cubicBezTo>
                    <a:cubicBezTo>
                      <a:pt x="45" y="70"/>
                      <a:pt x="47" y="72"/>
                      <a:pt x="50" y="68"/>
                    </a:cubicBezTo>
                    <a:cubicBezTo>
                      <a:pt x="50" y="68"/>
                      <a:pt x="51" y="71"/>
                      <a:pt x="54" y="70"/>
                    </a:cubicBezTo>
                    <a:cubicBezTo>
                      <a:pt x="54" y="70"/>
                      <a:pt x="59" y="69"/>
                      <a:pt x="61" y="66"/>
                    </a:cubicBezTo>
                    <a:cubicBezTo>
                      <a:pt x="61" y="66"/>
                      <a:pt x="61" y="69"/>
                      <a:pt x="63" y="70"/>
                    </a:cubicBezTo>
                    <a:cubicBezTo>
                      <a:pt x="63" y="70"/>
                      <a:pt x="66" y="72"/>
                      <a:pt x="68" y="67"/>
                    </a:cubicBezTo>
                    <a:cubicBezTo>
                      <a:pt x="68" y="67"/>
                      <a:pt x="69" y="71"/>
                      <a:pt x="72" y="72"/>
                    </a:cubicBezTo>
                    <a:cubicBezTo>
                      <a:pt x="72" y="72"/>
                      <a:pt x="77" y="71"/>
                      <a:pt x="78" y="68"/>
                    </a:cubicBezTo>
                    <a:cubicBezTo>
                      <a:pt x="78" y="68"/>
                      <a:pt x="78" y="72"/>
                      <a:pt x="81" y="72"/>
                    </a:cubicBezTo>
                    <a:cubicBezTo>
                      <a:pt x="81" y="72"/>
                      <a:pt x="84" y="73"/>
                      <a:pt x="85" y="69"/>
                    </a:cubicBezTo>
                    <a:cubicBezTo>
                      <a:pt x="85" y="69"/>
                      <a:pt x="89" y="71"/>
                      <a:pt x="92" y="68"/>
                    </a:cubicBezTo>
                    <a:cubicBezTo>
                      <a:pt x="92" y="68"/>
                      <a:pt x="98" y="72"/>
                      <a:pt x="103" y="65"/>
                    </a:cubicBezTo>
                    <a:cubicBezTo>
                      <a:pt x="103" y="65"/>
                      <a:pt x="103" y="70"/>
                      <a:pt x="107" y="69"/>
                    </a:cubicBezTo>
                    <a:cubicBezTo>
                      <a:pt x="107" y="69"/>
                      <a:pt x="111" y="70"/>
                      <a:pt x="112" y="66"/>
                    </a:cubicBezTo>
                    <a:cubicBezTo>
                      <a:pt x="112" y="66"/>
                      <a:pt x="118" y="70"/>
                      <a:pt x="120" y="65"/>
                    </a:cubicBezTo>
                    <a:cubicBezTo>
                      <a:pt x="120" y="65"/>
                      <a:pt x="122" y="63"/>
                      <a:pt x="122" y="65"/>
                    </a:cubicBezTo>
                    <a:cubicBezTo>
                      <a:pt x="122" y="65"/>
                      <a:pt x="123" y="69"/>
                      <a:pt x="127" y="68"/>
                    </a:cubicBezTo>
                    <a:cubicBezTo>
                      <a:pt x="127" y="68"/>
                      <a:pt x="130" y="67"/>
                      <a:pt x="132" y="64"/>
                    </a:cubicBezTo>
                    <a:cubicBezTo>
                      <a:pt x="132" y="64"/>
                      <a:pt x="134" y="68"/>
                      <a:pt x="140" y="65"/>
                    </a:cubicBezTo>
                    <a:cubicBezTo>
                      <a:pt x="140" y="65"/>
                      <a:pt x="145" y="61"/>
                      <a:pt x="145" y="56"/>
                    </a:cubicBezTo>
                    <a:cubicBezTo>
                      <a:pt x="145" y="56"/>
                      <a:pt x="147" y="62"/>
                      <a:pt x="149" y="61"/>
                    </a:cubicBezTo>
                    <a:cubicBezTo>
                      <a:pt x="149" y="61"/>
                      <a:pt x="151" y="62"/>
                      <a:pt x="153" y="60"/>
                    </a:cubicBezTo>
                    <a:cubicBezTo>
                      <a:pt x="153" y="60"/>
                      <a:pt x="159" y="59"/>
                      <a:pt x="157" y="53"/>
                    </a:cubicBezTo>
                    <a:cubicBezTo>
                      <a:pt x="157" y="53"/>
                      <a:pt x="175" y="58"/>
                      <a:pt x="174" y="52"/>
                    </a:cubicBezTo>
                    <a:cubicBezTo>
                      <a:pt x="173" y="48"/>
                      <a:pt x="173" y="48"/>
                      <a:pt x="173" y="48"/>
                    </a:cubicBezTo>
                    <a:cubicBezTo>
                      <a:pt x="173" y="48"/>
                      <a:pt x="179" y="55"/>
                      <a:pt x="183" y="51"/>
                    </a:cubicBezTo>
                    <a:cubicBezTo>
                      <a:pt x="183" y="51"/>
                      <a:pt x="184" y="49"/>
                      <a:pt x="182" y="48"/>
                    </a:cubicBezTo>
                    <a:cubicBezTo>
                      <a:pt x="182" y="48"/>
                      <a:pt x="196" y="52"/>
                      <a:pt x="198" y="44"/>
                    </a:cubicBezTo>
                    <a:cubicBezTo>
                      <a:pt x="198" y="44"/>
                      <a:pt x="209" y="47"/>
                      <a:pt x="210" y="41"/>
                    </a:cubicBezTo>
                    <a:cubicBezTo>
                      <a:pt x="210" y="41"/>
                      <a:pt x="209" y="38"/>
                      <a:pt x="208" y="37"/>
                    </a:cubicBezTo>
                    <a:cubicBezTo>
                      <a:pt x="208" y="37"/>
                      <a:pt x="217" y="42"/>
                      <a:pt x="223" y="37"/>
                    </a:cubicBezTo>
                    <a:cubicBezTo>
                      <a:pt x="223" y="37"/>
                      <a:pt x="223" y="35"/>
                      <a:pt x="220" y="34"/>
                    </a:cubicBezTo>
                    <a:cubicBezTo>
                      <a:pt x="220" y="34"/>
                      <a:pt x="235" y="40"/>
                      <a:pt x="241" y="36"/>
                    </a:cubicBezTo>
                    <a:cubicBezTo>
                      <a:pt x="241" y="36"/>
                      <a:pt x="241" y="33"/>
                      <a:pt x="239" y="33"/>
                    </a:cubicBezTo>
                    <a:cubicBezTo>
                      <a:pt x="239" y="33"/>
                      <a:pt x="257" y="39"/>
                      <a:pt x="258" y="33"/>
                    </a:cubicBezTo>
                    <a:cubicBezTo>
                      <a:pt x="258" y="33"/>
                      <a:pt x="249" y="29"/>
                      <a:pt x="240" y="28"/>
                    </a:cubicBezTo>
                    <a:cubicBezTo>
                      <a:pt x="240" y="28"/>
                      <a:pt x="179" y="15"/>
                      <a:pt x="171" y="15"/>
                    </a:cubicBezTo>
                    <a:cubicBezTo>
                      <a:pt x="171" y="15"/>
                      <a:pt x="77" y="5"/>
                      <a:pt x="47" y="7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5" y="0"/>
                      <a:pt x="0" y="54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07" name="Freeform 1371"/>
              <p:cNvSpPr>
                <a:spLocks/>
              </p:cNvSpPr>
              <p:nvPr/>
            </p:nvSpPr>
            <p:spPr bwMode="auto">
              <a:xfrm>
                <a:off x="8926" y="-1082"/>
                <a:ext cx="1228" cy="367"/>
              </a:xfrm>
              <a:custGeom>
                <a:avLst/>
                <a:gdLst>
                  <a:gd name="T0" fmla="*/ 541 w 218"/>
                  <a:gd name="T1" fmla="*/ 8989 h 65"/>
                  <a:gd name="T2" fmla="*/ 1617 w 218"/>
                  <a:gd name="T3" fmla="*/ 9181 h 65"/>
                  <a:gd name="T4" fmla="*/ 2507 w 218"/>
                  <a:gd name="T5" fmla="*/ 9531 h 65"/>
                  <a:gd name="T6" fmla="*/ 3397 w 218"/>
                  <a:gd name="T7" fmla="*/ 9723 h 65"/>
                  <a:gd name="T8" fmla="*/ 4473 w 218"/>
                  <a:gd name="T9" fmla="*/ 10265 h 65"/>
                  <a:gd name="T10" fmla="*/ 6602 w 218"/>
                  <a:gd name="T11" fmla="*/ 9915 h 65"/>
                  <a:gd name="T12" fmla="*/ 7329 w 218"/>
                  <a:gd name="T13" fmla="*/ 10423 h 65"/>
                  <a:gd name="T14" fmla="*/ 9486 w 218"/>
                  <a:gd name="T15" fmla="*/ 9531 h 65"/>
                  <a:gd name="T16" fmla="*/ 10185 w 218"/>
                  <a:gd name="T17" fmla="*/ 9373 h 65"/>
                  <a:gd name="T18" fmla="*/ 10917 w 218"/>
                  <a:gd name="T19" fmla="*/ 9531 h 65"/>
                  <a:gd name="T20" fmla="*/ 11458 w 218"/>
                  <a:gd name="T21" fmla="*/ 9531 h 65"/>
                  <a:gd name="T22" fmla="*/ 11801 w 218"/>
                  <a:gd name="T23" fmla="*/ 11157 h 65"/>
                  <a:gd name="T24" fmla="*/ 13581 w 218"/>
                  <a:gd name="T25" fmla="*/ 8289 h 65"/>
                  <a:gd name="T26" fmla="*/ 13390 w 218"/>
                  <a:gd name="T27" fmla="*/ 11157 h 65"/>
                  <a:gd name="T28" fmla="*/ 15006 w 218"/>
                  <a:gd name="T29" fmla="*/ 9531 h 65"/>
                  <a:gd name="T30" fmla="*/ 15547 w 218"/>
                  <a:gd name="T31" fmla="*/ 8989 h 65"/>
                  <a:gd name="T32" fmla="*/ 16279 w 218"/>
                  <a:gd name="T33" fmla="*/ 9723 h 65"/>
                  <a:gd name="T34" fmla="*/ 17862 w 218"/>
                  <a:gd name="T35" fmla="*/ 7555 h 65"/>
                  <a:gd name="T36" fmla="*/ 18054 w 218"/>
                  <a:gd name="T37" fmla="*/ 10807 h 65"/>
                  <a:gd name="T38" fmla="*/ 19485 w 218"/>
                  <a:gd name="T39" fmla="*/ 8097 h 65"/>
                  <a:gd name="T40" fmla="*/ 20369 w 218"/>
                  <a:gd name="T41" fmla="*/ 9723 h 65"/>
                  <a:gd name="T42" fmla="*/ 20910 w 218"/>
                  <a:gd name="T43" fmla="*/ 6662 h 65"/>
                  <a:gd name="T44" fmla="*/ 21101 w 218"/>
                  <a:gd name="T45" fmla="*/ 10423 h 65"/>
                  <a:gd name="T46" fmla="*/ 22526 w 218"/>
                  <a:gd name="T47" fmla="*/ 7204 h 65"/>
                  <a:gd name="T48" fmla="*/ 23067 w 218"/>
                  <a:gd name="T49" fmla="*/ 10807 h 65"/>
                  <a:gd name="T50" fmla="*/ 23225 w 218"/>
                  <a:gd name="T51" fmla="*/ 8447 h 65"/>
                  <a:gd name="T52" fmla="*/ 23067 w 218"/>
                  <a:gd name="T53" fmla="*/ 5770 h 65"/>
                  <a:gd name="T54" fmla="*/ 25382 w 218"/>
                  <a:gd name="T55" fmla="*/ 8989 h 65"/>
                  <a:gd name="T56" fmla="*/ 24307 w 218"/>
                  <a:gd name="T57" fmla="*/ 5036 h 65"/>
                  <a:gd name="T58" fmla="*/ 26272 w 218"/>
                  <a:gd name="T59" fmla="*/ 7555 h 65"/>
                  <a:gd name="T60" fmla="*/ 27512 w 218"/>
                  <a:gd name="T61" fmla="*/ 7555 h 65"/>
                  <a:gd name="T62" fmla="*/ 28588 w 218"/>
                  <a:gd name="T63" fmla="*/ 7013 h 65"/>
                  <a:gd name="T64" fmla="*/ 29861 w 218"/>
                  <a:gd name="T65" fmla="*/ 6662 h 65"/>
                  <a:gd name="T66" fmla="*/ 30937 w 218"/>
                  <a:gd name="T67" fmla="*/ 6854 h 65"/>
                  <a:gd name="T68" fmla="*/ 31094 w 218"/>
                  <a:gd name="T69" fmla="*/ 5928 h 65"/>
                  <a:gd name="T70" fmla="*/ 32525 w 218"/>
                  <a:gd name="T71" fmla="*/ 5770 h 65"/>
                  <a:gd name="T72" fmla="*/ 33950 w 218"/>
                  <a:gd name="T73" fmla="*/ 5578 h 65"/>
                  <a:gd name="T74" fmla="*/ 34683 w 218"/>
                  <a:gd name="T75" fmla="*/ 5228 h 65"/>
                  <a:gd name="T76" fmla="*/ 35032 w 218"/>
                  <a:gd name="T77" fmla="*/ 4844 h 65"/>
                  <a:gd name="T78" fmla="*/ 36648 w 218"/>
                  <a:gd name="T79" fmla="*/ 4336 h 65"/>
                  <a:gd name="T80" fmla="*/ 38237 w 218"/>
                  <a:gd name="T81" fmla="*/ 4144 h 65"/>
                  <a:gd name="T82" fmla="*/ 34840 w 218"/>
                  <a:gd name="T83" fmla="*/ 2710 h 65"/>
                  <a:gd name="T84" fmla="*/ 25382 w 218"/>
                  <a:gd name="T85" fmla="*/ 1276 h 65"/>
                  <a:gd name="T86" fmla="*/ 11266 w 218"/>
                  <a:gd name="T87" fmla="*/ 350 h 65"/>
                  <a:gd name="T88" fmla="*/ 5712 w 218"/>
                  <a:gd name="T89" fmla="*/ 350 h 65"/>
                  <a:gd name="T90" fmla="*/ 0 w 218"/>
                  <a:gd name="T91" fmla="*/ 8639 h 65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218" h="65">
                    <a:moveTo>
                      <a:pt x="0" y="48"/>
                    </a:moveTo>
                    <a:cubicBezTo>
                      <a:pt x="2" y="48"/>
                      <a:pt x="2" y="49"/>
                      <a:pt x="3" y="50"/>
                    </a:cubicBezTo>
                    <a:cubicBezTo>
                      <a:pt x="4" y="50"/>
                      <a:pt x="6" y="49"/>
                      <a:pt x="7" y="50"/>
                    </a:cubicBezTo>
                    <a:cubicBezTo>
                      <a:pt x="8" y="50"/>
                      <a:pt x="8" y="51"/>
                      <a:pt x="9" y="51"/>
                    </a:cubicBezTo>
                    <a:cubicBezTo>
                      <a:pt x="10" y="50"/>
                      <a:pt x="11" y="49"/>
                      <a:pt x="12" y="48"/>
                    </a:cubicBezTo>
                    <a:cubicBezTo>
                      <a:pt x="11" y="52"/>
                      <a:pt x="12" y="52"/>
                      <a:pt x="14" y="53"/>
                    </a:cubicBezTo>
                    <a:cubicBezTo>
                      <a:pt x="15" y="54"/>
                      <a:pt x="15" y="54"/>
                      <a:pt x="17" y="54"/>
                    </a:cubicBezTo>
                    <a:cubicBezTo>
                      <a:pt x="18" y="54"/>
                      <a:pt x="18" y="53"/>
                      <a:pt x="19" y="54"/>
                    </a:cubicBezTo>
                    <a:cubicBezTo>
                      <a:pt x="20" y="54"/>
                      <a:pt x="21" y="55"/>
                      <a:pt x="22" y="56"/>
                    </a:cubicBezTo>
                    <a:cubicBezTo>
                      <a:pt x="22" y="56"/>
                      <a:pt x="24" y="57"/>
                      <a:pt x="25" y="57"/>
                    </a:cubicBezTo>
                    <a:cubicBezTo>
                      <a:pt x="27" y="58"/>
                      <a:pt x="28" y="57"/>
                      <a:pt x="30" y="56"/>
                    </a:cubicBezTo>
                    <a:cubicBezTo>
                      <a:pt x="32" y="60"/>
                      <a:pt x="35" y="57"/>
                      <a:pt x="37" y="55"/>
                    </a:cubicBezTo>
                    <a:cubicBezTo>
                      <a:pt x="39" y="52"/>
                      <a:pt x="41" y="49"/>
                      <a:pt x="44" y="48"/>
                    </a:cubicBezTo>
                    <a:cubicBezTo>
                      <a:pt x="45" y="51"/>
                      <a:pt x="40" y="54"/>
                      <a:pt x="41" y="58"/>
                    </a:cubicBezTo>
                    <a:cubicBezTo>
                      <a:pt x="45" y="56"/>
                      <a:pt x="48" y="51"/>
                      <a:pt x="52" y="50"/>
                    </a:cubicBezTo>
                    <a:cubicBezTo>
                      <a:pt x="56" y="49"/>
                      <a:pt x="55" y="51"/>
                      <a:pt x="53" y="53"/>
                    </a:cubicBezTo>
                    <a:cubicBezTo>
                      <a:pt x="52" y="55"/>
                      <a:pt x="50" y="58"/>
                      <a:pt x="50" y="61"/>
                    </a:cubicBezTo>
                    <a:cubicBezTo>
                      <a:pt x="52" y="61"/>
                      <a:pt x="55" y="54"/>
                      <a:pt x="57" y="52"/>
                    </a:cubicBezTo>
                    <a:cubicBezTo>
                      <a:pt x="59" y="50"/>
                      <a:pt x="61" y="46"/>
                      <a:pt x="64" y="46"/>
                    </a:cubicBezTo>
                    <a:cubicBezTo>
                      <a:pt x="64" y="48"/>
                      <a:pt x="62" y="51"/>
                      <a:pt x="61" y="53"/>
                    </a:cubicBezTo>
                    <a:cubicBezTo>
                      <a:pt x="60" y="55"/>
                      <a:pt x="59" y="58"/>
                      <a:pt x="58" y="60"/>
                    </a:cubicBezTo>
                    <a:cubicBezTo>
                      <a:pt x="60" y="61"/>
                      <a:pt x="63" y="55"/>
                      <a:pt x="64" y="53"/>
                    </a:cubicBezTo>
                    <a:cubicBezTo>
                      <a:pt x="66" y="50"/>
                      <a:pt x="67" y="46"/>
                      <a:pt x="70" y="45"/>
                    </a:cubicBezTo>
                    <a:cubicBezTo>
                      <a:pt x="72" y="49"/>
                      <a:pt x="65" y="57"/>
                      <a:pt x="66" y="62"/>
                    </a:cubicBezTo>
                    <a:cubicBezTo>
                      <a:pt x="68" y="61"/>
                      <a:pt x="69" y="56"/>
                      <a:pt x="70" y="53"/>
                    </a:cubicBezTo>
                    <a:cubicBezTo>
                      <a:pt x="71" y="51"/>
                      <a:pt x="73" y="47"/>
                      <a:pt x="76" y="46"/>
                    </a:cubicBezTo>
                    <a:cubicBezTo>
                      <a:pt x="79" y="44"/>
                      <a:pt x="78" y="49"/>
                      <a:pt x="76" y="52"/>
                    </a:cubicBezTo>
                    <a:cubicBezTo>
                      <a:pt x="75" y="56"/>
                      <a:pt x="74" y="58"/>
                      <a:pt x="75" y="62"/>
                    </a:cubicBezTo>
                    <a:cubicBezTo>
                      <a:pt x="79" y="61"/>
                      <a:pt x="78" y="43"/>
                      <a:pt x="85" y="44"/>
                    </a:cubicBezTo>
                    <a:cubicBezTo>
                      <a:pt x="85" y="48"/>
                      <a:pt x="84" y="50"/>
                      <a:pt x="84" y="53"/>
                    </a:cubicBezTo>
                    <a:cubicBezTo>
                      <a:pt x="83" y="55"/>
                      <a:pt x="81" y="59"/>
                      <a:pt x="82" y="61"/>
                    </a:cubicBezTo>
                    <a:cubicBezTo>
                      <a:pt x="84" y="60"/>
                      <a:pt x="86" y="53"/>
                      <a:pt x="87" y="50"/>
                    </a:cubicBezTo>
                    <a:cubicBezTo>
                      <a:pt x="88" y="48"/>
                      <a:pt x="91" y="42"/>
                      <a:pt x="94" y="42"/>
                    </a:cubicBezTo>
                    <a:cubicBezTo>
                      <a:pt x="94" y="46"/>
                      <a:pt x="92" y="50"/>
                      <a:pt x="91" y="54"/>
                    </a:cubicBezTo>
                    <a:cubicBezTo>
                      <a:pt x="91" y="57"/>
                      <a:pt x="89" y="65"/>
                      <a:pt x="92" y="61"/>
                    </a:cubicBezTo>
                    <a:cubicBezTo>
                      <a:pt x="95" y="56"/>
                      <a:pt x="95" y="44"/>
                      <a:pt x="100" y="42"/>
                    </a:cubicBezTo>
                    <a:cubicBezTo>
                      <a:pt x="102" y="45"/>
                      <a:pt x="102" y="47"/>
                      <a:pt x="101" y="51"/>
                    </a:cubicBezTo>
                    <a:cubicBezTo>
                      <a:pt x="101" y="53"/>
                      <a:pt x="99" y="58"/>
                      <a:pt x="101" y="60"/>
                    </a:cubicBezTo>
                    <a:cubicBezTo>
                      <a:pt x="103" y="60"/>
                      <a:pt x="104" y="51"/>
                      <a:pt x="105" y="48"/>
                    </a:cubicBezTo>
                    <a:cubicBezTo>
                      <a:pt x="106" y="45"/>
                      <a:pt x="108" y="36"/>
                      <a:pt x="109" y="45"/>
                    </a:cubicBezTo>
                    <a:cubicBezTo>
                      <a:pt x="110" y="49"/>
                      <a:pt x="110" y="54"/>
                      <a:pt x="110" y="58"/>
                    </a:cubicBezTo>
                    <a:cubicBezTo>
                      <a:pt x="111" y="64"/>
                      <a:pt x="113" y="57"/>
                      <a:pt x="114" y="54"/>
                    </a:cubicBezTo>
                    <a:cubicBezTo>
                      <a:pt x="115" y="50"/>
                      <a:pt x="113" y="46"/>
                      <a:pt x="114" y="42"/>
                    </a:cubicBezTo>
                    <a:cubicBezTo>
                      <a:pt x="114" y="41"/>
                      <a:pt x="115" y="37"/>
                      <a:pt x="117" y="37"/>
                    </a:cubicBezTo>
                    <a:cubicBezTo>
                      <a:pt x="118" y="38"/>
                      <a:pt x="119" y="43"/>
                      <a:pt x="119" y="45"/>
                    </a:cubicBezTo>
                    <a:cubicBezTo>
                      <a:pt x="119" y="48"/>
                      <a:pt x="117" y="55"/>
                      <a:pt x="118" y="58"/>
                    </a:cubicBezTo>
                    <a:cubicBezTo>
                      <a:pt x="120" y="61"/>
                      <a:pt x="121" y="53"/>
                      <a:pt x="122" y="51"/>
                    </a:cubicBezTo>
                    <a:cubicBezTo>
                      <a:pt x="122" y="48"/>
                      <a:pt x="121" y="31"/>
                      <a:pt x="126" y="40"/>
                    </a:cubicBezTo>
                    <a:cubicBezTo>
                      <a:pt x="127" y="43"/>
                      <a:pt x="127" y="48"/>
                      <a:pt x="128" y="52"/>
                    </a:cubicBezTo>
                    <a:cubicBezTo>
                      <a:pt x="128" y="54"/>
                      <a:pt x="129" y="57"/>
                      <a:pt x="129" y="60"/>
                    </a:cubicBezTo>
                    <a:cubicBezTo>
                      <a:pt x="130" y="60"/>
                      <a:pt x="132" y="56"/>
                      <a:pt x="132" y="54"/>
                    </a:cubicBezTo>
                    <a:cubicBezTo>
                      <a:pt x="132" y="51"/>
                      <a:pt x="131" y="50"/>
                      <a:pt x="130" y="47"/>
                    </a:cubicBezTo>
                    <a:cubicBezTo>
                      <a:pt x="129" y="45"/>
                      <a:pt x="129" y="43"/>
                      <a:pt x="129" y="40"/>
                    </a:cubicBezTo>
                    <a:cubicBezTo>
                      <a:pt x="129" y="38"/>
                      <a:pt x="128" y="34"/>
                      <a:pt x="129" y="32"/>
                    </a:cubicBezTo>
                    <a:cubicBezTo>
                      <a:pt x="131" y="31"/>
                      <a:pt x="133" y="39"/>
                      <a:pt x="135" y="42"/>
                    </a:cubicBezTo>
                    <a:cubicBezTo>
                      <a:pt x="137" y="44"/>
                      <a:pt x="139" y="49"/>
                      <a:pt x="142" y="50"/>
                    </a:cubicBezTo>
                    <a:cubicBezTo>
                      <a:pt x="143" y="45"/>
                      <a:pt x="138" y="40"/>
                      <a:pt x="136" y="36"/>
                    </a:cubicBezTo>
                    <a:cubicBezTo>
                      <a:pt x="136" y="34"/>
                      <a:pt x="134" y="28"/>
                      <a:pt x="136" y="28"/>
                    </a:cubicBezTo>
                    <a:cubicBezTo>
                      <a:pt x="138" y="27"/>
                      <a:pt x="140" y="33"/>
                      <a:pt x="141" y="34"/>
                    </a:cubicBezTo>
                    <a:cubicBezTo>
                      <a:pt x="143" y="37"/>
                      <a:pt x="145" y="39"/>
                      <a:pt x="147" y="42"/>
                    </a:cubicBezTo>
                    <a:cubicBezTo>
                      <a:pt x="148" y="43"/>
                      <a:pt x="152" y="49"/>
                      <a:pt x="154" y="49"/>
                    </a:cubicBezTo>
                    <a:cubicBezTo>
                      <a:pt x="156" y="49"/>
                      <a:pt x="154" y="44"/>
                      <a:pt x="154" y="42"/>
                    </a:cubicBezTo>
                    <a:cubicBezTo>
                      <a:pt x="154" y="38"/>
                      <a:pt x="153" y="37"/>
                      <a:pt x="152" y="34"/>
                    </a:cubicBezTo>
                    <a:cubicBezTo>
                      <a:pt x="155" y="33"/>
                      <a:pt x="158" y="37"/>
                      <a:pt x="160" y="39"/>
                    </a:cubicBezTo>
                    <a:cubicBezTo>
                      <a:pt x="163" y="40"/>
                      <a:pt x="168" y="43"/>
                      <a:pt x="171" y="43"/>
                    </a:cubicBezTo>
                    <a:cubicBezTo>
                      <a:pt x="171" y="41"/>
                      <a:pt x="168" y="39"/>
                      <a:pt x="167" y="37"/>
                    </a:cubicBezTo>
                    <a:cubicBezTo>
                      <a:pt x="166" y="35"/>
                      <a:pt x="160" y="31"/>
                      <a:pt x="165" y="32"/>
                    </a:cubicBezTo>
                    <a:cubicBezTo>
                      <a:pt x="168" y="33"/>
                      <a:pt x="170" y="37"/>
                      <a:pt x="173" y="38"/>
                    </a:cubicBezTo>
                    <a:cubicBezTo>
                      <a:pt x="175" y="38"/>
                      <a:pt x="179" y="40"/>
                      <a:pt x="181" y="40"/>
                    </a:cubicBezTo>
                    <a:cubicBezTo>
                      <a:pt x="179" y="38"/>
                      <a:pt x="177" y="35"/>
                      <a:pt x="174" y="33"/>
                    </a:cubicBezTo>
                    <a:cubicBezTo>
                      <a:pt x="172" y="31"/>
                      <a:pt x="168" y="29"/>
                      <a:pt x="167" y="26"/>
                    </a:cubicBezTo>
                    <a:cubicBezTo>
                      <a:pt x="173" y="24"/>
                      <a:pt x="177" y="30"/>
                      <a:pt x="182" y="32"/>
                    </a:cubicBezTo>
                    <a:cubicBezTo>
                      <a:pt x="185" y="33"/>
                      <a:pt x="193" y="38"/>
                      <a:pt x="195" y="36"/>
                    </a:cubicBezTo>
                    <a:cubicBezTo>
                      <a:pt x="193" y="35"/>
                      <a:pt x="192" y="33"/>
                      <a:pt x="190" y="31"/>
                    </a:cubicBezTo>
                    <a:cubicBezTo>
                      <a:pt x="188" y="30"/>
                      <a:pt x="185" y="30"/>
                      <a:pt x="185" y="28"/>
                    </a:cubicBezTo>
                    <a:cubicBezTo>
                      <a:pt x="187" y="26"/>
                      <a:pt x="192" y="28"/>
                      <a:pt x="194" y="29"/>
                    </a:cubicBezTo>
                    <a:cubicBezTo>
                      <a:pt x="197" y="30"/>
                      <a:pt x="200" y="31"/>
                      <a:pt x="203" y="32"/>
                    </a:cubicBezTo>
                    <a:cubicBezTo>
                      <a:pt x="204" y="29"/>
                      <a:pt x="197" y="28"/>
                      <a:pt x="196" y="27"/>
                    </a:cubicBezTo>
                    <a:cubicBezTo>
                      <a:pt x="193" y="25"/>
                      <a:pt x="193" y="23"/>
                      <a:pt x="197" y="23"/>
                    </a:cubicBezTo>
                    <a:cubicBezTo>
                      <a:pt x="199" y="24"/>
                      <a:pt x="203" y="24"/>
                      <a:pt x="205" y="24"/>
                    </a:cubicBezTo>
                    <a:cubicBezTo>
                      <a:pt x="209" y="25"/>
                      <a:pt x="215" y="31"/>
                      <a:pt x="218" y="25"/>
                    </a:cubicBezTo>
                    <a:cubicBezTo>
                      <a:pt x="217" y="24"/>
                      <a:pt x="215" y="24"/>
                      <a:pt x="214" y="23"/>
                    </a:cubicBezTo>
                    <a:cubicBezTo>
                      <a:pt x="212" y="21"/>
                      <a:pt x="211" y="19"/>
                      <a:pt x="209" y="18"/>
                    </a:cubicBezTo>
                    <a:cubicBezTo>
                      <a:pt x="205" y="16"/>
                      <a:pt x="200" y="16"/>
                      <a:pt x="195" y="15"/>
                    </a:cubicBezTo>
                    <a:cubicBezTo>
                      <a:pt x="187" y="14"/>
                      <a:pt x="178" y="13"/>
                      <a:pt x="169" y="11"/>
                    </a:cubicBezTo>
                    <a:cubicBezTo>
                      <a:pt x="160" y="10"/>
                      <a:pt x="151" y="9"/>
                      <a:pt x="142" y="7"/>
                    </a:cubicBezTo>
                    <a:cubicBezTo>
                      <a:pt x="131" y="6"/>
                      <a:pt x="121" y="6"/>
                      <a:pt x="110" y="5"/>
                    </a:cubicBezTo>
                    <a:cubicBezTo>
                      <a:pt x="95" y="2"/>
                      <a:pt x="79" y="0"/>
                      <a:pt x="63" y="2"/>
                    </a:cubicBezTo>
                    <a:cubicBezTo>
                      <a:pt x="59" y="2"/>
                      <a:pt x="55" y="2"/>
                      <a:pt x="51" y="2"/>
                    </a:cubicBezTo>
                    <a:cubicBezTo>
                      <a:pt x="45" y="1"/>
                      <a:pt x="38" y="3"/>
                      <a:pt x="32" y="2"/>
                    </a:cubicBezTo>
                    <a:cubicBezTo>
                      <a:pt x="24" y="2"/>
                      <a:pt x="17" y="2"/>
                      <a:pt x="9" y="2"/>
                    </a:cubicBez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08" name="Freeform 1372"/>
              <p:cNvSpPr>
                <a:spLocks/>
              </p:cNvSpPr>
              <p:nvPr/>
            </p:nvSpPr>
            <p:spPr bwMode="auto">
              <a:xfrm>
                <a:off x="8937" y="-1037"/>
                <a:ext cx="699" cy="243"/>
              </a:xfrm>
              <a:custGeom>
                <a:avLst/>
                <a:gdLst>
                  <a:gd name="T0" fmla="*/ 0 w 124"/>
                  <a:gd name="T1" fmla="*/ 6674 h 43"/>
                  <a:gd name="T2" fmla="*/ 1432 w 124"/>
                  <a:gd name="T3" fmla="*/ 6674 h 43"/>
                  <a:gd name="T4" fmla="*/ 2159 w 124"/>
                  <a:gd name="T5" fmla="*/ 6674 h 43"/>
                  <a:gd name="T6" fmla="*/ 2700 w 124"/>
                  <a:gd name="T7" fmla="*/ 6324 h 43"/>
                  <a:gd name="T8" fmla="*/ 3208 w 124"/>
                  <a:gd name="T9" fmla="*/ 6324 h 43"/>
                  <a:gd name="T10" fmla="*/ 3940 w 124"/>
                  <a:gd name="T11" fmla="*/ 5589 h 43"/>
                  <a:gd name="T12" fmla="*/ 4673 w 124"/>
                  <a:gd name="T13" fmla="*/ 5239 h 43"/>
                  <a:gd name="T14" fmla="*/ 5372 w 124"/>
                  <a:gd name="T15" fmla="*/ 4888 h 43"/>
                  <a:gd name="T16" fmla="*/ 4831 w 124"/>
                  <a:gd name="T17" fmla="*/ 6132 h 43"/>
                  <a:gd name="T18" fmla="*/ 4673 w 124"/>
                  <a:gd name="T19" fmla="*/ 6866 h 43"/>
                  <a:gd name="T20" fmla="*/ 4290 w 124"/>
                  <a:gd name="T21" fmla="*/ 7567 h 43"/>
                  <a:gd name="T22" fmla="*/ 6449 w 124"/>
                  <a:gd name="T23" fmla="*/ 5239 h 43"/>
                  <a:gd name="T24" fmla="*/ 6099 w 124"/>
                  <a:gd name="T25" fmla="*/ 7409 h 43"/>
                  <a:gd name="T26" fmla="*/ 7148 w 124"/>
                  <a:gd name="T27" fmla="*/ 6324 h 43"/>
                  <a:gd name="T28" fmla="*/ 7689 w 124"/>
                  <a:gd name="T29" fmla="*/ 6324 h 43"/>
                  <a:gd name="T30" fmla="*/ 8072 w 124"/>
                  <a:gd name="T31" fmla="*/ 6674 h 43"/>
                  <a:gd name="T32" fmla="*/ 9312 w 124"/>
                  <a:gd name="T33" fmla="*/ 6324 h 43"/>
                  <a:gd name="T34" fmla="*/ 9854 w 124"/>
                  <a:gd name="T35" fmla="*/ 5939 h 43"/>
                  <a:gd name="T36" fmla="*/ 10389 w 124"/>
                  <a:gd name="T37" fmla="*/ 5589 h 43"/>
                  <a:gd name="T38" fmla="*/ 10389 w 124"/>
                  <a:gd name="T39" fmla="*/ 6482 h 43"/>
                  <a:gd name="T40" fmla="*/ 11122 w 124"/>
                  <a:gd name="T41" fmla="*/ 6132 h 43"/>
                  <a:gd name="T42" fmla="*/ 11821 w 124"/>
                  <a:gd name="T43" fmla="*/ 5589 h 43"/>
                  <a:gd name="T44" fmla="*/ 12712 w 124"/>
                  <a:gd name="T45" fmla="*/ 4888 h 43"/>
                  <a:gd name="T46" fmla="*/ 13253 w 124"/>
                  <a:gd name="T47" fmla="*/ 6324 h 43"/>
                  <a:gd name="T48" fmla="*/ 14143 w 124"/>
                  <a:gd name="T49" fmla="*/ 5939 h 43"/>
                  <a:gd name="T50" fmla="*/ 15062 w 124"/>
                  <a:gd name="T51" fmla="*/ 5939 h 43"/>
                  <a:gd name="T52" fmla="*/ 15412 w 124"/>
                  <a:gd name="T53" fmla="*/ 5431 h 43"/>
                  <a:gd name="T54" fmla="*/ 15953 w 124"/>
                  <a:gd name="T55" fmla="*/ 5589 h 43"/>
                  <a:gd name="T56" fmla="*/ 17030 w 124"/>
                  <a:gd name="T57" fmla="*/ 4154 h 43"/>
                  <a:gd name="T58" fmla="*/ 17734 w 124"/>
                  <a:gd name="T59" fmla="*/ 5589 h 43"/>
                  <a:gd name="T60" fmla="*/ 18461 w 124"/>
                  <a:gd name="T61" fmla="*/ 4504 h 43"/>
                  <a:gd name="T62" fmla="*/ 19352 w 124"/>
                  <a:gd name="T63" fmla="*/ 5046 h 43"/>
                  <a:gd name="T64" fmla="*/ 19893 w 124"/>
                  <a:gd name="T65" fmla="*/ 3798 h 43"/>
                  <a:gd name="T66" fmla="*/ 20592 w 124"/>
                  <a:gd name="T67" fmla="*/ 4346 h 43"/>
                  <a:gd name="T68" fmla="*/ 21133 w 124"/>
                  <a:gd name="T69" fmla="*/ 4346 h 43"/>
                  <a:gd name="T70" fmla="*/ 21669 w 124"/>
                  <a:gd name="T71" fmla="*/ 5046 h 43"/>
                  <a:gd name="T72" fmla="*/ 22024 w 124"/>
                  <a:gd name="T73" fmla="*/ 4888 h 43"/>
                  <a:gd name="T74" fmla="*/ 21320 w 124"/>
                  <a:gd name="T75" fmla="*/ 3069 h 43"/>
                  <a:gd name="T76" fmla="*/ 19702 w 124"/>
                  <a:gd name="T77" fmla="*/ 1820 h 43"/>
                  <a:gd name="T78" fmla="*/ 19003 w 124"/>
                  <a:gd name="T79" fmla="*/ 1628 h 43"/>
                  <a:gd name="T80" fmla="*/ 17920 w 124"/>
                  <a:gd name="T81" fmla="*/ 1085 h 43"/>
                  <a:gd name="T82" fmla="*/ 13794 w 124"/>
                  <a:gd name="T83" fmla="*/ 192 h 43"/>
                  <a:gd name="T84" fmla="*/ 9854 w 124"/>
                  <a:gd name="T85" fmla="*/ 350 h 43"/>
                  <a:gd name="T86" fmla="*/ 6099 w 124"/>
                  <a:gd name="T87" fmla="*/ 543 h 43"/>
                  <a:gd name="T88" fmla="*/ 891 w 124"/>
                  <a:gd name="T89" fmla="*/ 350 h 43"/>
                  <a:gd name="T90" fmla="*/ 0 w 124"/>
                  <a:gd name="T91" fmla="*/ 6674 h 43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124" h="43">
                    <a:moveTo>
                      <a:pt x="0" y="37"/>
                    </a:moveTo>
                    <a:cubicBezTo>
                      <a:pt x="3" y="38"/>
                      <a:pt x="6" y="38"/>
                      <a:pt x="8" y="37"/>
                    </a:cubicBezTo>
                    <a:cubicBezTo>
                      <a:pt x="9" y="37"/>
                      <a:pt x="10" y="38"/>
                      <a:pt x="12" y="37"/>
                    </a:cubicBezTo>
                    <a:cubicBezTo>
                      <a:pt x="14" y="37"/>
                      <a:pt x="13" y="37"/>
                      <a:pt x="15" y="35"/>
                    </a:cubicBezTo>
                    <a:cubicBezTo>
                      <a:pt x="17" y="34"/>
                      <a:pt x="17" y="35"/>
                      <a:pt x="18" y="35"/>
                    </a:cubicBezTo>
                    <a:cubicBezTo>
                      <a:pt x="20" y="34"/>
                      <a:pt x="21" y="33"/>
                      <a:pt x="22" y="31"/>
                    </a:cubicBezTo>
                    <a:cubicBezTo>
                      <a:pt x="23" y="31"/>
                      <a:pt x="25" y="30"/>
                      <a:pt x="26" y="29"/>
                    </a:cubicBezTo>
                    <a:cubicBezTo>
                      <a:pt x="28" y="29"/>
                      <a:pt x="28" y="28"/>
                      <a:pt x="30" y="27"/>
                    </a:cubicBezTo>
                    <a:cubicBezTo>
                      <a:pt x="31" y="30"/>
                      <a:pt x="28" y="32"/>
                      <a:pt x="27" y="34"/>
                    </a:cubicBezTo>
                    <a:cubicBezTo>
                      <a:pt x="26" y="35"/>
                      <a:pt x="26" y="37"/>
                      <a:pt x="26" y="38"/>
                    </a:cubicBezTo>
                    <a:cubicBezTo>
                      <a:pt x="25" y="39"/>
                      <a:pt x="24" y="40"/>
                      <a:pt x="24" y="42"/>
                    </a:cubicBezTo>
                    <a:cubicBezTo>
                      <a:pt x="26" y="43"/>
                      <a:pt x="32" y="30"/>
                      <a:pt x="36" y="29"/>
                    </a:cubicBezTo>
                    <a:cubicBezTo>
                      <a:pt x="37" y="32"/>
                      <a:pt x="34" y="38"/>
                      <a:pt x="34" y="41"/>
                    </a:cubicBezTo>
                    <a:cubicBezTo>
                      <a:pt x="35" y="41"/>
                      <a:pt x="38" y="36"/>
                      <a:pt x="40" y="35"/>
                    </a:cubicBezTo>
                    <a:cubicBezTo>
                      <a:pt x="41" y="35"/>
                      <a:pt x="42" y="34"/>
                      <a:pt x="43" y="35"/>
                    </a:cubicBezTo>
                    <a:cubicBezTo>
                      <a:pt x="45" y="35"/>
                      <a:pt x="45" y="37"/>
                      <a:pt x="45" y="37"/>
                    </a:cubicBezTo>
                    <a:cubicBezTo>
                      <a:pt x="47" y="38"/>
                      <a:pt x="50" y="36"/>
                      <a:pt x="52" y="35"/>
                    </a:cubicBezTo>
                    <a:cubicBezTo>
                      <a:pt x="54" y="35"/>
                      <a:pt x="54" y="35"/>
                      <a:pt x="55" y="33"/>
                    </a:cubicBezTo>
                    <a:cubicBezTo>
                      <a:pt x="56" y="32"/>
                      <a:pt x="56" y="30"/>
                      <a:pt x="58" y="31"/>
                    </a:cubicBezTo>
                    <a:cubicBezTo>
                      <a:pt x="58" y="32"/>
                      <a:pt x="57" y="35"/>
                      <a:pt x="58" y="36"/>
                    </a:cubicBezTo>
                    <a:cubicBezTo>
                      <a:pt x="58" y="37"/>
                      <a:pt x="61" y="35"/>
                      <a:pt x="62" y="34"/>
                    </a:cubicBezTo>
                    <a:cubicBezTo>
                      <a:pt x="64" y="33"/>
                      <a:pt x="65" y="32"/>
                      <a:pt x="66" y="31"/>
                    </a:cubicBezTo>
                    <a:cubicBezTo>
                      <a:pt x="68" y="29"/>
                      <a:pt x="70" y="28"/>
                      <a:pt x="71" y="27"/>
                    </a:cubicBezTo>
                    <a:cubicBezTo>
                      <a:pt x="73" y="30"/>
                      <a:pt x="70" y="33"/>
                      <a:pt x="74" y="35"/>
                    </a:cubicBezTo>
                    <a:cubicBezTo>
                      <a:pt x="77" y="36"/>
                      <a:pt x="77" y="34"/>
                      <a:pt x="79" y="33"/>
                    </a:cubicBezTo>
                    <a:cubicBezTo>
                      <a:pt x="80" y="33"/>
                      <a:pt x="82" y="34"/>
                      <a:pt x="84" y="33"/>
                    </a:cubicBezTo>
                    <a:cubicBezTo>
                      <a:pt x="85" y="33"/>
                      <a:pt x="85" y="30"/>
                      <a:pt x="86" y="30"/>
                    </a:cubicBezTo>
                    <a:cubicBezTo>
                      <a:pt x="88" y="30"/>
                      <a:pt x="88" y="32"/>
                      <a:pt x="89" y="31"/>
                    </a:cubicBezTo>
                    <a:cubicBezTo>
                      <a:pt x="92" y="31"/>
                      <a:pt x="93" y="25"/>
                      <a:pt x="95" y="23"/>
                    </a:cubicBezTo>
                    <a:cubicBezTo>
                      <a:pt x="96" y="25"/>
                      <a:pt x="97" y="30"/>
                      <a:pt x="99" y="31"/>
                    </a:cubicBezTo>
                    <a:cubicBezTo>
                      <a:pt x="100" y="31"/>
                      <a:pt x="103" y="27"/>
                      <a:pt x="103" y="25"/>
                    </a:cubicBezTo>
                    <a:cubicBezTo>
                      <a:pt x="104" y="27"/>
                      <a:pt x="106" y="31"/>
                      <a:pt x="108" y="28"/>
                    </a:cubicBezTo>
                    <a:cubicBezTo>
                      <a:pt x="110" y="26"/>
                      <a:pt x="109" y="23"/>
                      <a:pt x="111" y="21"/>
                    </a:cubicBezTo>
                    <a:cubicBezTo>
                      <a:pt x="114" y="18"/>
                      <a:pt x="113" y="21"/>
                      <a:pt x="115" y="24"/>
                    </a:cubicBezTo>
                    <a:cubicBezTo>
                      <a:pt x="116" y="26"/>
                      <a:pt x="119" y="28"/>
                      <a:pt x="118" y="24"/>
                    </a:cubicBezTo>
                    <a:cubicBezTo>
                      <a:pt x="119" y="25"/>
                      <a:pt x="120" y="27"/>
                      <a:pt x="121" y="28"/>
                    </a:cubicBezTo>
                    <a:cubicBezTo>
                      <a:pt x="123" y="31"/>
                      <a:pt x="123" y="29"/>
                      <a:pt x="123" y="27"/>
                    </a:cubicBezTo>
                    <a:cubicBezTo>
                      <a:pt x="124" y="23"/>
                      <a:pt x="122" y="20"/>
                      <a:pt x="119" y="17"/>
                    </a:cubicBezTo>
                    <a:cubicBezTo>
                      <a:pt x="117" y="14"/>
                      <a:pt x="113" y="12"/>
                      <a:pt x="110" y="10"/>
                    </a:cubicBezTo>
                    <a:cubicBezTo>
                      <a:pt x="109" y="9"/>
                      <a:pt x="107" y="9"/>
                      <a:pt x="106" y="9"/>
                    </a:cubicBezTo>
                    <a:cubicBezTo>
                      <a:pt x="104" y="8"/>
                      <a:pt x="102" y="7"/>
                      <a:pt x="100" y="6"/>
                    </a:cubicBezTo>
                    <a:cubicBezTo>
                      <a:pt x="93" y="1"/>
                      <a:pt x="85" y="0"/>
                      <a:pt x="77" y="1"/>
                    </a:cubicBezTo>
                    <a:cubicBezTo>
                      <a:pt x="69" y="2"/>
                      <a:pt x="62" y="1"/>
                      <a:pt x="55" y="2"/>
                    </a:cubicBezTo>
                    <a:cubicBezTo>
                      <a:pt x="48" y="3"/>
                      <a:pt x="41" y="3"/>
                      <a:pt x="34" y="3"/>
                    </a:cubicBezTo>
                    <a:cubicBezTo>
                      <a:pt x="24" y="4"/>
                      <a:pt x="15" y="5"/>
                      <a:pt x="5" y="2"/>
                    </a:cubicBez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09" name="Freeform 1373"/>
              <p:cNvSpPr>
                <a:spLocks/>
              </p:cNvSpPr>
              <p:nvPr/>
            </p:nvSpPr>
            <p:spPr bwMode="auto">
              <a:xfrm>
                <a:off x="9534" y="-1059"/>
                <a:ext cx="558" cy="208"/>
              </a:xfrm>
              <a:custGeom>
                <a:avLst/>
                <a:gdLst>
                  <a:gd name="T0" fmla="*/ 0 w 99"/>
                  <a:gd name="T1" fmla="*/ 883 h 37"/>
                  <a:gd name="T2" fmla="*/ 1240 w 99"/>
                  <a:gd name="T3" fmla="*/ 2305 h 37"/>
                  <a:gd name="T4" fmla="*/ 2858 w 99"/>
                  <a:gd name="T5" fmla="*/ 3193 h 37"/>
                  <a:gd name="T6" fmla="*/ 3940 w 99"/>
                  <a:gd name="T7" fmla="*/ 4615 h 37"/>
                  <a:gd name="T8" fmla="*/ 5022 w 99"/>
                  <a:gd name="T9" fmla="*/ 6386 h 37"/>
                  <a:gd name="T10" fmla="*/ 4131 w 99"/>
                  <a:gd name="T11" fmla="*/ 3918 h 37"/>
                  <a:gd name="T12" fmla="*/ 3590 w 99"/>
                  <a:gd name="T13" fmla="*/ 2496 h 37"/>
                  <a:gd name="T14" fmla="*/ 4289 w 99"/>
                  <a:gd name="T15" fmla="*/ 2653 h 37"/>
                  <a:gd name="T16" fmla="*/ 5180 w 99"/>
                  <a:gd name="T17" fmla="*/ 3542 h 37"/>
                  <a:gd name="T18" fmla="*/ 6099 w 99"/>
                  <a:gd name="T19" fmla="*/ 4458 h 37"/>
                  <a:gd name="T20" fmla="*/ 7688 w 99"/>
                  <a:gd name="T21" fmla="*/ 6572 h 37"/>
                  <a:gd name="T22" fmla="*/ 6797 w 99"/>
                  <a:gd name="T23" fmla="*/ 4458 h 37"/>
                  <a:gd name="T24" fmla="*/ 5557 w 99"/>
                  <a:gd name="T25" fmla="*/ 2653 h 37"/>
                  <a:gd name="T26" fmla="*/ 6256 w 99"/>
                  <a:gd name="T27" fmla="*/ 3036 h 37"/>
                  <a:gd name="T28" fmla="*/ 7530 w 99"/>
                  <a:gd name="T29" fmla="*/ 4267 h 37"/>
                  <a:gd name="T30" fmla="*/ 8770 w 99"/>
                  <a:gd name="T31" fmla="*/ 5149 h 37"/>
                  <a:gd name="T32" fmla="*/ 10038 w 99"/>
                  <a:gd name="T33" fmla="*/ 6038 h 37"/>
                  <a:gd name="T34" fmla="*/ 8229 w 99"/>
                  <a:gd name="T35" fmla="*/ 3918 h 37"/>
                  <a:gd name="T36" fmla="*/ 7147 w 99"/>
                  <a:gd name="T37" fmla="*/ 3036 h 37"/>
                  <a:gd name="T38" fmla="*/ 6256 w 99"/>
                  <a:gd name="T39" fmla="*/ 2119 h 37"/>
                  <a:gd name="T40" fmla="*/ 7688 w 99"/>
                  <a:gd name="T41" fmla="*/ 3036 h 37"/>
                  <a:gd name="T42" fmla="*/ 9120 w 99"/>
                  <a:gd name="T43" fmla="*/ 3918 h 37"/>
                  <a:gd name="T44" fmla="*/ 10579 w 99"/>
                  <a:gd name="T45" fmla="*/ 4964 h 37"/>
                  <a:gd name="T46" fmla="*/ 11819 w 99"/>
                  <a:gd name="T47" fmla="*/ 5689 h 37"/>
                  <a:gd name="T48" fmla="*/ 10038 w 99"/>
                  <a:gd name="T49" fmla="*/ 3918 h 37"/>
                  <a:gd name="T50" fmla="*/ 8071 w 99"/>
                  <a:gd name="T51" fmla="*/ 2496 h 37"/>
                  <a:gd name="T52" fmla="*/ 9497 w 99"/>
                  <a:gd name="T53" fmla="*/ 2845 h 37"/>
                  <a:gd name="T54" fmla="*/ 10737 w 99"/>
                  <a:gd name="T55" fmla="*/ 3384 h 37"/>
                  <a:gd name="T56" fmla="*/ 12169 w 99"/>
                  <a:gd name="T57" fmla="*/ 3918 h 37"/>
                  <a:gd name="T58" fmla="*/ 13437 w 99"/>
                  <a:gd name="T59" fmla="*/ 4458 h 37"/>
                  <a:gd name="T60" fmla="*/ 12169 w 99"/>
                  <a:gd name="T61" fmla="*/ 3384 h 37"/>
                  <a:gd name="T62" fmla="*/ 10929 w 99"/>
                  <a:gd name="T63" fmla="*/ 2496 h 37"/>
                  <a:gd name="T64" fmla="*/ 13059 w 99"/>
                  <a:gd name="T65" fmla="*/ 3193 h 37"/>
                  <a:gd name="T66" fmla="*/ 14869 w 99"/>
                  <a:gd name="T67" fmla="*/ 3542 h 37"/>
                  <a:gd name="T68" fmla="*/ 14328 w 99"/>
                  <a:gd name="T69" fmla="*/ 2845 h 37"/>
                  <a:gd name="T70" fmla="*/ 15568 w 99"/>
                  <a:gd name="T71" fmla="*/ 3036 h 37"/>
                  <a:gd name="T72" fmla="*/ 16644 w 99"/>
                  <a:gd name="T73" fmla="*/ 3036 h 37"/>
                  <a:gd name="T74" fmla="*/ 17726 w 99"/>
                  <a:gd name="T75" fmla="*/ 3036 h 37"/>
                  <a:gd name="T76" fmla="*/ 15945 w 99"/>
                  <a:gd name="T77" fmla="*/ 2119 h 37"/>
                  <a:gd name="T78" fmla="*/ 13595 w 99"/>
                  <a:gd name="T79" fmla="*/ 1771 h 37"/>
                  <a:gd name="T80" fmla="*/ 9306 w 99"/>
                  <a:gd name="T81" fmla="*/ 1231 h 37"/>
                  <a:gd name="T82" fmla="*/ 4830 w 99"/>
                  <a:gd name="T83" fmla="*/ 540 h 37"/>
                  <a:gd name="T84" fmla="*/ 2508 w 99"/>
                  <a:gd name="T85" fmla="*/ 191 h 37"/>
                  <a:gd name="T86" fmla="*/ 192 w 99"/>
                  <a:gd name="T87" fmla="*/ 191 h 37"/>
                  <a:gd name="T88" fmla="*/ 0 w 99"/>
                  <a:gd name="T89" fmla="*/ 883 h 3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99" h="37">
                    <a:moveTo>
                      <a:pt x="0" y="5"/>
                    </a:moveTo>
                    <a:cubicBezTo>
                      <a:pt x="2" y="7"/>
                      <a:pt x="4" y="11"/>
                      <a:pt x="7" y="13"/>
                    </a:cubicBezTo>
                    <a:cubicBezTo>
                      <a:pt x="10" y="16"/>
                      <a:pt x="13" y="16"/>
                      <a:pt x="16" y="18"/>
                    </a:cubicBezTo>
                    <a:cubicBezTo>
                      <a:pt x="18" y="21"/>
                      <a:pt x="20" y="24"/>
                      <a:pt x="22" y="26"/>
                    </a:cubicBezTo>
                    <a:cubicBezTo>
                      <a:pt x="25" y="29"/>
                      <a:pt x="26" y="34"/>
                      <a:pt x="28" y="36"/>
                    </a:cubicBezTo>
                    <a:cubicBezTo>
                      <a:pt x="29" y="30"/>
                      <a:pt x="25" y="27"/>
                      <a:pt x="23" y="22"/>
                    </a:cubicBezTo>
                    <a:cubicBezTo>
                      <a:pt x="23" y="21"/>
                      <a:pt x="21" y="16"/>
                      <a:pt x="20" y="14"/>
                    </a:cubicBezTo>
                    <a:cubicBezTo>
                      <a:pt x="20" y="11"/>
                      <a:pt x="23" y="13"/>
                      <a:pt x="24" y="15"/>
                    </a:cubicBezTo>
                    <a:cubicBezTo>
                      <a:pt x="26" y="17"/>
                      <a:pt x="27" y="19"/>
                      <a:pt x="29" y="20"/>
                    </a:cubicBezTo>
                    <a:cubicBezTo>
                      <a:pt x="31" y="22"/>
                      <a:pt x="33" y="23"/>
                      <a:pt x="34" y="25"/>
                    </a:cubicBezTo>
                    <a:cubicBezTo>
                      <a:pt x="37" y="28"/>
                      <a:pt x="40" y="37"/>
                      <a:pt x="43" y="37"/>
                    </a:cubicBezTo>
                    <a:cubicBezTo>
                      <a:pt x="46" y="34"/>
                      <a:pt x="40" y="28"/>
                      <a:pt x="38" y="25"/>
                    </a:cubicBezTo>
                    <a:cubicBezTo>
                      <a:pt x="37" y="23"/>
                      <a:pt x="33" y="15"/>
                      <a:pt x="31" y="15"/>
                    </a:cubicBezTo>
                    <a:cubicBezTo>
                      <a:pt x="30" y="10"/>
                      <a:pt x="34" y="16"/>
                      <a:pt x="35" y="17"/>
                    </a:cubicBezTo>
                    <a:cubicBezTo>
                      <a:pt x="37" y="20"/>
                      <a:pt x="40" y="21"/>
                      <a:pt x="42" y="24"/>
                    </a:cubicBezTo>
                    <a:cubicBezTo>
                      <a:pt x="44" y="26"/>
                      <a:pt x="47" y="27"/>
                      <a:pt x="49" y="29"/>
                    </a:cubicBezTo>
                    <a:cubicBezTo>
                      <a:pt x="51" y="31"/>
                      <a:pt x="54" y="34"/>
                      <a:pt x="56" y="34"/>
                    </a:cubicBezTo>
                    <a:cubicBezTo>
                      <a:pt x="54" y="29"/>
                      <a:pt x="50" y="26"/>
                      <a:pt x="46" y="22"/>
                    </a:cubicBezTo>
                    <a:cubicBezTo>
                      <a:pt x="45" y="21"/>
                      <a:pt x="43" y="19"/>
                      <a:pt x="40" y="17"/>
                    </a:cubicBezTo>
                    <a:cubicBezTo>
                      <a:pt x="39" y="16"/>
                      <a:pt x="36" y="15"/>
                      <a:pt x="35" y="12"/>
                    </a:cubicBezTo>
                    <a:cubicBezTo>
                      <a:pt x="38" y="12"/>
                      <a:pt x="41" y="16"/>
                      <a:pt x="43" y="17"/>
                    </a:cubicBezTo>
                    <a:cubicBezTo>
                      <a:pt x="46" y="19"/>
                      <a:pt x="48" y="20"/>
                      <a:pt x="51" y="22"/>
                    </a:cubicBezTo>
                    <a:cubicBezTo>
                      <a:pt x="53" y="25"/>
                      <a:pt x="56" y="26"/>
                      <a:pt x="59" y="28"/>
                    </a:cubicBezTo>
                    <a:cubicBezTo>
                      <a:pt x="61" y="29"/>
                      <a:pt x="64" y="32"/>
                      <a:pt x="66" y="32"/>
                    </a:cubicBezTo>
                    <a:cubicBezTo>
                      <a:pt x="66" y="29"/>
                      <a:pt x="59" y="24"/>
                      <a:pt x="56" y="22"/>
                    </a:cubicBezTo>
                    <a:cubicBezTo>
                      <a:pt x="53" y="18"/>
                      <a:pt x="48" y="18"/>
                      <a:pt x="45" y="14"/>
                    </a:cubicBezTo>
                    <a:cubicBezTo>
                      <a:pt x="47" y="13"/>
                      <a:pt x="51" y="16"/>
                      <a:pt x="53" y="16"/>
                    </a:cubicBezTo>
                    <a:cubicBezTo>
                      <a:pt x="55" y="17"/>
                      <a:pt x="58" y="18"/>
                      <a:pt x="60" y="19"/>
                    </a:cubicBezTo>
                    <a:cubicBezTo>
                      <a:pt x="63" y="20"/>
                      <a:pt x="65" y="21"/>
                      <a:pt x="68" y="22"/>
                    </a:cubicBezTo>
                    <a:cubicBezTo>
                      <a:pt x="70" y="23"/>
                      <a:pt x="73" y="25"/>
                      <a:pt x="75" y="25"/>
                    </a:cubicBezTo>
                    <a:cubicBezTo>
                      <a:pt x="73" y="22"/>
                      <a:pt x="71" y="20"/>
                      <a:pt x="68" y="19"/>
                    </a:cubicBezTo>
                    <a:cubicBezTo>
                      <a:pt x="66" y="18"/>
                      <a:pt x="63" y="16"/>
                      <a:pt x="61" y="14"/>
                    </a:cubicBezTo>
                    <a:cubicBezTo>
                      <a:pt x="65" y="14"/>
                      <a:pt x="69" y="17"/>
                      <a:pt x="73" y="18"/>
                    </a:cubicBezTo>
                    <a:cubicBezTo>
                      <a:pt x="75" y="19"/>
                      <a:pt x="81" y="23"/>
                      <a:pt x="83" y="20"/>
                    </a:cubicBezTo>
                    <a:cubicBezTo>
                      <a:pt x="82" y="20"/>
                      <a:pt x="79" y="18"/>
                      <a:pt x="80" y="16"/>
                    </a:cubicBezTo>
                    <a:cubicBezTo>
                      <a:pt x="81" y="15"/>
                      <a:pt x="86" y="17"/>
                      <a:pt x="87" y="17"/>
                    </a:cubicBezTo>
                    <a:cubicBezTo>
                      <a:pt x="89" y="17"/>
                      <a:pt x="91" y="17"/>
                      <a:pt x="93" y="17"/>
                    </a:cubicBezTo>
                    <a:cubicBezTo>
                      <a:pt x="95" y="17"/>
                      <a:pt x="97" y="18"/>
                      <a:pt x="99" y="17"/>
                    </a:cubicBezTo>
                    <a:cubicBezTo>
                      <a:pt x="97" y="14"/>
                      <a:pt x="92" y="13"/>
                      <a:pt x="89" y="12"/>
                    </a:cubicBezTo>
                    <a:cubicBezTo>
                      <a:pt x="85" y="11"/>
                      <a:pt x="80" y="11"/>
                      <a:pt x="76" y="10"/>
                    </a:cubicBezTo>
                    <a:cubicBezTo>
                      <a:pt x="68" y="9"/>
                      <a:pt x="60" y="9"/>
                      <a:pt x="52" y="7"/>
                    </a:cubicBezTo>
                    <a:cubicBezTo>
                      <a:pt x="44" y="5"/>
                      <a:pt x="36" y="4"/>
                      <a:pt x="27" y="3"/>
                    </a:cubicBezTo>
                    <a:cubicBezTo>
                      <a:pt x="23" y="2"/>
                      <a:pt x="18" y="0"/>
                      <a:pt x="14" y="1"/>
                    </a:cubicBezTo>
                    <a:cubicBezTo>
                      <a:pt x="12" y="1"/>
                      <a:pt x="4" y="0"/>
                      <a:pt x="1" y="1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10" name="Freeform 1374"/>
              <p:cNvSpPr>
                <a:spLocks/>
              </p:cNvSpPr>
              <p:nvPr/>
            </p:nvSpPr>
            <p:spPr bwMode="auto">
              <a:xfrm>
                <a:off x="8943" y="-1020"/>
                <a:ext cx="637" cy="158"/>
              </a:xfrm>
              <a:custGeom>
                <a:avLst/>
                <a:gdLst>
                  <a:gd name="T0" fmla="*/ 12712 w 113"/>
                  <a:gd name="T1" fmla="*/ 542 h 28"/>
                  <a:gd name="T2" fmla="*/ 14679 w 113"/>
                  <a:gd name="T3" fmla="*/ 350 h 28"/>
                  <a:gd name="T4" fmla="*/ 16111 w 113"/>
                  <a:gd name="T5" fmla="*/ 192 h 28"/>
                  <a:gd name="T6" fmla="*/ 16844 w 113"/>
                  <a:gd name="T7" fmla="*/ 542 h 28"/>
                  <a:gd name="T8" fmla="*/ 17543 w 113"/>
                  <a:gd name="T9" fmla="*/ 892 h 28"/>
                  <a:gd name="T10" fmla="*/ 18270 w 113"/>
                  <a:gd name="T11" fmla="*/ 1275 h 28"/>
                  <a:gd name="T12" fmla="*/ 18620 w 113"/>
                  <a:gd name="T13" fmla="*/ 1275 h 28"/>
                  <a:gd name="T14" fmla="*/ 19003 w 113"/>
                  <a:gd name="T15" fmla="*/ 1433 h 28"/>
                  <a:gd name="T16" fmla="*/ 20243 w 113"/>
                  <a:gd name="T17" fmla="*/ 2517 h 28"/>
                  <a:gd name="T18" fmla="*/ 19003 w 113"/>
                  <a:gd name="T19" fmla="*/ 2709 h 28"/>
                  <a:gd name="T20" fmla="*/ 18620 w 113"/>
                  <a:gd name="T21" fmla="*/ 3600 h 28"/>
                  <a:gd name="T22" fmla="*/ 18084 w 113"/>
                  <a:gd name="T23" fmla="*/ 2325 h 28"/>
                  <a:gd name="T24" fmla="*/ 17543 w 113"/>
                  <a:gd name="T25" fmla="*/ 4300 h 28"/>
                  <a:gd name="T26" fmla="*/ 17193 w 113"/>
                  <a:gd name="T27" fmla="*/ 1783 h 28"/>
                  <a:gd name="T28" fmla="*/ 16494 w 113"/>
                  <a:gd name="T29" fmla="*/ 3058 h 28"/>
                  <a:gd name="T30" fmla="*/ 15953 w 113"/>
                  <a:gd name="T31" fmla="*/ 4300 h 28"/>
                  <a:gd name="T32" fmla="*/ 15762 w 113"/>
                  <a:gd name="T33" fmla="*/ 2167 h 28"/>
                  <a:gd name="T34" fmla="*/ 14679 w 113"/>
                  <a:gd name="T35" fmla="*/ 4492 h 28"/>
                  <a:gd name="T36" fmla="*/ 14871 w 113"/>
                  <a:gd name="T37" fmla="*/ 2325 h 28"/>
                  <a:gd name="T38" fmla="*/ 13602 w 113"/>
                  <a:gd name="T39" fmla="*/ 5033 h 28"/>
                  <a:gd name="T40" fmla="*/ 13602 w 113"/>
                  <a:gd name="T41" fmla="*/ 3950 h 28"/>
                  <a:gd name="T42" fmla="*/ 13602 w 113"/>
                  <a:gd name="T43" fmla="*/ 2709 h 28"/>
                  <a:gd name="T44" fmla="*/ 12903 w 113"/>
                  <a:gd name="T45" fmla="*/ 3950 h 28"/>
                  <a:gd name="T46" fmla="*/ 12712 w 113"/>
                  <a:gd name="T47" fmla="*/ 2867 h 28"/>
                  <a:gd name="T48" fmla="*/ 12171 w 113"/>
                  <a:gd name="T49" fmla="*/ 3600 h 28"/>
                  <a:gd name="T50" fmla="*/ 11280 w 113"/>
                  <a:gd name="T51" fmla="*/ 4300 h 28"/>
                  <a:gd name="T52" fmla="*/ 10581 w 113"/>
                  <a:gd name="T53" fmla="*/ 5033 h 28"/>
                  <a:gd name="T54" fmla="*/ 10930 w 113"/>
                  <a:gd name="T55" fmla="*/ 3408 h 28"/>
                  <a:gd name="T56" fmla="*/ 11629 w 113"/>
                  <a:gd name="T57" fmla="*/ 1783 h 28"/>
                  <a:gd name="T58" fmla="*/ 10930 w 113"/>
                  <a:gd name="T59" fmla="*/ 2709 h 28"/>
                  <a:gd name="T60" fmla="*/ 10040 w 113"/>
                  <a:gd name="T61" fmla="*/ 3600 h 28"/>
                  <a:gd name="T62" fmla="*/ 7689 w 113"/>
                  <a:gd name="T63" fmla="*/ 5033 h 28"/>
                  <a:gd name="T64" fmla="*/ 9504 w 113"/>
                  <a:gd name="T65" fmla="*/ 2325 h 28"/>
                  <a:gd name="T66" fmla="*/ 8614 w 113"/>
                  <a:gd name="T67" fmla="*/ 3058 h 28"/>
                  <a:gd name="T68" fmla="*/ 7881 w 113"/>
                  <a:gd name="T69" fmla="*/ 3408 h 28"/>
                  <a:gd name="T70" fmla="*/ 6263 w 113"/>
                  <a:gd name="T71" fmla="*/ 3792 h 28"/>
                  <a:gd name="T72" fmla="*/ 6798 w 113"/>
                  <a:gd name="T73" fmla="*/ 3058 h 28"/>
                  <a:gd name="T74" fmla="*/ 5372 w 113"/>
                  <a:gd name="T75" fmla="*/ 3408 h 28"/>
                  <a:gd name="T76" fmla="*/ 4482 w 113"/>
                  <a:gd name="T77" fmla="*/ 2709 h 28"/>
                  <a:gd name="T78" fmla="*/ 3749 w 113"/>
                  <a:gd name="T79" fmla="*/ 3250 h 28"/>
                  <a:gd name="T80" fmla="*/ 1781 w 113"/>
                  <a:gd name="T81" fmla="*/ 4300 h 28"/>
                  <a:gd name="T82" fmla="*/ 0 w 113"/>
                  <a:gd name="T83" fmla="*/ 4492 h 28"/>
                  <a:gd name="T84" fmla="*/ 733 w 113"/>
                  <a:gd name="T85" fmla="*/ 2325 h 28"/>
                  <a:gd name="T86" fmla="*/ 1082 w 113"/>
                  <a:gd name="T87" fmla="*/ 542 h 28"/>
                  <a:gd name="T88" fmla="*/ 1781 w 113"/>
                  <a:gd name="T89" fmla="*/ 892 h 28"/>
                  <a:gd name="T90" fmla="*/ 2323 w 113"/>
                  <a:gd name="T91" fmla="*/ 734 h 28"/>
                  <a:gd name="T92" fmla="*/ 4290 w 113"/>
                  <a:gd name="T93" fmla="*/ 542 h 28"/>
                  <a:gd name="T94" fmla="*/ 7531 w 113"/>
                  <a:gd name="T95" fmla="*/ 542 h 28"/>
                  <a:gd name="T96" fmla="*/ 12712 w 113"/>
                  <a:gd name="T97" fmla="*/ 542 h 2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113" h="28">
                    <a:moveTo>
                      <a:pt x="71" y="3"/>
                    </a:moveTo>
                    <a:cubicBezTo>
                      <a:pt x="75" y="3"/>
                      <a:pt x="79" y="2"/>
                      <a:pt x="82" y="2"/>
                    </a:cubicBezTo>
                    <a:cubicBezTo>
                      <a:pt x="85" y="2"/>
                      <a:pt x="88" y="0"/>
                      <a:pt x="90" y="1"/>
                    </a:cubicBezTo>
                    <a:cubicBezTo>
                      <a:pt x="92" y="2"/>
                      <a:pt x="93" y="2"/>
                      <a:pt x="94" y="3"/>
                    </a:cubicBezTo>
                    <a:cubicBezTo>
                      <a:pt x="96" y="4"/>
                      <a:pt x="96" y="4"/>
                      <a:pt x="98" y="5"/>
                    </a:cubicBezTo>
                    <a:cubicBezTo>
                      <a:pt x="99" y="5"/>
                      <a:pt x="100" y="6"/>
                      <a:pt x="102" y="7"/>
                    </a:cubicBezTo>
                    <a:cubicBezTo>
                      <a:pt x="102" y="7"/>
                      <a:pt x="103" y="6"/>
                      <a:pt x="104" y="7"/>
                    </a:cubicBezTo>
                    <a:cubicBezTo>
                      <a:pt x="104" y="7"/>
                      <a:pt x="105" y="8"/>
                      <a:pt x="106" y="8"/>
                    </a:cubicBezTo>
                    <a:cubicBezTo>
                      <a:pt x="109" y="10"/>
                      <a:pt x="111" y="10"/>
                      <a:pt x="113" y="14"/>
                    </a:cubicBezTo>
                    <a:cubicBezTo>
                      <a:pt x="110" y="15"/>
                      <a:pt x="106" y="9"/>
                      <a:pt x="106" y="15"/>
                    </a:cubicBezTo>
                    <a:cubicBezTo>
                      <a:pt x="106" y="16"/>
                      <a:pt x="106" y="22"/>
                      <a:pt x="104" y="20"/>
                    </a:cubicBezTo>
                    <a:cubicBezTo>
                      <a:pt x="102" y="18"/>
                      <a:pt x="103" y="15"/>
                      <a:pt x="101" y="13"/>
                    </a:cubicBezTo>
                    <a:cubicBezTo>
                      <a:pt x="99" y="16"/>
                      <a:pt x="101" y="21"/>
                      <a:pt x="98" y="24"/>
                    </a:cubicBezTo>
                    <a:cubicBezTo>
                      <a:pt x="97" y="20"/>
                      <a:pt x="97" y="14"/>
                      <a:pt x="96" y="10"/>
                    </a:cubicBezTo>
                    <a:cubicBezTo>
                      <a:pt x="94" y="10"/>
                      <a:pt x="93" y="15"/>
                      <a:pt x="92" y="17"/>
                    </a:cubicBezTo>
                    <a:cubicBezTo>
                      <a:pt x="92" y="18"/>
                      <a:pt x="90" y="24"/>
                      <a:pt x="89" y="24"/>
                    </a:cubicBezTo>
                    <a:cubicBezTo>
                      <a:pt x="85" y="24"/>
                      <a:pt x="89" y="14"/>
                      <a:pt x="88" y="12"/>
                    </a:cubicBezTo>
                    <a:cubicBezTo>
                      <a:pt x="85" y="14"/>
                      <a:pt x="86" y="25"/>
                      <a:pt x="82" y="25"/>
                    </a:cubicBezTo>
                    <a:cubicBezTo>
                      <a:pt x="81" y="21"/>
                      <a:pt x="84" y="17"/>
                      <a:pt x="83" y="13"/>
                    </a:cubicBezTo>
                    <a:cubicBezTo>
                      <a:pt x="80" y="14"/>
                      <a:pt x="79" y="26"/>
                      <a:pt x="76" y="28"/>
                    </a:cubicBezTo>
                    <a:cubicBezTo>
                      <a:pt x="75" y="26"/>
                      <a:pt x="76" y="24"/>
                      <a:pt x="76" y="22"/>
                    </a:cubicBezTo>
                    <a:cubicBezTo>
                      <a:pt x="76" y="20"/>
                      <a:pt x="76" y="17"/>
                      <a:pt x="76" y="15"/>
                    </a:cubicBezTo>
                    <a:cubicBezTo>
                      <a:pt x="75" y="9"/>
                      <a:pt x="73" y="20"/>
                      <a:pt x="72" y="22"/>
                    </a:cubicBezTo>
                    <a:cubicBezTo>
                      <a:pt x="71" y="20"/>
                      <a:pt x="72" y="17"/>
                      <a:pt x="71" y="16"/>
                    </a:cubicBezTo>
                    <a:cubicBezTo>
                      <a:pt x="70" y="13"/>
                      <a:pt x="69" y="18"/>
                      <a:pt x="68" y="20"/>
                    </a:cubicBezTo>
                    <a:cubicBezTo>
                      <a:pt x="66" y="22"/>
                      <a:pt x="65" y="22"/>
                      <a:pt x="63" y="24"/>
                    </a:cubicBezTo>
                    <a:cubicBezTo>
                      <a:pt x="62" y="25"/>
                      <a:pt x="60" y="28"/>
                      <a:pt x="59" y="28"/>
                    </a:cubicBezTo>
                    <a:cubicBezTo>
                      <a:pt x="58" y="26"/>
                      <a:pt x="61" y="21"/>
                      <a:pt x="61" y="19"/>
                    </a:cubicBezTo>
                    <a:cubicBezTo>
                      <a:pt x="62" y="16"/>
                      <a:pt x="64" y="14"/>
                      <a:pt x="65" y="10"/>
                    </a:cubicBezTo>
                    <a:cubicBezTo>
                      <a:pt x="63" y="10"/>
                      <a:pt x="62" y="14"/>
                      <a:pt x="61" y="15"/>
                    </a:cubicBezTo>
                    <a:cubicBezTo>
                      <a:pt x="59" y="17"/>
                      <a:pt x="58" y="19"/>
                      <a:pt x="56" y="20"/>
                    </a:cubicBezTo>
                    <a:cubicBezTo>
                      <a:pt x="52" y="23"/>
                      <a:pt x="48" y="28"/>
                      <a:pt x="43" y="28"/>
                    </a:cubicBezTo>
                    <a:cubicBezTo>
                      <a:pt x="43" y="22"/>
                      <a:pt x="54" y="19"/>
                      <a:pt x="53" y="13"/>
                    </a:cubicBezTo>
                    <a:cubicBezTo>
                      <a:pt x="51" y="13"/>
                      <a:pt x="50" y="16"/>
                      <a:pt x="48" y="17"/>
                    </a:cubicBezTo>
                    <a:cubicBezTo>
                      <a:pt x="47" y="18"/>
                      <a:pt x="45" y="18"/>
                      <a:pt x="44" y="19"/>
                    </a:cubicBezTo>
                    <a:cubicBezTo>
                      <a:pt x="41" y="20"/>
                      <a:pt x="38" y="23"/>
                      <a:pt x="35" y="21"/>
                    </a:cubicBezTo>
                    <a:cubicBezTo>
                      <a:pt x="36" y="19"/>
                      <a:pt x="38" y="19"/>
                      <a:pt x="38" y="17"/>
                    </a:cubicBezTo>
                    <a:cubicBezTo>
                      <a:pt x="36" y="15"/>
                      <a:pt x="32" y="20"/>
                      <a:pt x="30" y="19"/>
                    </a:cubicBezTo>
                    <a:cubicBezTo>
                      <a:pt x="28" y="18"/>
                      <a:pt x="28" y="15"/>
                      <a:pt x="25" y="15"/>
                    </a:cubicBezTo>
                    <a:cubicBezTo>
                      <a:pt x="24" y="15"/>
                      <a:pt x="22" y="17"/>
                      <a:pt x="21" y="18"/>
                    </a:cubicBezTo>
                    <a:cubicBezTo>
                      <a:pt x="17" y="20"/>
                      <a:pt x="13" y="21"/>
                      <a:pt x="10" y="24"/>
                    </a:cubicBezTo>
                    <a:cubicBezTo>
                      <a:pt x="7" y="26"/>
                      <a:pt x="3" y="25"/>
                      <a:pt x="0" y="25"/>
                    </a:cubicBezTo>
                    <a:cubicBezTo>
                      <a:pt x="0" y="21"/>
                      <a:pt x="3" y="16"/>
                      <a:pt x="4" y="13"/>
                    </a:cubicBezTo>
                    <a:cubicBezTo>
                      <a:pt x="5" y="11"/>
                      <a:pt x="5" y="4"/>
                      <a:pt x="6" y="3"/>
                    </a:cubicBezTo>
                    <a:cubicBezTo>
                      <a:pt x="7" y="3"/>
                      <a:pt x="9" y="4"/>
                      <a:pt x="10" y="5"/>
                    </a:cubicBezTo>
                    <a:cubicBezTo>
                      <a:pt x="11" y="5"/>
                      <a:pt x="12" y="4"/>
                      <a:pt x="13" y="4"/>
                    </a:cubicBezTo>
                    <a:cubicBezTo>
                      <a:pt x="17" y="3"/>
                      <a:pt x="21" y="3"/>
                      <a:pt x="24" y="3"/>
                    </a:cubicBezTo>
                    <a:cubicBezTo>
                      <a:pt x="30" y="4"/>
                      <a:pt x="36" y="3"/>
                      <a:pt x="42" y="3"/>
                    </a:cubicBezTo>
                    <a:cubicBezTo>
                      <a:pt x="52" y="2"/>
                      <a:pt x="62" y="2"/>
                      <a:pt x="71" y="3"/>
                    </a:cubicBezTo>
                    <a:close/>
                  </a:path>
                </a:pathLst>
              </a:custGeom>
              <a:solidFill>
                <a:srgbClr val="A1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11" name="Freeform 1375"/>
              <p:cNvSpPr>
                <a:spLocks/>
              </p:cNvSpPr>
              <p:nvPr/>
            </p:nvSpPr>
            <p:spPr bwMode="auto">
              <a:xfrm>
                <a:off x="8915" y="-1115"/>
                <a:ext cx="1482" cy="197"/>
              </a:xfrm>
              <a:custGeom>
                <a:avLst/>
                <a:gdLst>
                  <a:gd name="T0" fmla="*/ 1781 w 263"/>
                  <a:gd name="T1" fmla="*/ 3388 h 35"/>
                  <a:gd name="T2" fmla="*/ 2508 w 263"/>
                  <a:gd name="T3" fmla="*/ 2662 h 35"/>
                  <a:gd name="T4" fmla="*/ 3398 w 263"/>
                  <a:gd name="T5" fmla="*/ 2313 h 35"/>
                  <a:gd name="T6" fmla="*/ 9112 w 263"/>
                  <a:gd name="T7" fmla="*/ 1964 h 35"/>
                  <a:gd name="T8" fmla="*/ 16291 w 263"/>
                  <a:gd name="T9" fmla="*/ 1964 h 35"/>
                  <a:gd name="T10" fmla="*/ 26293 w 263"/>
                  <a:gd name="T11" fmla="*/ 2854 h 35"/>
                  <a:gd name="T12" fmla="*/ 45976 w 263"/>
                  <a:gd name="T13" fmla="*/ 6242 h 35"/>
                  <a:gd name="T14" fmla="*/ 45626 w 263"/>
                  <a:gd name="T15" fmla="*/ 5353 h 35"/>
                  <a:gd name="T16" fmla="*/ 26670 w 263"/>
                  <a:gd name="T17" fmla="*/ 1615 h 35"/>
                  <a:gd name="T18" fmla="*/ 4130 w 263"/>
                  <a:gd name="T19" fmla="*/ 889 h 35"/>
                  <a:gd name="T20" fmla="*/ 1240 w 263"/>
                  <a:gd name="T21" fmla="*/ 349 h 35"/>
                  <a:gd name="T22" fmla="*/ 1781 w 263"/>
                  <a:gd name="T23" fmla="*/ 3388 h 3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63" h="35">
                    <a:moveTo>
                      <a:pt x="10" y="19"/>
                    </a:moveTo>
                    <a:cubicBezTo>
                      <a:pt x="10" y="19"/>
                      <a:pt x="12" y="18"/>
                      <a:pt x="14" y="15"/>
                    </a:cubicBezTo>
                    <a:cubicBezTo>
                      <a:pt x="14" y="15"/>
                      <a:pt x="15" y="13"/>
                      <a:pt x="19" y="13"/>
                    </a:cubicBezTo>
                    <a:cubicBezTo>
                      <a:pt x="19" y="13"/>
                      <a:pt x="45" y="13"/>
                      <a:pt x="51" y="11"/>
                    </a:cubicBezTo>
                    <a:cubicBezTo>
                      <a:pt x="51" y="11"/>
                      <a:pt x="80" y="10"/>
                      <a:pt x="91" y="11"/>
                    </a:cubicBezTo>
                    <a:cubicBezTo>
                      <a:pt x="91" y="11"/>
                      <a:pt x="128" y="12"/>
                      <a:pt x="147" y="16"/>
                    </a:cubicBezTo>
                    <a:cubicBezTo>
                      <a:pt x="147" y="16"/>
                      <a:pt x="215" y="22"/>
                      <a:pt x="257" y="35"/>
                    </a:cubicBezTo>
                    <a:cubicBezTo>
                      <a:pt x="257" y="35"/>
                      <a:pt x="263" y="34"/>
                      <a:pt x="255" y="30"/>
                    </a:cubicBezTo>
                    <a:cubicBezTo>
                      <a:pt x="255" y="30"/>
                      <a:pt x="212" y="14"/>
                      <a:pt x="149" y="9"/>
                    </a:cubicBezTo>
                    <a:cubicBezTo>
                      <a:pt x="149" y="9"/>
                      <a:pt x="61" y="0"/>
                      <a:pt x="23" y="5"/>
                    </a:cubicBezTo>
                    <a:cubicBezTo>
                      <a:pt x="23" y="5"/>
                      <a:pt x="11" y="4"/>
                      <a:pt x="7" y="2"/>
                    </a:cubicBezTo>
                    <a:cubicBezTo>
                      <a:pt x="7" y="2"/>
                      <a:pt x="0" y="8"/>
                      <a:pt x="10" y="19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12" name="Freeform 1376"/>
              <p:cNvSpPr>
                <a:spLocks/>
              </p:cNvSpPr>
              <p:nvPr/>
            </p:nvSpPr>
            <p:spPr bwMode="auto">
              <a:xfrm>
                <a:off x="7444" y="-1053"/>
                <a:ext cx="1223" cy="304"/>
              </a:xfrm>
              <a:custGeom>
                <a:avLst/>
                <a:gdLst>
                  <a:gd name="T0" fmla="*/ 0 w 217"/>
                  <a:gd name="T1" fmla="*/ 3929 h 54"/>
                  <a:gd name="T2" fmla="*/ 1618 w 217"/>
                  <a:gd name="T3" fmla="*/ 5168 h 54"/>
                  <a:gd name="T4" fmla="*/ 3049 w 217"/>
                  <a:gd name="T5" fmla="*/ 5545 h 54"/>
                  <a:gd name="T6" fmla="*/ 4289 w 217"/>
                  <a:gd name="T7" fmla="*/ 6052 h 54"/>
                  <a:gd name="T8" fmla="*/ 5557 w 217"/>
                  <a:gd name="T9" fmla="*/ 6592 h 54"/>
                  <a:gd name="T10" fmla="*/ 8770 w 217"/>
                  <a:gd name="T11" fmla="*/ 7319 h 54"/>
                  <a:gd name="T12" fmla="*/ 10579 w 217"/>
                  <a:gd name="T13" fmla="*/ 7133 h 54"/>
                  <a:gd name="T14" fmla="*/ 12005 w 217"/>
                  <a:gd name="T15" fmla="*/ 7319 h 54"/>
                  <a:gd name="T16" fmla="*/ 12005 w 217"/>
                  <a:gd name="T17" fmla="*/ 8017 h 54"/>
                  <a:gd name="T18" fmla="*/ 12354 w 217"/>
                  <a:gd name="T19" fmla="*/ 8399 h 54"/>
                  <a:gd name="T20" fmla="*/ 13053 w 217"/>
                  <a:gd name="T21" fmla="*/ 8557 h 54"/>
                  <a:gd name="T22" fmla="*/ 13594 w 217"/>
                  <a:gd name="T23" fmla="*/ 8748 h 54"/>
                  <a:gd name="T24" fmla="*/ 14868 w 217"/>
                  <a:gd name="T25" fmla="*/ 9447 h 54"/>
                  <a:gd name="T26" fmla="*/ 17184 w 217"/>
                  <a:gd name="T27" fmla="*/ 8399 h 54"/>
                  <a:gd name="T28" fmla="*/ 17917 w 217"/>
                  <a:gd name="T29" fmla="*/ 8017 h 54"/>
                  <a:gd name="T30" fmla="*/ 18802 w 217"/>
                  <a:gd name="T31" fmla="*/ 7319 h 54"/>
                  <a:gd name="T32" fmla="*/ 18452 w 217"/>
                  <a:gd name="T33" fmla="*/ 8906 h 54"/>
                  <a:gd name="T34" fmla="*/ 19692 w 217"/>
                  <a:gd name="T35" fmla="*/ 7319 h 54"/>
                  <a:gd name="T36" fmla="*/ 19500 w 217"/>
                  <a:gd name="T37" fmla="*/ 8906 h 54"/>
                  <a:gd name="T38" fmla="*/ 20041 w 217"/>
                  <a:gd name="T39" fmla="*/ 8399 h 54"/>
                  <a:gd name="T40" fmla="*/ 20582 w 217"/>
                  <a:gd name="T41" fmla="*/ 7668 h 54"/>
                  <a:gd name="T42" fmla="*/ 20774 w 217"/>
                  <a:gd name="T43" fmla="*/ 8557 h 54"/>
                  <a:gd name="T44" fmla="*/ 21665 w 217"/>
                  <a:gd name="T45" fmla="*/ 8399 h 54"/>
                  <a:gd name="T46" fmla="*/ 22206 w 217"/>
                  <a:gd name="T47" fmla="*/ 8017 h 54"/>
                  <a:gd name="T48" fmla="*/ 22904 w 217"/>
                  <a:gd name="T49" fmla="*/ 7319 h 54"/>
                  <a:gd name="T50" fmla="*/ 23440 w 217"/>
                  <a:gd name="T51" fmla="*/ 7482 h 54"/>
                  <a:gd name="T52" fmla="*/ 23981 w 217"/>
                  <a:gd name="T53" fmla="*/ 7319 h 54"/>
                  <a:gd name="T54" fmla="*/ 24330 w 217"/>
                  <a:gd name="T55" fmla="*/ 6975 h 54"/>
                  <a:gd name="T56" fmla="*/ 25063 w 217"/>
                  <a:gd name="T57" fmla="*/ 7133 h 54"/>
                  <a:gd name="T58" fmla="*/ 25790 w 217"/>
                  <a:gd name="T59" fmla="*/ 6784 h 54"/>
                  <a:gd name="T60" fmla="*/ 26489 w 217"/>
                  <a:gd name="T61" fmla="*/ 6592 h 54"/>
                  <a:gd name="T62" fmla="*/ 27379 w 217"/>
                  <a:gd name="T63" fmla="*/ 6052 h 54"/>
                  <a:gd name="T64" fmla="*/ 29003 w 217"/>
                  <a:gd name="T65" fmla="*/ 5168 h 54"/>
                  <a:gd name="T66" fmla="*/ 29730 w 217"/>
                  <a:gd name="T67" fmla="*/ 4819 h 54"/>
                  <a:gd name="T68" fmla="*/ 30237 w 217"/>
                  <a:gd name="T69" fmla="*/ 5354 h 54"/>
                  <a:gd name="T70" fmla="*/ 30778 w 217"/>
                  <a:gd name="T71" fmla="*/ 6243 h 54"/>
                  <a:gd name="T72" fmla="*/ 31511 w 217"/>
                  <a:gd name="T73" fmla="*/ 6435 h 54"/>
                  <a:gd name="T74" fmla="*/ 31860 w 217"/>
                  <a:gd name="T75" fmla="*/ 6784 h 54"/>
                  <a:gd name="T76" fmla="*/ 32209 w 217"/>
                  <a:gd name="T77" fmla="*/ 6975 h 54"/>
                  <a:gd name="T78" fmla="*/ 32587 w 217"/>
                  <a:gd name="T79" fmla="*/ 7319 h 54"/>
                  <a:gd name="T80" fmla="*/ 33128 w 217"/>
                  <a:gd name="T81" fmla="*/ 7319 h 54"/>
                  <a:gd name="T82" fmla="*/ 33827 w 217"/>
                  <a:gd name="T83" fmla="*/ 7482 h 54"/>
                  <a:gd name="T84" fmla="*/ 34560 w 217"/>
                  <a:gd name="T85" fmla="*/ 6975 h 54"/>
                  <a:gd name="T86" fmla="*/ 34909 w 217"/>
                  <a:gd name="T87" fmla="*/ 6052 h 54"/>
                  <a:gd name="T88" fmla="*/ 35800 w 217"/>
                  <a:gd name="T89" fmla="*/ 5354 h 54"/>
                  <a:gd name="T90" fmla="*/ 36341 w 217"/>
                  <a:gd name="T91" fmla="*/ 4470 h 54"/>
                  <a:gd name="T92" fmla="*/ 36876 w 217"/>
                  <a:gd name="T93" fmla="*/ 3203 h 54"/>
                  <a:gd name="T94" fmla="*/ 36876 w 217"/>
                  <a:gd name="T95" fmla="*/ 191 h 54"/>
                  <a:gd name="T96" fmla="*/ 31860 w 217"/>
                  <a:gd name="T97" fmla="*/ 726 h 54"/>
                  <a:gd name="T98" fmla="*/ 27222 w 217"/>
                  <a:gd name="T99" fmla="*/ 889 h 54"/>
                  <a:gd name="T100" fmla="*/ 22741 w 217"/>
                  <a:gd name="T101" fmla="*/ 1773 h 54"/>
                  <a:gd name="T102" fmla="*/ 18074 w 217"/>
                  <a:gd name="T103" fmla="*/ 3203 h 54"/>
                  <a:gd name="T104" fmla="*/ 15752 w 217"/>
                  <a:gd name="T105" fmla="*/ 3738 h 54"/>
                  <a:gd name="T106" fmla="*/ 12703 w 217"/>
                  <a:gd name="T107" fmla="*/ 4087 h 54"/>
                  <a:gd name="T108" fmla="*/ 10038 w 217"/>
                  <a:gd name="T109" fmla="*/ 4470 h 54"/>
                  <a:gd name="T110" fmla="*/ 7530 w 217"/>
                  <a:gd name="T111" fmla="*/ 4279 h 54"/>
                  <a:gd name="T112" fmla="*/ 4289 w 217"/>
                  <a:gd name="T113" fmla="*/ 4087 h 54"/>
                  <a:gd name="T114" fmla="*/ 1618 w 217"/>
                  <a:gd name="T115" fmla="*/ 3580 h 54"/>
                  <a:gd name="T116" fmla="*/ 0 w 217"/>
                  <a:gd name="T117" fmla="*/ 3929 h 54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217" h="54">
                    <a:moveTo>
                      <a:pt x="0" y="22"/>
                    </a:moveTo>
                    <a:cubicBezTo>
                      <a:pt x="3" y="24"/>
                      <a:pt x="6" y="27"/>
                      <a:pt x="9" y="29"/>
                    </a:cubicBezTo>
                    <a:cubicBezTo>
                      <a:pt x="11" y="31"/>
                      <a:pt x="14" y="31"/>
                      <a:pt x="17" y="31"/>
                    </a:cubicBezTo>
                    <a:cubicBezTo>
                      <a:pt x="19" y="32"/>
                      <a:pt x="22" y="33"/>
                      <a:pt x="24" y="34"/>
                    </a:cubicBezTo>
                    <a:cubicBezTo>
                      <a:pt x="26" y="36"/>
                      <a:pt x="28" y="36"/>
                      <a:pt x="31" y="37"/>
                    </a:cubicBezTo>
                    <a:cubicBezTo>
                      <a:pt x="37" y="39"/>
                      <a:pt x="43" y="39"/>
                      <a:pt x="49" y="41"/>
                    </a:cubicBezTo>
                    <a:cubicBezTo>
                      <a:pt x="53" y="42"/>
                      <a:pt x="56" y="41"/>
                      <a:pt x="59" y="40"/>
                    </a:cubicBezTo>
                    <a:cubicBezTo>
                      <a:pt x="62" y="40"/>
                      <a:pt x="64" y="41"/>
                      <a:pt x="67" y="41"/>
                    </a:cubicBezTo>
                    <a:cubicBezTo>
                      <a:pt x="67" y="42"/>
                      <a:pt x="67" y="44"/>
                      <a:pt x="67" y="45"/>
                    </a:cubicBezTo>
                    <a:cubicBezTo>
                      <a:pt x="68" y="46"/>
                      <a:pt x="69" y="45"/>
                      <a:pt x="69" y="47"/>
                    </a:cubicBezTo>
                    <a:cubicBezTo>
                      <a:pt x="70" y="48"/>
                      <a:pt x="71" y="48"/>
                      <a:pt x="73" y="48"/>
                    </a:cubicBezTo>
                    <a:cubicBezTo>
                      <a:pt x="75" y="48"/>
                      <a:pt x="75" y="48"/>
                      <a:pt x="76" y="49"/>
                    </a:cubicBezTo>
                    <a:cubicBezTo>
                      <a:pt x="78" y="51"/>
                      <a:pt x="80" y="53"/>
                      <a:pt x="83" y="53"/>
                    </a:cubicBezTo>
                    <a:cubicBezTo>
                      <a:pt x="88" y="54"/>
                      <a:pt x="92" y="50"/>
                      <a:pt x="96" y="47"/>
                    </a:cubicBezTo>
                    <a:cubicBezTo>
                      <a:pt x="96" y="52"/>
                      <a:pt x="99" y="46"/>
                      <a:pt x="100" y="45"/>
                    </a:cubicBezTo>
                    <a:cubicBezTo>
                      <a:pt x="101" y="44"/>
                      <a:pt x="104" y="40"/>
                      <a:pt x="105" y="41"/>
                    </a:cubicBezTo>
                    <a:cubicBezTo>
                      <a:pt x="105" y="42"/>
                      <a:pt x="100" y="50"/>
                      <a:pt x="103" y="50"/>
                    </a:cubicBezTo>
                    <a:cubicBezTo>
                      <a:pt x="105" y="51"/>
                      <a:pt x="108" y="43"/>
                      <a:pt x="110" y="41"/>
                    </a:cubicBezTo>
                    <a:cubicBezTo>
                      <a:pt x="110" y="44"/>
                      <a:pt x="109" y="47"/>
                      <a:pt x="109" y="50"/>
                    </a:cubicBezTo>
                    <a:cubicBezTo>
                      <a:pt x="111" y="50"/>
                      <a:pt x="111" y="48"/>
                      <a:pt x="112" y="47"/>
                    </a:cubicBezTo>
                    <a:cubicBezTo>
                      <a:pt x="113" y="45"/>
                      <a:pt x="115" y="45"/>
                      <a:pt x="115" y="43"/>
                    </a:cubicBezTo>
                    <a:cubicBezTo>
                      <a:pt x="116" y="44"/>
                      <a:pt x="115" y="47"/>
                      <a:pt x="116" y="48"/>
                    </a:cubicBezTo>
                    <a:cubicBezTo>
                      <a:pt x="117" y="49"/>
                      <a:pt x="119" y="47"/>
                      <a:pt x="121" y="47"/>
                    </a:cubicBezTo>
                    <a:cubicBezTo>
                      <a:pt x="123" y="46"/>
                      <a:pt x="123" y="47"/>
                      <a:pt x="124" y="45"/>
                    </a:cubicBezTo>
                    <a:cubicBezTo>
                      <a:pt x="126" y="44"/>
                      <a:pt x="127" y="42"/>
                      <a:pt x="128" y="41"/>
                    </a:cubicBezTo>
                    <a:cubicBezTo>
                      <a:pt x="129" y="43"/>
                      <a:pt x="129" y="42"/>
                      <a:pt x="131" y="42"/>
                    </a:cubicBezTo>
                    <a:cubicBezTo>
                      <a:pt x="132" y="42"/>
                      <a:pt x="133" y="42"/>
                      <a:pt x="134" y="41"/>
                    </a:cubicBezTo>
                    <a:cubicBezTo>
                      <a:pt x="135" y="41"/>
                      <a:pt x="135" y="40"/>
                      <a:pt x="136" y="39"/>
                    </a:cubicBezTo>
                    <a:cubicBezTo>
                      <a:pt x="137" y="39"/>
                      <a:pt x="138" y="40"/>
                      <a:pt x="140" y="40"/>
                    </a:cubicBezTo>
                    <a:cubicBezTo>
                      <a:pt x="141" y="40"/>
                      <a:pt x="143" y="39"/>
                      <a:pt x="144" y="38"/>
                    </a:cubicBezTo>
                    <a:cubicBezTo>
                      <a:pt x="145" y="38"/>
                      <a:pt x="147" y="37"/>
                      <a:pt x="148" y="37"/>
                    </a:cubicBezTo>
                    <a:cubicBezTo>
                      <a:pt x="150" y="36"/>
                      <a:pt x="151" y="35"/>
                      <a:pt x="153" y="34"/>
                    </a:cubicBezTo>
                    <a:cubicBezTo>
                      <a:pt x="156" y="33"/>
                      <a:pt x="158" y="30"/>
                      <a:pt x="162" y="29"/>
                    </a:cubicBezTo>
                    <a:cubicBezTo>
                      <a:pt x="162" y="29"/>
                      <a:pt x="165" y="27"/>
                      <a:pt x="166" y="27"/>
                    </a:cubicBezTo>
                    <a:cubicBezTo>
                      <a:pt x="167" y="27"/>
                      <a:pt x="169" y="30"/>
                      <a:pt x="169" y="30"/>
                    </a:cubicBezTo>
                    <a:cubicBezTo>
                      <a:pt x="171" y="32"/>
                      <a:pt x="171" y="34"/>
                      <a:pt x="172" y="35"/>
                    </a:cubicBezTo>
                    <a:cubicBezTo>
                      <a:pt x="173" y="36"/>
                      <a:pt x="175" y="35"/>
                      <a:pt x="176" y="36"/>
                    </a:cubicBezTo>
                    <a:cubicBezTo>
                      <a:pt x="176" y="36"/>
                      <a:pt x="178" y="37"/>
                      <a:pt x="178" y="38"/>
                    </a:cubicBezTo>
                    <a:cubicBezTo>
                      <a:pt x="179" y="38"/>
                      <a:pt x="180" y="39"/>
                      <a:pt x="180" y="39"/>
                    </a:cubicBezTo>
                    <a:cubicBezTo>
                      <a:pt x="181" y="39"/>
                      <a:pt x="181" y="41"/>
                      <a:pt x="182" y="41"/>
                    </a:cubicBezTo>
                    <a:cubicBezTo>
                      <a:pt x="183" y="42"/>
                      <a:pt x="184" y="41"/>
                      <a:pt x="185" y="41"/>
                    </a:cubicBezTo>
                    <a:cubicBezTo>
                      <a:pt x="187" y="42"/>
                      <a:pt x="186" y="43"/>
                      <a:pt x="189" y="42"/>
                    </a:cubicBezTo>
                    <a:cubicBezTo>
                      <a:pt x="190" y="41"/>
                      <a:pt x="192" y="40"/>
                      <a:pt x="193" y="39"/>
                    </a:cubicBezTo>
                    <a:cubicBezTo>
                      <a:pt x="194" y="38"/>
                      <a:pt x="194" y="35"/>
                      <a:pt x="195" y="34"/>
                    </a:cubicBezTo>
                    <a:cubicBezTo>
                      <a:pt x="197" y="32"/>
                      <a:pt x="199" y="32"/>
                      <a:pt x="200" y="30"/>
                    </a:cubicBezTo>
                    <a:cubicBezTo>
                      <a:pt x="202" y="28"/>
                      <a:pt x="202" y="27"/>
                      <a:pt x="203" y="25"/>
                    </a:cubicBezTo>
                    <a:cubicBezTo>
                      <a:pt x="203" y="22"/>
                      <a:pt x="204" y="20"/>
                      <a:pt x="206" y="18"/>
                    </a:cubicBezTo>
                    <a:cubicBezTo>
                      <a:pt x="211" y="12"/>
                      <a:pt x="217" y="2"/>
                      <a:pt x="206" y="1"/>
                    </a:cubicBezTo>
                    <a:cubicBezTo>
                      <a:pt x="197" y="0"/>
                      <a:pt x="187" y="3"/>
                      <a:pt x="178" y="4"/>
                    </a:cubicBezTo>
                    <a:cubicBezTo>
                      <a:pt x="170" y="4"/>
                      <a:pt x="161" y="4"/>
                      <a:pt x="152" y="5"/>
                    </a:cubicBezTo>
                    <a:cubicBezTo>
                      <a:pt x="144" y="6"/>
                      <a:pt x="135" y="8"/>
                      <a:pt x="127" y="10"/>
                    </a:cubicBezTo>
                    <a:cubicBezTo>
                      <a:pt x="118" y="14"/>
                      <a:pt x="109" y="17"/>
                      <a:pt x="101" y="18"/>
                    </a:cubicBezTo>
                    <a:cubicBezTo>
                      <a:pt x="96" y="18"/>
                      <a:pt x="92" y="19"/>
                      <a:pt x="88" y="21"/>
                    </a:cubicBezTo>
                    <a:cubicBezTo>
                      <a:pt x="82" y="23"/>
                      <a:pt x="77" y="23"/>
                      <a:pt x="71" y="23"/>
                    </a:cubicBezTo>
                    <a:cubicBezTo>
                      <a:pt x="66" y="24"/>
                      <a:pt x="61" y="24"/>
                      <a:pt x="56" y="25"/>
                    </a:cubicBezTo>
                    <a:cubicBezTo>
                      <a:pt x="51" y="25"/>
                      <a:pt x="47" y="24"/>
                      <a:pt x="42" y="24"/>
                    </a:cubicBezTo>
                    <a:cubicBezTo>
                      <a:pt x="36" y="23"/>
                      <a:pt x="30" y="23"/>
                      <a:pt x="24" y="23"/>
                    </a:cubicBezTo>
                    <a:cubicBezTo>
                      <a:pt x="20" y="22"/>
                      <a:pt x="13" y="23"/>
                      <a:pt x="9" y="20"/>
                    </a:cubicBez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13" name="Freeform 1377"/>
              <p:cNvSpPr>
                <a:spLocks/>
              </p:cNvSpPr>
              <p:nvPr/>
            </p:nvSpPr>
            <p:spPr bwMode="auto">
              <a:xfrm>
                <a:off x="7827" y="-1042"/>
                <a:ext cx="834" cy="270"/>
              </a:xfrm>
              <a:custGeom>
                <a:avLst/>
                <a:gdLst>
                  <a:gd name="T0" fmla="*/ 0 w 148"/>
                  <a:gd name="T1" fmla="*/ 6773 h 48"/>
                  <a:gd name="T2" fmla="*/ 2158 w 148"/>
                  <a:gd name="T3" fmla="*/ 6233 h 48"/>
                  <a:gd name="T4" fmla="*/ 1240 w 148"/>
                  <a:gd name="T5" fmla="*/ 7307 h 48"/>
                  <a:gd name="T6" fmla="*/ 3398 w 148"/>
                  <a:gd name="T7" fmla="*/ 6233 h 48"/>
                  <a:gd name="T8" fmla="*/ 1967 w 148"/>
                  <a:gd name="T9" fmla="*/ 8004 h 48"/>
                  <a:gd name="T10" fmla="*/ 3939 w 148"/>
                  <a:gd name="T11" fmla="*/ 6424 h 48"/>
                  <a:gd name="T12" fmla="*/ 3049 w 148"/>
                  <a:gd name="T13" fmla="*/ 8196 h 48"/>
                  <a:gd name="T14" fmla="*/ 5015 w 148"/>
                  <a:gd name="T15" fmla="*/ 6233 h 48"/>
                  <a:gd name="T16" fmla="*/ 4131 w 148"/>
                  <a:gd name="T17" fmla="*/ 7847 h 48"/>
                  <a:gd name="T18" fmla="*/ 5365 w 148"/>
                  <a:gd name="T19" fmla="*/ 6581 h 48"/>
                  <a:gd name="T20" fmla="*/ 6638 w 148"/>
                  <a:gd name="T21" fmla="*/ 5698 h 48"/>
                  <a:gd name="T22" fmla="*/ 7878 w 148"/>
                  <a:gd name="T23" fmla="*/ 5158 h 48"/>
                  <a:gd name="T24" fmla="*/ 9112 w 148"/>
                  <a:gd name="T25" fmla="*/ 4269 h 48"/>
                  <a:gd name="T26" fmla="*/ 8227 w 148"/>
                  <a:gd name="T27" fmla="*/ 6424 h 48"/>
                  <a:gd name="T28" fmla="*/ 10194 w 148"/>
                  <a:gd name="T29" fmla="*/ 4269 h 48"/>
                  <a:gd name="T30" fmla="*/ 9845 w 148"/>
                  <a:gd name="T31" fmla="*/ 5507 h 48"/>
                  <a:gd name="T32" fmla="*/ 9653 w 148"/>
                  <a:gd name="T33" fmla="*/ 6581 h 48"/>
                  <a:gd name="T34" fmla="*/ 11270 w 148"/>
                  <a:gd name="T35" fmla="*/ 4269 h 48"/>
                  <a:gd name="T36" fmla="*/ 11462 w 148"/>
                  <a:gd name="T37" fmla="*/ 5884 h 48"/>
                  <a:gd name="T38" fmla="*/ 12702 w 148"/>
                  <a:gd name="T39" fmla="*/ 4461 h 48"/>
                  <a:gd name="T40" fmla="*/ 12510 w 148"/>
                  <a:gd name="T41" fmla="*/ 5349 h 48"/>
                  <a:gd name="T42" fmla="*/ 12510 w 148"/>
                  <a:gd name="T43" fmla="*/ 6233 h 48"/>
                  <a:gd name="T44" fmla="*/ 13784 w 148"/>
                  <a:gd name="T45" fmla="*/ 4461 h 48"/>
                  <a:gd name="T46" fmla="*/ 13970 w 148"/>
                  <a:gd name="T47" fmla="*/ 5698 h 48"/>
                  <a:gd name="T48" fmla="*/ 14319 w 148"/>
                  <a:gd name="T49" fmla="*/ 5349 h 48"/>
                  <a:gd name="T50" fmla="*/ 14860 w 148"/>
                  <a:gd name="T51" fmla="*/ 5001 h 48"/>
                  <a:gd name="T52" fmla="*/ 15401 w 148"/>
                  <a:gd name="T53" fmla="*/ 4618 h 48"/>
                  <a:gd name="T54" fmla="*/ 16100 w 148"/>
                  <a:gd name="T55" fmla="*/ 4618 h 48"/>
                  <a:gd name="T56" fmla="*/ 17182 w 148"/>
                  <a:gd name="T57" fmla="*/ 4084 h 48"/>
                  <a:gd name="T58" fmla="*/ 17717 w 148"/>
                  <a:gd name="T59" fmla="*/ 4084 h 48"/>
                  <a:gd name="T60" fmla="*/ 18258 w 148"/>
                  <a:gd name="T61" fmla="*/ 4461 h 48"/>
                  <a:gd name="T62" fmla="*/ 18799 w 148"/>
                  <a:gd name="T63" fmla="*/ 4618 h 48"/>
                  <a:gd name="T64" fmla="*/ 19340 w 148"/>
                  <a:gd name="T65" fmla="*/ 4809 h 48"/>
                  <a:gd name="T66" fmla="*/ 19881 w 148"/>
                  <a:gd name="T67" fmla="*/ 4618 h 48"/>
                  <a:gd name="T68" fmla="*/ 20039 w 148"/>
                  <a:gd name="T69" fmla="*/ 5349 h 48"/>
                  <a:gd name="T70" fmla="*/ 20929 w 148"/>
                  <a:gd name="T71" fmla="*/ 5158 h 48"/>
                  <a:gd name="T72" fmla="*/ 21115 w 148"/>
                  <a:gd name="T73" fmla="*/ 6581 h 48"/>
                  <a:gd name="T74" fmla="*/ 21814 w 148"/>
                  <a:gd name="T75" fmla="*/ 6041 h 48"/>
                  <a:gd name="T76" fmla="*/ 22738 w 148"/>
                  <a:gd name="T77" fmla="*/ 5507 h 48"/>
                  <a:gd name="T78" fmla="*/ 23786 w 148"/>
                  <a:gd name="T79" fmla="*/ 3735 h 48"/>
                  <a:gd name="T80" fmla="*/ 24704 w 148"/>
                  <a:gd name="T81" fmla="*/ 191 h 48"/>
                  <a:gd name="T82" fmla="*/ 22005 w 148"/>
                  <a:gd name="T83" fmla="*/ 349 h 48"/>
                  <a:gd name="T84" fmla="*/ 18607 w 148"/>
                  <a:gd name="T85" fmla="*/ 540 h 48"/>
                  <a:gd name="T86" fmla="*/ 13784 w 148"/>
                  <a:gd name="T87" fmla="*/ 726 h 48"/>
                  <a:gd name="T88" fmla="*/ 10543 w 148"/>
                  <a:gd name="T89" fmla="*/ 1232 h 48"/>
                  <a:gd name="T90" fmla="*/ 6638 w 148"/>
                  <a:gd name="T91" fmla="*/ 2312 h 48"/>
                  <a:gd name="T92" fmla="*/ 192 w 148"/>
                  <a:gd name="T93" fmla="*/ 4269 h 48"/>
                  <a:gd name="T94" fmla="*/ 0 w 148"/>
                  <a:gd name="T95" fmla="*/ 6773 h 48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148" h="48">
                    <a:moveTo>
                      <a:pt x="0" y="38"/>
                    </a:moveTo>
                    <a:cubicBezTo>
                      <a:pt x="2" y="42"/>
                      <a:pt x="9" y="36"/>
                      <a:pt x="12" y="35"/>
                    </a:cubicBezTo>
                    <a:cubicBezTo>
                      <a:pt x="11" y="37"/>
                      <a:pt x="8" y="39"/>
                      <a:pt x="7" y="41"/>
                    </a:cubicBezTo>
                    <a:cubicBezTo>
                      <a:pt x="9" y="43"/>
                      <a:pt x="16" y="36"/>
                      <a:pt x="19" y="35"/>
                    </a:cubicBezTo>
                    <a:cubicBezTo>
                      <a:pt x="19" y="38"/>
                      <a:pt x="13" y="42"/>
                      <a:pt x="11" y="45"/>
                    </a:cubicBezTo>
                    <a:cubicBezTo>
                      <a:pt x="16" y="46"/>
                      <a:pt x="19" y="35"/>
                      <a:pt x="22" y="36"/>
                    </a:cubicBezTo>
                    <a:cubicBezTo>
                      <a:pt x="21" y="40"/>
                      <a:pt x="18" y="42"/>
                      <a:pt x="17" y="46"/>
                    </a:cubicBezTo>
                    <a:cubicBezTo>
                      <a:pt x="20" y="48"/>
                      <a:pt x="24" y="34"/>
                      <a:pt x="28" y="35"/>
                    </a:cubicBezTo>
                    <a:cubicBezTo>
                      <a:pt x="27" y="38"/>
                      <a:pt x="25" y="41"/>
                      <a:pt x="23" y="44"/>
                    </a:cubicBezTo>
                    <a:cubicBezTo>
                      <a:pt x="26" y="44"/>
                      <a:pt x="28" y="39"/>
                      <a:pt x="30" y="37"/>
                    </a:cubicBezTo>
                    <a:cubicBezTo>
                      <a:pt x="32" y="35"/>
                      <a:pt x="35" y="34"/>
                      <a:pt x="37" y="32"/>
                    </a:cubicBezTo>
                    <a:cubicBezTo>
                      <a:pt x="39" y="31"/>
                      <a:pt x="41" y="30"/>
                      <a:pt x="44" y="29"/>
                    </a:cubicBezTo>
                    <a:cubicBezTo>
                      <a:pt x="46" y="28"/>
                      <a:pt x="48" y="26"/>
                      <a:pt x="51" y="24"/>
                    </a:cubicBezTo>
                    <a:cubicBezTo>
                      <a:pt x="52" y="28"/>
                      <a:pt x="46" y="32"/>
                      <a:pt x="46" y="36"/>
                    </a:cubicBezTo>
                    <a:cubicBezTo>
                      <a:pt x="51" y="34"/>
                      <a:pt x="52" y="25"/>
                      <a:pt x="57" y="24"/>
                    </a:cubicBezTo>
                    <a:cubicBezTo>
                      <a:pt x="57" y="27"/>
                      <a:pt x="55" y="29"/>
                      <a:pt x="55" y="31"/>
                    </a:cubicBezTo>
                    <a:cubicBezTo>
                      <a:pt x="54" y="33"/>
                      <a:pt x="54" y="35"/>
                      <a:pt x="54" y="37"/>
                    </a:cubicBezTo>
                    <a:cubicBezTo>
                      <a:pt x="58" y="35"/>
                      <a:pt x="60" y="27"/>
                      <a:pt x="63" y="24"/>
                    </a:cubicBezTo>
                    <a:cubicBezTo>
                      <a:pt x="64" y="27"/>
                      <a:pt x="59" y="36"/>
                      <a:pt x="64" y="33"/>
                    </a:cubicBezTo>
                    <a:cubicBezTo>
                      <a:pt x="67" y="31"/>
                      <a:pt x="69" y="28"/>
                      <a:pt x="71" y="25"/>
                    </a:cubicBezTo>
                    <a:cubicBezTo>
                      <a:pt x="71" y="27"/>
                      <a:pt x="70" y="28"/>
                      <a:pt x="70" y="30"/>
                    </a:cubicBezTo>
                    <a:cubicBezTo>
                      <a:pt x="70" y="32"/>
                      <a:pt x="70" y="33"/>
                      <a:pt x="70" y="35"/>
                    </a:cubicBezTo>
                    <a:cubicBezTo>
                      <a:pt x="73" y="35"/>
                      <a:pt x="75" y="27"/>
                      <a:pt x="77" y="25"/>
                    </a:cubicBezTo>
                    <a:cubicBezTo>
                      <a:pt x="78" y="27"/>
                      <a:pt x="77" y="30"/>
                      <a:pt x="78" y="32"/>
                    </a:cubicBezTo>
                    <a:cubicBezTo>
                      <a:pt x="79" y="32"/>
                      <a:pt x="79" y="31"/>
                      <a:pt x="80" y="30"/>
                    </a:cubicBezTo>
                    <a:cubicBezTo>
                      <a:pt x="81" y="29"/>
                      <a:pt x="82" y="29"/>
                      <a:pt x="83" y="28"/>
                    </a:cubicBezTo>
                    <a:cubicBezTo>
                      <a:pt x="84" y="28"/>
                      <a:pt x="85" y="27"/>
                      <a:pt x="86" y="26"/>
                    </a:cubicBezTo>
                    <a:cubicBezTo>
                      <a:pt x="88" y="26"/>
                      <a:pt x="88" y="26"/>
                      <a:pt x="90" y="26"/>
                    </a:cubicBezTo>
                    <a:cubicBezTo>
                      <a:pt x="92" y="26"/>
                      <a:pt x="94" y="24"/>
                      <a:pt x="96" y="23"/>
                    </a:cubicBezTo>
                    <a:cubicBezTo>
                      <a:pt x="99" y="21"/>
                      <a:pt x="97" y="21"/>
                      <a:pt x="99" y="23"/>
                    </a:cubicBezTo>
                    <a:cubicBezTo>
                      <a:pt x="100" y="25"/>
                      <a:pt x="100" y="25"/>
                      <a:pt x="102" y="25"/>
                    </a:cubicBezTo>
                    <a:cubicBezTo>
                      <a:pt x="103" y="25"/>
                      <a:pt x="104" y="25"/>
                      <a:pt x="105" y="26"/>
                    </a:cubicBezTo>
                    <a:cubicBezTo>
                      <a:pt x="106" y="26"/>
                      <a:pt x="106" y="27"/>
                      <a:pt x="108" y="27"/>
                    </a:cubicBezTo>
                    <a:cubicBezTo>
                      <a:pt x="109" y="27"/>
                      <a:pt x="110" y="25"/>
                      <a:pt x="111" y="26"/>
                    </a:cubicBezTo>
                    <a:cubicBezTo>
                      <a:pt x="112" y="27"/>
                      <a:pt x="111" y="29"/>
                      <a:pt x="112" y="30"/>
                    </a:cubicBezTo>
                    <a:cubicBezTo>
                      <a:pt x="114" y="35"/>
                      <a:pt x="114" y="27"/>
                      <a:pt x="117" y="29"/>
                    </a:cubicBezTo>
                    <a:cubicBezTo>
                      <a:pt x="117" y="29"/>
                      <a:pt x="118" y="36"/>
                      <a:pt x="118" y="37"/>
                    </a:cubicBezTo>
                    <a:cubicBezTo>
                      <a:pt x="120" y="37"/>
                      <a:pt x="120" y="35"/>
                      <a:pt x="122" y="34"/>
                    </a:cubicBezTo>
                    <a:cubicBezTo>
                      <a:pt x="123" y="33"/>
                      <a:pt x="125" y="32"/>
                      <a:pt x="127" y="31"/>
                    </a:cubicBezTo>
                    <a:cubicBezTo>
                      <a:pt x="130" y="28"/>
                      <a:pt x="131" y="26"/>
                      <a:pt x="133" y="21"/>
                    </a:cubicBezTo>
                    <a:cubicBezTo>
                      <a:pt x="134" y="16"/>
                      <a:pt x="148" y="3"/>
                      <a:pt x="138" y="1"/>
                    </a:cubicBezTo>
                    <a:cubicBezTo>
                      <a:pt x="133" y="0"/>
                      <a:pt x="128" y="1"/>
                      <a:pt x="123" y="2"/>
                    </a:cubicBezTo>
                    <a:cubicBezTo>
                      <a:pt x="117" y="3"/>
                      <a:pt x="111" y="3"/>
                      <a:pt x="104" y="3"/>
                    </a:cubicBezTo>
                    <a:cubicBezTo>
                      <a:pt x="95" y="3"/>
                      <a:pt x="86" y="3"/>
                      <a:pt x="77" y="4"/>
                    </a:cubicBezTo>
                    <a:cubicBezTo>
                      <a:pt x="71" y="5"/>
                      <a:pt x="65" y="6"/>
                      <a:pt x="59" y="7"/>
                    </a:cubicBezTo>
                    <a:cubicBezTo>
                      <a:pt x="52" y="9"/>
                      <a:pt x="45" y="11"/>
                      <a:pt x="37" y="13"/>
                    </a:cubicBezTo>
                    <a:cubicBezTo>
                      <a:pt x="25" y="16"/>
                      <a:pt x="13" y="17"/>
                      <a:pt x="1" y="24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14" name="Freeform 1378"/>
              <p:cNvSpPr>
                <a:spLocks/>
              </p:cNvSpPr>
              <p:nvPr/>
            </p:nvSpPr>
            <p:spPr bwMode="auto">
              <a:xfrm>
                <a:off x="7410" y="-941"/>
                <a:ext cx="530" cy="107"/>
              </a:xfrm>
              <a:custGeom>
                <a:avLst/>
                <a:gdLst>
                  <a:gd name="T0" fmla="*/ 0 w 94"/>
                  <a:gd name="T1" fmla="*/ 191 h 19"/>
                  <a:gd name="T2" fmla="*/ 1083 w 94"/>
                  <a:gd name="T3" fmla="*/ 732 h 19"/>
                  <a:gd name="T4" fmla="*/ 1973 w 94"/>
                  <a:gd name="T5" fmla="*/ 1076 h 19"/>
                  <a:gd name="T6" fmla="*/ 4133 w 94"/>
                  <a:gd name="T7" fmla="*/ 1774 h 19"/>
                  <a:gd name="T8" fmla="*/ 5915 w 94"/>
                  <a:gd name="T9" fmla="*/ 2315 h 19"/>
                  <a:gd name="T10" fmla="*/ 7882 w 94"/>
                  <a:gd name="T11" fmla="*/ 2855 h 19"/>
                  <a:gd name="T12" fmla="*/ 9856 w 94"/>
                  <a:gd name="T13" fmla="*/ 3204 h 19"/>
                  <a:gd name="T14" fmla="*/ 12015 w 94"/>
                  <a:gd name="T15" fmla="*/ 3204 h 19"/>
                  <a:gd name="T16" fmla="*/ 13797 w 94"/>
                  <a:gd name="T17" fmla="*/ 3204 h 19"/>
                  <a:gd name="T18" fmla="*/ 15770 w 94"/>
                  <a:gd name="T19" fmla="*/ 2157 h 19"/>
                  <a:gd name="T20" fmla="*/ 16847 w 94"/>
                  <a:gd name="T21" fmla="*/ 1239 h 19"/>
                  <a:gd name="T22" fmla="*/ 15607 w 94"/>
                  <a:gd name="T23" fmla="*/ 1076 h 19"/>
                  <a:gd name="T24" fmla="*/ 13639 w 94"/>
                  <a:gd name="T25" fmla="*/ 1076 h 19"/>
                  <a:gd name="T26" fmla="*/ 10205 w 94"/>
                  <a:gd name="T27" fmla="*/ 1076 h 19"/>
                  <a:gd name="T28" fmla="*/ 7183 w 94"/>
                  <a:gd name="T29" fmla="*/ 732 h 19"/>
                  <a:gd name="T30" fmla="*/ 3749 w 94"/>
                  <a:gd name="T31" fmla="*/ 541 h 19"/>
                  <a:gd name="T32" fmla="*/ 0 w 94"/>
                  <a:gd name="T33" fmla="*/ 191 h 1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94" h="19">
                    <a:moveTo>
                      <a:pt x="0" y="1"/>
                    </a:moveTo>
                    <a:cubicBezTo>
                      <a:pt x="2" y="0"/>
                      <a:pt x="4" y="3"/>
                      <a:pt x="6" y="4"/>
                    </a:cubicBezTo>
                    <a:cubicBezTo>
                      <a:pt x="8" y="4"/>
                      <a:pt x="10" y="5"/>
                      <a:pt x="11" y="6"/>
                    </a:cubicBezTo>
                    <a:cubicBezTo>
                      <a:pt x="15" y="8"/>
                      <a:pt x="19" y="9"/>
                      <a:pt x="23" y="10"/>
                    </a:cubicBezTo>
                    <a:cubicBezTo>
                      <a:pt x="27" y="11"/>
                      <a:pt x="30" y="11"/>
                      <a:pt x="33" y="13"/>
                    </a:cubicBezTo>
                    <a:cubicBezTo>
                      <a:pt x="37" y="15"/>
                      <a:pt x="40" y="15"/>
                      <a:pt x="44" y="16"/>
                    </a:cubicBezTo>
                    <a:cubicBezTo>
                      <a:pt x="48" y="16"/>
                      <a:pt x="51" y="17"/>
                      <a:pt x="55" y="18"/>
                    </a:cubicBezTo>
                    <a:cubicBezTo>
                      <a:pt x="59" y="18"/>
                      <a:pt x="63" y="18"/>
                      <a:pt x="67" y="18"/>
                    </a:cubicBezTo>
                    <a:cubicBezTo>
                      <a:pt x="70" y="19"/>
                      <a:pt x="74" y="19"/>
                      <a:pt x="77" y="18"/>
                    </a:cubicBezTo>
                    <a:cubicBezTo>
                      <a:pt x="81" y="17"/>
                      <a:pt x="84" y="14"/>
                      <a:pt x="88" y="12"/>
                    </a:cubicBezTo>
                    <a:cubicBezTo>
                      <a:pt x="91" y="11"/>
                      <a:pt x="92" y="9"/>
                      <a:pt x="94" y="7"/>
                    </a:cubicBezTo>
                    <a:cubicBezTo>
                      <a:pt x="92" y="5"/>
                      <a:pt x="89" y="6"/>
                      <a:pt x="87" y="6"/>
                    </a:cubicBezTo>
                    <a:cubicBezTo>
                      <a:pt x="83" y="6"/>
                      <a:pt x="79" y="6"/>
                      <a:pt x="76" y="6"/>
                    </a:cubicBezTo>
                    <a:cubicBezTo>
                      <a:pt x="69" y="7"/>
                      <a:pt x="63" y="7"/>
                      <a:pt x="57" y="6"/>
                    </a:cubicBezTo>
                    <a:cubicBezTo>
                      <a:pt x="51" y="5"/>
                      <a:pt x="46" y="4"/>
                      <a:pt x="40" y="4"/>
                    </a:cubicBezTo>
                    <a:cubicBezTo>
                      <a:pt x="34" y="4"/>
                      <a:pt x="28" y="3"/>
                      <a:pt x="21" y="3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15" name="Freeform 1379"/>
              <p:cNvSpPr>
                <a:spLocks/>
              </p:cNvSpPr>
              <p:nvPr/>
            </p:nvSpPr>
            <p:spPr bwMode="auto">
              <a:xfrm>
                <a:off x="7945" y="-1037"/>
                <a:ext cx="671" cy="147"/>
              </a:xfrm>
              <a:custGeom>
                <a:avLst/>
                <a:gdLst>
                  <a:gd name="T0" fmla="*/ 0 w 119"/>
                  <a:gd name="T1" fmla="*/ 4348 h 26"/>
                  <a:gd name="T2" fmla="*/ 3051 w 119"/>
                  <a:gd name="T3" fmla="*/ 4348 h 26"/>
                  <a:gd name="T4" fmla="*/ 5024 w 119"/>
                  <a:gd name="T5" fmla="*/ 3805 h 26"/>
                  <a:gd name="T6" fmla="*/ 7184 w 119"/>
                  <a:gd name="T7" fmla="*/ 3070 h 26"/>
                  <a:gd name="T8" fmla="*/ 8616 w 119"/>
                  <a:gd name="T9" fmla="*/ 3421 h 26"/>
                  <a:gd name="T10" fmla="*/ 12557 w 119"/>
                  <a:gd name="T11" fmla="*/ 3070 h 26"/>
                  <a:gd name="T12" fmla="*/ 14147 w 119"/>
                  <a:gd name="T13" fmla="*/ 2878 h 26"/>
                  <a:gd name="T14" fmla="*/ 14531 w 119"/>
                  <a:gd name="T15" fmla="*/ 2878 h 26"/>
                  <a:gd name="T16" fmla="*/ 14689 w 119"/>
                  <a:gd name="T17" fmla="*/ 3070 h 26"/>
                  <a:gd name="T18" fmla="*/ 15422 w 119"/>
                  <a:gd name="T19" fmla="*/ 3262 h 26"/>
                  <a:gd name="T20" fmla="*/ 15613 w 119"/>
                  <a:gd name="T21" fmla="*/ 3805 h 26"/>
                  <a:gd name="T22" fmla="*/ 15963 w 119"/>
                  <a:gd name="T23" fmla="*/ 3613 h 26"/>
                  <a:gd name="T24" fmla="*/ 16662 w 119"/>
                  <a:gd name="T25" fmla="*/ 3070 h 26"/>
                  <a:gd name="T26" fmla="*/ 17040 w 119"/>
                  <a:gd name="T27" fmla="*/ 4156 h 26"/>
                  <a:gd name="T28" fmla="*/ 17390 w 119"/>
                  <a:gd name="T29" fmla="*/ 4156 h 26"/>
                  <a:gd name="T30" fmla="*/ 17739 w 119"/>
                  <a:gd name="T31" fmla="*/ 4506 h 26"/>
                  <a:gd name="T32" fmla="*/ 18472 w 119"/>
                  <a:gd name="T33" fmla="*/ 4156 h 26"/>
                  <a:gd name="T34" fmla="*/ 19171 w 119"/>
                  <a:gd name="T35" fmla="*/ 3613 h 26"/>
                  <a:gd name="T36" fmla="*/ 20795 w 119"/>
                  <a:gd name="T37" fmla="*/ 1821 h 26"/>
                  <a:gd name="T38" fmla="*/ 21337 w 119"/>
                  <a:gd name="T39" fmla="*/ 543 h 26"/>
                  <a:gd name="T40" fmla="*/ 20795 w 119"/>
                  <a:gd name="T41" fmla="*/ 0 h 26"/>
                  <a:gd name="T42" fmla="*/ 17739 w 119"/>
                  <a:gd name="T43" fmla="*/ 192 h 26"/>
                  <a:gd name="T44" fmla="*/ 11666 w 119"/>
                  <a:gd name="T45" fmla="*/ 543 h 26"/>
                  <a:gd name="T46" fmla="*/ 6265 w 119"/>
                  <a:gd name="T47" fmla="*/ 1821 h 26"/>
                  <a:gd name="T48" fmla="*/ 4832 w 119"/>
                  <a:gd name="T49" fmla="*/ 2363 h 26"/>
                  <a:gd name="T50" fmla="*/ 3051 w 119"/>
                  <a:gd name="T51" fmla="*/ 2878 h 26"/>
                  <a:gd name="T52" fmla="*/ 733 w 119"/>
                  <a:gd name="T53" fmla="*/ 3421 h 26"/>
                  <a:gd name="T54" fmla="*/ 0 w 119"/>
                  <a:gd name="T55" fmla="*/ 4348 h 2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119" h="26">
                    <a:moveTo>
                      <a:pt x="0" y="24"/>
                    </a:moveTo>
                    <a:cubicBezTo>
                      <a:pt x="4" y="24"/>
                      <a:pt x="13" y="25"/>
                      <a:pt x="17" y="24"/>
                    </a:cubicBezTo>
                    <a:cubicBezTo>
                      <a:pt x="21" y="24"/>
                      <a:pt x="24" y="23"/>
                      <a:pt x="28" y="21"/>
                    </a:cubicBezTo>
                    <a:cubicBezTo>
                      <a:pt x="32" y="20"/>
                      <a:pt x="36" y="17"/>
                      <a:pt x="40" y="17"/>
                    </a:cubicBezTo>
                    <a:cubicBezTo>
                      <a:pt x="43" y="17"/>
                      <a:pt x="45" y="19"/>
                      <a:pt x="48" y="19"/>
                    </a:cubicBezTo>
                    <a:cubicBezTo>
                      <a:pt x="55" y="17"/>
                      <a:pt x="63" y="17"/>
                      <a:pt x="70" y="17"/>
                    </a:cubicBezTo>
                    <a:cubicBezTo>
                      <a:pt x="73" y="17"/>
                      <a:pt x="76" y="16"/>
                      <a:pt x="79" y="16"/>
                    </a:cubicBezTo>
                    <a:cubicBezTo>
                      <a:pt x="80" y="16"/>
                      <a:pt x="81" y="15"/>
                      <a:pt x="81" y="16"/>
                    </a:cubicBezTo>
                    <a:cubicBezTo>
                      <a:pt x="82" y="16"/>
                      <a:pt x="82" y="17"/>
                      <a:pt x="82" y="17"/>
                    </a:cubicBezTo>
                    <a:cubicBezTo>
                      <a:pt x="84" y="18"/>
                      <a:pt x="85" y="18"/>
                      <a:pt x="86" y="18"/>
                    </a:cubicBezTo>
                    <a:cubicBezTo>
                      <a:pt x="87" y="19"/>
                      <a:pt x="86" y="20"/>
                      <a:pt x="87" y="21"/>
                    </a:cubicBezTo>
                    <a:cubicBezTo>
                      <a:pt x="88" y="21"/>
                      <a:pt x="89" y="20"/>
                      <a:pt x="89" y="20"/>
                    </a:cubicBezTo>
                    <a:cubicBezTo>
                      <a:pt x="90" y="19"/>
                      <a:pt x="92" y="16"/>
                      <a:pt x="93" y="17"/>
                    </a:cubicBezTo>
                    <a:cubicBezTo>
                      <a:pt x="95" y="18"/>
                      <a:pt x="93" y="21"/>
                      <a:pt x="95" y="23"/>
                    </a:cubicBezTo>
                    <a:cubicBezTo>
                      <a:pt x="95" y="23"/>
                      <a:pt x="97" y="23"/>
                      <a:pt x="97" y="23"/>
                    </a:cubicBezTo>
                    <a:cubicBezTo>
                      <a:pt x="98" y="24"/>
                      <a:pt x="99" y="24"/>
                      <a:pt x="99" y="25"/>
                    </a:cubicBezTo>
                    <a:cubicBezTo>
                      <a:pt x="102" y="26"/>
                      <a:pt x="101" y="25"/>
                      <a:pt x="103" y="23"/>
                    </a:cubicBezTo>
                    <a:cubicBezTo>
                      <a:pt x="104" y="22"/>
                      <a:pt x="106" y="21"/>
                      <a:pt x="107" y="20"/>
                    </a:cubicBezTo>
                    <a:cubicBezTo>
                      <a:pt x="110" y="17"/>
                      <a:pt x="113" y="13"/>
                      <a:pt x="116" y="10"/>
                    </a:cubicBezTo>
                    <a:cubicBezTo>
                      <a:pt x="117" y="8"/>
                      <a:pt x="119" y="6"/>
                      <a:pt x="119" y="3"/>
                    </a:cubicBezTo>
                    <a:cubicBezTo>
                      <a:pt x="119" y="0"/>
                      <a:pt x="118" y="0"/>
                      <a:pt x="116" y="0"/>
                    </a:cubicBezTo>
                    <a:cubicBezTo>
                      <a:pt x="110" y="0"/>
                      <a:pt x="105" y="1"/>
                      <a:pt x="99" y="1"/>
                    </a:cubicBezTo>
                    <a:cubicBezTo>
                      <a:pt x="88" y="2"/>
                      <a:pt x="77" y="1"/>
                      <a:pt x="65" y="3"/>
                    </a:cubicBezTo>
                    <a:cubicBezTo>
                      <a:pt x="55" y="5"/>
                      <a:pt x="45" y="6"/>
                      <a:pt x="35" y="10"/>
                    </a:cubicBezTo>
                    <a:cubicBezTo>
                      <a:pt x="32" y="12"/>
                      <a:pt x="30" y="12"/>
                      <a:pt x="27" y="13"/>
                    </a:cubicBezTo>
                    <a:cubicBezTo>
                      <a:pt x="23" y="14"/>
                      <a:pt x="20" y="15"/>
                      <a:pt x="17" y="16"/>
                    </a:cubicBezTo>
                    <a:cubicBezTo>
                      <a:pt x="13" y="17"/>
                      <a:pt x="8" y="17"/>
                      <a:pt x="4" y="19"/>
                    </a:cubicBez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16" name="Freeform 1380"/>
              <p:cNvSpPr>
                <a:spLocks/>
              </p:cNvSpPr>
              <p:nvPr/>
            </p:nvSpPr>
            <p:spPr bwMode="auto">
              <a:xfrm>
                <a:off x="8176" y="-800"/>
                <a:ext cx="829" cy="434"/>
              </a:xfrm>
              <a:custGeom>
                <a:avLst/>
                <a:gdLst>
                  <a:gd name="T0" fmla="*/ 10399 w 147"/>
                  <a:gd name="T1" fmla="*/ 0 h 77"/>
                  <a:gd name="T2" fmla="*/ 8775 w 147"/>
                  <a:gd name="T3" fmla="*/ 1082 h 77"/>
                  <a:gd name="T4" fmla="*/ 541 w 147"/>
                  <a:gd name="T5" fmla="*/ 4481 h 77"/>
                  <a:gd name="T6" fmla="*/ 541 w 147"/>
                  <a:gd name="T7" fmla="*/ 5371 h 77"/>
                  <a:gd name="T8" fmla="*/ 1083 w 147"/>
                  <a:gd name="T9" fmla="*/ 5907 h 77"/>
                  <a:gd name="T10" fmla="*/ 541 w 147"/>
                  <a:gd name="T11" fmla="*/ 6797 h 77"/>
                  <a:gd name="T12" fmla="*/ 2323 w 147"/>
                  <a:gd name="T13" fmla="*/ 8229 h 77"/>
                  <a:gd name="T14" fmla="*/ 1782 w 147"/>
                  <a:gd name="T15" fmla="*/ 9497 h 77"/>
                  <a:gd name="T16" fmla="*/ 3750 w 147"/>
                  <a:gd name="T17" fmla="*/ 10388 h 77"/>
                  <a:gd name="T18" fmla="*/ 5724 w 147"/>
                  <a:gd name="T19" fmla="*/ 11470 h 77"/>
                  <a:gd name="T20" fmla="*/ 8775 w 147"/>
                  <a:gd name="T21" fmla="*/ 12169 h 77"/>
                  <a:gd name="T22" fmla="*/ 10941 w 147"/>
                  <a:gd name="T23" fmla="*/ 12896 h 77"/>
                  <a:gd name="T24" fmla="*/ 12565 w 147"/>
                  <a:gd name="T25" fmla="*/ 13595 h 77"/>
                  <a:gd name="T26" fmla="*/ 14341 w 147"/>
                  <a:gd name="T27" fmla="*/ 12361 h 77"/>
                  <a:gd name="T28" fmla="*/ 17398 w 147"/>
                  <a:gd name="T29" fmla="*/ 11628 h 77"/>
                  <a:gd name="T30" fmla="*/ 17747 w 147"/>
                  <a:gd name="T31" fmla="*/ 11628 h 77"/>
                  <a:gd name="T32" fmla="*/ 20099 w 147"/>
                  <a:gd name="T33" fmla="*/ 10929 h 77"/>
                  <a:gd name="T34" fmla="*/ 20640 w 147"/>
                  <a:gd name="T35" fmla="*/ 10737 h 77"/>
                  <a:gd name="T36" fmla="*/ 22614 w 147"/>
                  <a:gd name="T37" fmla="*/ 9847 h 77"/>
                  <a:gd name="T38" fmla="*/ 24391 w 147"/>
                  <a:gd name="T39" fmla="*/ 8421 h 77"/>
                  <a:gd name="T40" fmla="*/ 26015 w 147"/>
                  <a:gd name="T41" fmla="*/ 7530 h 77"/>
                  <a:gd name="T42" fmla="*/ 25631 w 147"/>
                  <a:gd name="T43" fmla="*/ 6640 h 77"/>
                  <a:gd name="T44" fmla="*/ 21881 w 147"/>
                  <a:gd name="T45" fmla="*/ 1618 h 77"/>
                  <a:gd name="T46" fmla="*/ 10399 w 147"/>
                  <a:gd name="T47" fmla="*/ 0 h 77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47" h="77">
                    <a:moveTo>
                      <a:pt x="58" y="0"/>
                    </a:moveTo>
                    <a:cubicBezTo>
                      <a:pt x="58" y="0"/>
                      <a:pt x="52" y="4"/>
                      <a:pt x="49" y="6"/>
                    </a:cubicBezTo>
                    <a:cubicBezTo>
                      <a:pt x="49" y="6"/>
                      <a:pt x="16" y="23"/>
                      <a:pt x="3" y="25"/>
                    </a:cubicBezTo>
                    <a:cubicBezTo>
                      <a:pt x="3" y="25"/>
                      <a:pt x="0" y="28"/>
                      <a:pt x="3" y="30"/>
                    </a:cubicBezTo>
                    <a:cubicBezTo>
                      <a:pt x="3" y="30"/>
                      <a:pt x="7" y="31"/>
                      <a:pt x="6" y="33"/>
                    </a:cubicBezTo>
                    <a:cubicBezTo>
                      <a:pt x="6" y="33"/>
                      <a:pt x="2" y="34"/>
                      <a:pt x="3" y="38"/>
                    </a:cubicBezTo>
                    <a:cubicBezTo>
                      <a:pt x="3" y="38"/>
                      <a:pt x="3" y="43"/>
                      <a:pt x="13" y="46"/>
                    </a:cubicBezTo>
                    <a:cubicBezTo>
                      <a:pt x="13" y="46"/>
                      <a:pt x="8" y="51"/>
                      <a:pt x="10" y="53"/>
                    </a:cubicBezTo>
                    <a:cubicBezTo>
                      <a:pt x="10" y="53"/>
                      <a:pt x="16" y="59"/>
                      <a:pt x="21" y="58"/>
                    </a:cubicBezTo>
                    <a:cubicBezTo>
                      <a:pt x="21" y="58"/>
                      <a:pt x="22" y="67"/>
                      <a:pt x="32" y="64"/>
                    </a:cubicBezTo>
                    <a:cubicBezTo>
                      <a:pt x="32" y="64"/>
                      <a:pt x="33" y="74"/>
                      <a:pt x="49" y="68"/>
                    </a:cubicBezTo>
                    <a:cubicBezTo>
                      <a:pt x="49" y="68"/>
                      <a:pt x="49" y="77"/>
                      <a:pt x="61" y="72"/>
                    </a:cubicBezTo>
                    <a:cubicBezTo>
                      <a:pt x="61" y="72"/>
                      <a:pt x="65" y="76"/>
                      <a:pt x="70" y="76"/>
                    </a:cubicBezTo>
                    <a:cubicBezTo>
                      <a:pt x="70" y="76"/>
                      <a:pt x="77" y="76"/>
                      <a:pt x="80" y="69"/>
                    </a:cubicBezTo>
                    <a:cubicBezTo>
                      <a:pt x="80" y="69"/>
                      <a:pt x="92" y="73"/>
                      <a:pt x="97" y="65"/>
                    </a:cubicBezTo>
                    <a:cubicBezTo>
                      <a:pt x="97" y="65"/>
                      <a:pt x="97" y="64"/>
                      <a:pt x="99" y="65"/>
                    </a:cubicBezTo>
                    <a:cubicBezTo>
                      <a:pt x="99" y="65"/>
                      <a:pt x="108" y="68"/>
                      <a:pt x="112" y="61"/>
                    </a:cubicBezTo>
                    <a:cubicBezTo>
                      <a:pt x="112" y="61"/>
                      <a:pt x="112" y="59"/>
                      <a:pt x="115" y="60"/>
                    </a:cubicBezTo>
                    <a:cubicBezTo>
                      <a:pt x="115" y="60"/>
                      <a:pt x="123" y="61"/>
                      <a:pt x="126" y="55"/>
                    </a:cubicBezTo>
                    <a:cubicBezTo>
                      <a:pt x="126" y="55"/>
                      <a:pt x="136" y="52"/>
                      <a:pt x="136" y="47"/>
                    </a:cubicBezTo>
                    <a:cubicBezTo>
                      <a:pt x="136" y="47"/>
                      <a:pt x="142" y="48"/>
                      <a:pt x="145" y="42"/>
                    </a:cubicBezTo>
                    <a:cubicBezTo>
                      <a:pt x="145" y="42"/>
                      <a:pt x="147" y="38"/>
                      <a:pt x="143" y="37"/>
                    </a:cubicBezTo>
                    <a:cubicBezTo>
                      <a:pt x="143" y="37"/>
                      <a:pt x="123" y="10"/>
                      <a:pt x="122" y="9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17" name="Freeform 1381"/>
              <p:cNvSpPr>
                <a:spLocks/>
              </p:cNvSpPr>
              <p:nvPr/>
            </p:nvSpPr>
            <p:spPr bwMode="auto">
              <a:xfrm>
                <a:off x="8193" y="-749"/>
                <a:ext cx="299" cy="135"/>
              </a:xfrm>
              <a:custGeom>
                <a:avLst/>
                <a:gdLst>
                  <a:gd name="T0" fmla="*/ 542 w 53"/>
                  <a:gd name="T1" fmla="*/ 4269 h 24"/>
                  <a:gd name="T2" fmla="*/ 8276 w 53"/>
                  <a:gd name="T3" fmla="*/ 889 h 24"/>
                  <a:gd name="T4" fmla="*/ 8784 w 53"/>
                  <a:gd name="T5" fmla="*/ 349 h 24"/>
                  <a:gd name="T6" fmla="*/ 891 w 53"/>
                  <a:gd name="T7" fmla="*/ 3578 h 24"/>
                  <a:gd name="T8" fmla="*/ 350 w 53"/>
                  <a:gd name="T9" fmla="*/ 3735 h 24"/>
                  <a:gd name="T10" fmla="*/ 542 w 53"/>
                  <a:gd name="T11" fmla="*/ 4269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3" h="24">
                    <a:moveTo>
                      <a:pt x="3" y="24"/>
                    </a:moveTo>
                    <a:cubicBezTo>
                      <a:pt x="3" y="24"/>
                      <a:pt x="24" y="23"/>
                      <a:pt x="46" y="5"/>
                    </a:cubicBezTo>
                    <a:cubicBezTo>
                      <a:pt x="46" y="5"/>
                      <a:pt x="53" y="0"/>
                      <a:pt x="49" y="2"/>
                    </a:cubicBezTo>
                    <a:cubicBezTo>
                      <a:pt x="49" y="2"/>
                      <a:pt x="18" y="21"/>
                      <a:pt x="5" y="20"/>
                    </a:cubicBezTo>
                    <a:cubicBezTo>
                      <a:pt x="5" y="20"/>
                      <a:pt x="0" y="18"/>
                      <a:pt x="2" y="21"/>
                    </a:cubicBezTo>
                    <a:cubicBezTo>
                      <a:pt x="2" y="21"/>
                      <a:pt x="5" y="22"/>
                      <a:pt x="3" y="24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18" name="Freeform 1382"/>
              <p:cNvSpPr>
                <a:spLocks/>
              </p:cNvSpPr>
              <p:nvPr/>
            </p:nvSpPr>
            <p:spPr bwMode="auto">
              <a:xfrm>
                <a:off x="8165" y="-681"/>
                <a:ext cx="293" cy="146"/>
              </a:xfrm>
              <a:custGeom>
                <a:avLst/>
                <a:gdLst>
                  <a:gd name="T0" fmla="*/ 2699 w 52"/>
                  <a:gd name="T1" fmla="*/ 4414 h 26"/>
                  <a:gd name="T2" fmla="*/ 9111 w 52"/>
                  <a:gd name="T3" fmla="*/ 348 h 26"/>
                  <a:gd name="T4" fmla="*/ 8570 w 52"/>
                  <a:gd name="T5" fmla="*/ 533 h 26"/>
                  <a:gd name="T6" fmla="*/ 2699 w 52"/>
                  <a:gd name="T7" fmla="*/ 3184 h 26"/>
                  <a:gd name="T8" fmla="*/ 2699 w 52"/>
                  <a:gd name="T9" fmla="*/ 4414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26">
                    <a:moveTo>
                      <a:pt x="15" y="25"/>
                    </a:moveTo>
                    <a:cubicBezTo>
                      <a:pt x="15" y="25"/>
                      <a:pt x="28" y="26"/>
                      <a:pt x="51" y="2"/>
                    </a:cubicBezTo>
                    <a:cubicBezTo>
                      <a:pt x="51" y="2"/>
                      <a:pt x="52" y="0"/>
                      <a:pt x="48" y="3"/>
                    </a:cubicBezTo>
                    <a:cubicBezTo>
                      <a:pt x="48" y="3"/>
                      <a:pt x="25" y="19"/>
                      <a:pt x="15" y="18"/>
                    </a:cubicBezTo>
                    <a:cubicBezTo>
                      <a:pt x="15" y="18"/>
                      <a:pt x="0" y="21"/>
                      <a:pt x="15" y="25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19" name="Freeform 1383"/>
              <p:cNvSpPr>
                <a:spLocks/>
              </p:cNvSpPr>
              <p:nvPr/>
            </p:nvSpPr>
            <p:spPr bwMode="auto">
              <a:xfrm>
                <a:off x="8238" y="-597"/>
                <a:ext cx="181" cy="124"/>
              </a:xfrm>
              <a:custGeom>
                <a:avLst/>
                <a:gdLst>
                  <a:gd name="T0" fmla="*/ 1821 w 32"/>
                  <a:gd name="T1" fmla="*/ 3940 h 22"/>
                  <a:gd name="T2" fmla="*/ 5792 w 32"/>
                  <a:gd name="T3" fmla="*/ 0 h 22"/>
                  <a:gd name="T4" fmla="*/ 5057 w 32"/>
                  <a:gd name="T5" fmla="*/ 349 h 22"/>
                  <a:gd name="T6" fmla="*/ 1442 w 32"/>
                  <a:gd name="T7" fmla="*/ 2858 h 22"/>
                  <a:gd name="T8" fmla="*/ 1821 w 32"/>
                  <a:gd name="T9" fmla="*/ 3940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22">
                    <a:moveTo>
                      <a:pt x="10" y="22"/>
                    </a:moveTo>
                    <a:cubicBezTo>
                      <a:pt x="10" y="22"/>
                      <a:pt x="25" y="13"/>
                      <a:pt x="32" y="0"/>
                    </a:cubicBezTo>
                    <a:cubicBezTo>
                      <a:pt x="32" y="0"/>
                      <a:pt x="30" y="0"/>
                      <a:pt x="28" y="2"/>
                    </a:cubicBezTo>
                    <a:cubicBezTo>
                      <a:pt x="28" y="2"/>
                      <a:pt x="14" y="15"/>
                      <a:pt x="8" y="16"/>
                    </a:cubicBezTo>
                    <a:cubicBezTo>
                      <a:pt x="8" y="16"/>
                      <a:pt x="0" y="20"/>
                      <a:pt x="10" y="22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20" name="Freeform 1384"/>
              <p:cNvSpPr>
                <a:spLocks/>
              </p:cNvSpPr>
              <p:nvPr/>
            </p:nvSpPr>
            <p:spPr bwMode="auto">
              <a:xfrm>
                <a:off x="8311" y="-563"/>
                <a:ext cx="119" cy="130"/>
              </a:xfrm>
              <a:custGeom>
                <a:avLst/>
                <a:gdLst>
                  <a:gd name="T0" fmla="*/ 1445 w 21"/>
                  <a:gd name="T1" fmla="*/ 3804 h 23"/>
                  <a:gd name="T2" fmla="*/ 3819 w 21"/>
                  <a:gd name="T3" fmla="*/ 0 h 23"/>
                  <a:gd name="T4" fmla="*/ 3468 w 21"/>
                  <a:gd name="T5" fmla="*/ 543 h 23"/>
                  <a:gd name="T6" fmla="*/ 1094 w 21"/>
                  <a:gd name="T7" fmla="*/ 3069 h 23"/>
                  <a:gd name="T8" fmla="*/ 1445 w 21"/>
                  <a:gd name="T9" fmla="*/ 3804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3">
                    <a:moveTo>
                      <a:pt x="8" y="21"/>
                    </a:moveTo>
                    <a:cubicBezTo>
                      <a:pt x="8" y="21"/>
                      <a:pt x="18" y="11"/>
                      <a:pt x="21" y="0"/>
                    </a:cubicBezTo>
                    <a:cubicBezTo>
                      <a:pt x="21" y="0"/>
                      <a:pt x="21" y="0"/>
                      <a:pt x="19" y="3"/>
                    </a:cubicBezTo>
                    <a:cubicBezTo>
                      <a:pt x="19" y="3"/>
                      <a:pt x="11" y="15"/>
                      <a:pt x="6" y="17"/>
                    </a:cubicBezTo>
                    <a:cubicBezTo>
                      <a:pt x="6" y="17"/>
                      <a:pt x="0" y="23"/>
                      <a:pt x="8" y="2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21" name="Freeform 1385"/>
              <p:cNvSpPr>
                <a:spLocks/>
              </p:cNvSpPr>
              <p:nvPr/>
            </p:nvSpPr>
            <p:spPr bwMode="auto">
              <a:xfrm>
                <a:off x="8853" y="-715"/>
                <a:ext cx="129" cy="186"/>
              </a:xfrm>
              <a:custGeom>
                <a:avLst/>
                <a:gdLst>
                  <a:gd name="T0" fmla="*/ 348 w 23"/>
                  <a:gd name="T1" fmla="*/ 733 h 33"/>
                  <a:gd name="T2" fmla="*/ 2832 w 23"/>
                  <a:gd name="T3" fmla="*/ 5721 h 33"/>
                  <a:gd name="T4" fmla="*/ 4061 w 23"/>
                  <a:gd name="T5" fmla="*/ 4830 h 33"/>
                  <a:gd name="T6" fmla="*/ 3522 w 23"/>
                  <a:gd name="T7" fmla="*/ 4131 h 33"/>
                  <a:gd name="T8" fmla="*/ 1071 w 23"/>
                  <a:gd name="T9" fmla="*/ 1082 h 33"/>
                  <a:gd name="T10" fmla="*/ 348 w 23"/>
                  <a:gd name="T11" fmla="*/ 733 h 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33">
                    <a:moveTo>
                      <a:pt x="2" y="4"/>
                    </a:moveTo>
                    <a:cubicBezTo>
                      <a:pt x="2" y="4"/>
                      <a:pt x="16" y="29"/>
                      <a:pt x="16" y="32"/>
                    </a:cubicBezTo>
                    <a:cubicBezTo>
                      <a:pt x="16" y="32"/>
                      <a:pt x="23" y="33"/>
                      <a:pt x="23" y="27"/>
                    </a:cubicBezTo>
                    <a:cubicBezTo>
                      <a:pt x="23" y="27"/>
                      <a:pt x="23" y="23"/>
                      <a:pt x="20" y="23"/>
                    </a:cubicBezTo>
                    <a:cubicBezTo>
                      <a:pt x="20" y="23"/>
                      <a:pt x="12" y="16"/>
                      <a:pt x="6" y="6"/>
                    </a:cubicBezTo>
                    <a:cubicBezTo>
                      <a:pt x="6" y="6"/>
                      <a:pt x="0" y="0"/>
                      <a:pt x="2" y="4"/>
                    </a:cubicBez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22" name="Freeform 1386"/>
              <p:cNvSpPr>
                <a:spLocks/>
              </p:cNvSpPr>
              <p:nvPr/>
            </p:nvSpPr>
            <p:spPr bwMode="auto">
              <a:xfrm>
                <a:off x="8824" y="-676"/>
                <a:ext cx="113" cy="186"/>
              </a:xfrm>
              <a:custGeom>
                <a:avLst/>
                <a:gdLst>
                  <a:gd name="T0" fmla="*/ 192 w 20"/>
                  <a:gd name="T1" fmla="*/ 541 h 33"/>
                  <a:gd name="T2" fmla="*/ 1978 w 20"/>
                  <a:gd name="T3" fmla="*/ 5907 h 33"/>
                  <a:gd name="T4" fmla="*/ 3254 w 20"/>
                  <a:gd name="T5" fmla="*/ 4481 h 33"/>
                  <a:gd name="T6" fmla="*/ 2520 w 20"/>
                  <a:gd name="T7" fmla="*/ 3590 h 33"/>
                  <a:gd name="T8" fmla="*/ 1277 w 20"/>
                  <a:gd name="T9" fmla="*/ 1618 h 33"/>
                  <a:gd name="T10" fmla="*/ 192 w 20"/>
                  <a:gd name="T11" fmla="*/ 541 h 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" h="33">
                    <a:moveTo>
                      <a:pt x="1" y="3"/>
                    </a:moveTo>
                    <a:cubicBezTo>
                      <a:pt x="1" y="3"/>
                      <a:pt x="14" y="23"/>
                      <a:pt x="11" y="33"/>
                    </a:cubicBezTo>
                    <a:cubicBezTo>
                      <a:pt x="11" y="33"/>
                      <a:pt x="20" y="31"/>
                      <a:pt x="18" y="25"/>
                    </a:cubicBezTo>
                    <a:cubicBezTo>
                      <a:pt x="18" y="25"/>
                      <a:pt x="17" y="22"/>
                      <a:pt x="14" y="20"/>
                    </a:cubicBezTo>
                    <a:cubicBezTo>
                      <a:pt x="14" y="20"/>
                      <a:pt x="10" y="15"/>
                      <a:pt x="7" y="9"/>
                    </a:cubicBezTo>
                    <a:cubicBezTo>
                      <a:pt x="7" y="9"/>
                      <a:pt x="0" y="0"/>
                      <a:pt x="1" y="3"/>
                    </a:cubicBez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23" name="Freeform 1387"/>
              <p:cNvSpPr>
                <a:spLocks/>
              </p:cNvSpPr>
              <p:nvPr/>
            </p:nvSpPr>
            <p:spPr bwMode="auto">
              <a:xfrm>
                <a:off x="8796" y="-619"/>
                <a:ext cx="85" cy="163"/>
              </a:xfrm>
              <a:custGeom>
                <a:avLst/>
                <a:gdLst>
                  <a:gd name="T0" fmla="*/ 351 w 15"/>
                  <a:gd name="T1" fmla="*/ 4800 h 29"/>
                  <a:gd name="T2" fmla="*/ 2374 w 15"/>
                  <a:gd name="T3" fmla="*/ 4075 h 29"/>
                  <a:gd name="T4" fmla="*/ 2182 w 15"/>
                  <a:gd name="T5" fmla="*/ 3541 h 29"/>
                  <a:gd name="T6" fmla="*/ 1286 w 15"/>
                  <a:gd name="T7" fmla="*/ 1771 h 29"/>
                  <a:gd name="T8" fmla="*/ 193 w 15"/>
                  <a:gd name="T9" fmla="*/ 0 h 29"/>
                  <a:gd name="T10" fmla="*/ 351 w 15"/>
                  <a:gd name="T11" fmla="*/ 697 h 29"/>
                  <a:gd name="T12" fmla="*/ 351 w 15"/>
                  <a:gd name="T13" fmla="*/ 4800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" h="29">
                    <a:moveTo>
                      <a:pt x="2" y="27"/>
                    </a:moveTo>
                    <a:cubicBezTo>
                      <a:pt x="2" y="27"/>
                      <a:pt x="11" y="29"/>
                      <a:pt x="13" y="23"/>
                    </a:cubicBezTo>
                    <a:cubicBezTo>
                      <a:pt x="13" y="23"/>
                      <a:pt x="15" y="21"/>
                      <a:pt x="12" y="20"/>
                    </a:cubicBezTo>
                    <a:cubicBezTo>
                      <a:pt x="12" y="20"/>
                      <a:pt x="8" y="17"/>
                      <a:pt x="7" y="10"/>
                    </a:cubicBezTo>
                    <a:cubicBezTo>
                      <a:pt x="7" y="10"/>
                      <a:pt x="4" y="2"/>
                      <a:pt x="1" y="0"/>
                    </a:cubicBezTo>
                    <a:cubicBezTo>
                      <a:pt x="1" y="0"/>
                      <a:pt x="0" y="0"/>
                      <a:pt x="2" y="4"/>
                    </a:cubicBezTo>
                    <a:cubicBezTo>
                      <a:pt x="2" y="4"/>
                      <a:pt x="5" y="23"/>
                      <a:pt x="2" y="27"/>
                    </a:cubicBez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24" name="Freeform 1388"/>
              <p:cNvSpPr>
                <a:spLocks/>
              </p:cNvSpPr>
              <p:nvPr/>
            </p:nvSpPr>
            <p:spPr bwMode="auto">
              <a:xfrm>
                <a:off x="8729" y="-614"/>
                <a:ext cx="62" cy="198"/>
              </a:xfrm>
              <a:custGeom>
                <a:avLst/>
                <a:gdLst>
                  <a:gd name="T0" fmla="*/ 0 w 11"/>
                  <a:gd name="T1" fmla="*/ 5442 h 35"/>
                  <a:gd name="T2" fmla="*/ 1781 w 11"/>
                  <a:gd name="T3" fmla="*/ 5442 h 35"/>
                  <a:gd name="T4" fmla="*/ 1618 w 11"/>
                  <a:gd name="T5" fmla="*/ 3966 h 35"/>
                  <a:gd name="T6" fmla="*/ 1781 w 11"/>
                  <a:gd name="T7" fmla="*/ 0 h 35"/>
                  <a:gd name="T8" fmla="*/ 541 w 11"/>
                  <a:gd name="T9" fmla="*/ 2913 h 35"/>
                  <a:gd name="T10" fmla="*/ 0 w 11"/>
                  <a:gd name="T11" fmla="*/ 5442 h 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35">
                    <a:moveTo>
                      <a:pt x="0" y="30"/>
                    </a:moveTo>
                    <a:cubicBezTo>
                      <a:pt x="0" y="30"/>
                      <a:pt x="5" y="35"/>
                      <a:pt x="10" y="30"/>
                    </a:cubicBezTo>
                    <a:cubicBezTo>
                      <a:pt x="10" y="30"/>
                      <a:pt x="11" y="27"/>
                      <a:pt x="9" y="22"/>
                    </a:cubicBezTo>
                    <a:cubicBezTo>
                      <a:pt x="9" y="22"/>
                      <a:pt x="7" y="7"/>
                      <a:pt x="10" y="0"/>
                    </a:cubicBezTo>
                    <a:cubicBezTo>
                      <a:pt x="10" y="0"/>
                      <a:pt x="5" y="5"/>
                      <a:pt x="3" y="16"/>
                    </a:cubicBezTo>
                    <a:cubicBezTo>
                      <a:pt x="3" y="16"/>
                      <a:pt x="1" y="28"/>
                      <a:pt x="0" y="30"/>
                    </a:cubicBez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25" name="Freeform 1389"/>
              <p:cNvSpPr>
                <a:spLocks/>
              </p:cNvSpPr>
              <p:nvPr/>
            </p:nvSpPr>
            <p:spPr bwMode="auto">
              <a:xfrm>
                <a:off x="8503" y="-422"/>
                <a:ext cx="118" cy="68"/>
              </a:xfrm>
              <a:custGeom>
                <a:avLst/>
                <a:gdLst>
                  <a:gd name="T0" fmla="*/ 539 w 21"/>
                  <a:gd name="T1" fmla="*/ 737 h 12"/>
                  <a:gd name="T2" fmla="*/ 3725 w 21"/>
                  <a:gd name="T3" fmla="*/ 544 h 12"/>
                  <a:gd name="T4" fmla="*/ 3029 w 21"/>
                  <a:gd name="T5" fmla="*/ 737 h 12"/>
                  <a:gd name="T6" fmla="*/ 1073 w 21"/>
                  <a:gd name="T7" fmla="*/ 544 h 12"/>
                  <a:gd name="T8" fmla="*/ 539 w 21"/>
                  <a:gd name="T9" fmla="*/ 737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2">
                    <a:moveTo>
                      <a:pt x="3" y="4"/>
                    </a:moveTo>
                    <a:cubicBezTo>
                      <a:pt x="3" y="4"/>
                      <a:pt x="13" y="12"/>
                      <a:pt x="21" y="3"/>
                    </a:cubicBezTo>
                    <a:cubicBezTo>
                      <a:pt x="21" y="3"/>
                      <a:pt x="21" y="0"/>
                      <a:pt x="17" y="4"/>
                    </a:cubicBezTo>
                    <a:cubicBezTo>
                      <a:pt x="17" y="4"/>
                      <a:pt x="11" y="6"/>
                      <a:pt x="6" y="3"/>
                    </a:cubicBezTo>
                    <a:cubicBezTo>
                      <a:pt x="6" y="3"/>
                      <a:pt x="0" y="3"/>
                      <a:pt x="3" y="4"/>
                    </a:cubicBez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26" name="Freeform 1390"/>
              <p:cNvSpPr>
                <a:spLocks/>
              </p:cNvSpPr>
              <p:nvPr/>
            </p:nvSpPr>
            <p:spPr bwMode="auto">
              <a:xfrm>
                <a:off x="8447" y="-783"/>
                <a:ext cx="349" cy="276"/>
              </a:xfrm>
              <a:custGeom>
                <a:avLst/>
                <a:gdLst>
                  <a:gd name="T0" fmla="*/ 1773 w 62"/>
                  <a:gd name="T1" fmla="*/ 192 h 49"/>
                  <a:gd name="T2" fmla="*/ 1616 w 62"/>
                  <a:gd name="T3" fmla="*/ 1081 h 49"/>
                  <a:gd name="T4" fmla="*/ 1075 w 62"/>
                  <a:gd name="T5" fmla="*/ 2315 h 49"/>
                  <a:gd name="T6" fmla="*/ 726 w 62"/>
                  <a:gd name="T7" fmla="*/ 3396 h 49"/>
                  <a:gd name="T8" fmla="*/ 349 w 62"/>
                  <a:gd name="T9" fmla="*/ 4281 h 49"/>
                  <a:gd name="T10" fmla="*/ 1238 w 62"/>
                  <a:gd name="T11" fmla="*/ 4630 h 49"/>
                  <a:gd name="T12" fmla="*/ 1965 w 62"/>
                  <a:gd name="T13" fmla="*/ 4630 h 49"/>
                  <a:gd name="T14" fmla="*/ 2314 w 62"/>
                  <a:gd name="T15" fmla="*/ 5013 h 49"/>
                  <a:gd name="T16" fmla="*/ 2854 w 62"/>
                  <a:gd name="T17" fmla="*/ 5013 h 49"/>
                  <a:gd name="T18" fmla="*/ 4087 w 62"/>
                  <a:gd name="T19" fmla="*/ 5554 h 49"/>
                  <a:gd name="T20" fmla="*/ 4627 w 62"/>
                  <a:gd name="T21" fmla="*/ 7520 h 49"/>
                  <a:gd name="T22" fmla="*/ 4627 w 62"/>
                  <a:gd name="T23" fmla="*/ 8410 h 49"/>
                  <a:gd name="T24" fmla="*/ 5353 w 62"/>
                  <a:gd name="T25" fmla="*/ 7869 h 49"/>
                  <a:gd name="T26" fmla="*/ 6243 w 62"/>
                  <a:gd name="T27" fmla="*/ 7520 h 49"/>
                  <a:gd name="T28" fmla="*/ 7132 w 62"/>
                  <a:gd name="T29" fmla="*/ 6979 h 49"/>
                  <a:gd name="T30" fmla="*/ 7667 w 62"/>
                  <a:gd name="T31" fmla="*/ 6979 h 49"/>
                  <a:gd name="T32" fmla="*/ 8016 w 62"/>
                  <a:gd name="T33" fmla="*/ 7137 h 49"/>
                  <a:gd name="T34" fmla="*/ 8207 w 62"/>
                  <a:gd name="T35" fmla="*/ 7520 h 49"/>
                  <a:gd name="T36" fmla="*/ 9097 w 62"/>
                  <a:gd name="T37" fmla="*/ 6089 h 49"/>
                  <a:gd name="T38" fmla="*/ 9980 w 62"/>
                  <a:gd name="T39" fmla="*/ 4822 h 49"/>
                  <a:gd name="T40" fmla="*/ 11061 w 62"/>
                  <a:gd name="T41" fmla="*/ 3205 h 49"/>
                  <a:gd name="T42" fmla="*/ 10712 w 62"/>
                  <a:gd name="T43" fmla="*/ 2664 h 49"/>
                  <a:gd name="T44" fmla="*/ 9823 w 62"/>
                  <a:gd name="T45" fmla="*/ 2315 h 49"/>
                  <a:gd name="T46" fmla="*/ 6592 w 62"/>
                  <a:gd name="T47" fmla="*/ 1425 h 49"/>
                  <a:gd name="T48" fmla="*/ 4818 w 62"/>
                  <a:gd name="T49" fmla="*/ 732 h 49"/>
                  <a:gd name="T50" fmla="*/ 2854 w 62"/>
                  <a:gd name="T51" fmla="*/ 0 h 49"/>
                  <a:gd name="T52" fmla="*/ 1773 w 62"/>
                  <a:gd name="T53" fmla="*/ 192 h 49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62" h="49">
                    <a:moveTo>
                      <a:pt x="10" y="1"/>
                    </a:moveTo>
                    <a:cubicBezTo>
                      <a:pt x="8" y="2"/>
                      <a:pt x="9" y="4"/>
                      <a:pt x="9" y="6"/>
                    </a:cubicBezTo>
                    <a:cubicBezTo>
                      <a:pt x="8" y="9"/>
                      <a:pt x="7" y="10"/>
                      <a:pt x="6" y="13"/>
                    </a:cubicBezTo>
                    <a:cubicBezTo>
                      <a:pt x="5" y="15"/>
                      <a:pt x="5" y="17"/>
                      <a:pt x="4" y="19"/>
                    </a:cubicBezTo>
                    <a:cubicBezTo>
                      <a:pt x="3" y="21"/>
                      <a:pt x="2" y="22"/>
                      <a:pt x="2" y="24"/>
                    </a:cubicBezTo>
                    <a:cubicBezTo>
                      <a:pt x="0" y="30"/>
                      <a:pt x="4" y="28"/>
                      <a:pt x="7" y="26"/>
                    </a:cubicBezTo>
                    <a:cubicBezTo>
                      <a:pt x="9" y="26"/>
                      <a:pt x="9" y="25"/>
                      <a:pt x="11" y="26"/>
                    </a:cubicBezTo>
                    <a:cubicBezTo>
                      <a:pt x="12" y="26"/>
                      <a:pt x="12" y="27"/>
                      <a:pt x="13" y="28"/>
                    </a:cubicBezTo>
                    <a:cubicBezTo>
                      <a:pt x="14" y="28"/>
                      <a:pt x="15" y="28"/>
                      <a:pt x="16" y="28"/>
                    </a:cubicBezTo>
                    <a:cubicBezTo>
                      <a:pt x="19" y="28"/>
                      <a:pt x="22" y="27"/>
                      <a:pt x="23" y="31"/>
                    </a:cubicBezTo>
                    <a:cubicBezTo>
                      <a:pt x="25" y="34"/>
                      <a:pt x="26" y="38"/>
                      <a:pt x="26" y="42"/>
                    </a:cubicBezTo>
                    <a:cubicBezTo>
                      <a:pt x="26" y="43"/>
                      <a:pt x="26" y="46"/>
                      <a:pt x="26" y="47"/>
                    </a:cubicBezTo>
                    <a:cubicBezTo>
                      <a:pt x="28" y="49"/>
                      <a:pt x="29" y="45"/>
                      <a:pt x="30" y="44"/>
                    </a:cubicBezTo>
                    <a:cubicBezTo>
                      <a:pt x="32" y="43"/>
                      <a:pt x="34" y="43"/>
                      <a:pt x="35" y="42"/>
                    </a:cubicBezTo>
                    <a:cubicBezTo>
                      <a:pt x="38" y="40"/>
                      <a:pt x="37" y="39"/>
                      <a:pt x="40" y="39"/>
                    </a:cubicBezTo>
                    <a:cubicBezTo>
                      <a:pt x="41" y="39"/>
                      <a:pt x="42" y="39"/>
                      <a:pt x="43" y="39"/>
                    </a:cubicBezTo>
                    <a:cubicBezTo>
                      <a:pt x="44" y="40"/>
                      <a:pt x="44" y="39"/>
                      <a:pt x="45" y="40"/>
                    </a:cubicBezTo>
                    <a:cubicBezTo>
                      <a:pt x="45" y="40"/>
                      <a:pt x="45" y="41"/>
                      <a:pt x="46" y="42"/>
                    </a:cubicBezTo>
                    <a:cubicBezTo>
                      <a:pt x="48" y="43"/>
                      <a:pt x="50" y="36"/>
                      <a:pt x="51" y="34"/>
                    </a:cubicBezTo>
                    <a:cubicBezTo>
                      <a:pt x="52" y="31"/>
                      <a:pt x="54" y="29"/>
                      <a:pt x="56" y="27"/>
                    </a:cubicBezTo>
                    <a:cubicBezTo>
                      <a:pt x="59" y="26"/>
                      <a:pt x="62" y="22"/>
                      <a:pt x="62" y="18"/>
                    </a:cubicBezTo>
                    <a:cubicBezTo>
                      <a:pt x="62" y="16"/>
                      <a:pt x="62" y="17"/>
                      <a:pt x="60" y="15"/>
                    </a:cubicBezTo>
                    <a:cubicBezTo>
                      <a:pt x="58" y="14"/>
                      <a:pt x="57" y="14"/>
                      <a:pt x="55" y="13"/>
                    </a:cubicBezTo>
                    <a:cubicBezTo>
                      <a:pt x="49" y="11"/>
                      <a:pt x="43" y="9"/>
                      <a:pt x="37" y="8"/>
                    </a:cubicBezTo>
                    <a:cubicBezTo>
                      <a:pt x="33" y="7"/>
                      <a:pt x="30" y="6"/>
                      <a:pt x="27" y="4"/>
                    </a:cubicBezTo>
                    <a:cubicBezTo>
                      <a:pt x="23" y="3"/>
                      <a:pt x="20" y="0"/>
                      <a:pt x="16" y="0"/>
                    </a:cubicBez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27" name="Freeform 1391"/>
              <p:cNvSpPr>
                <a:spLocks/>
              </p:cNvSpPr>
              <p:nvPr/>
            </p:nvSpPr>
            <p:spPr bwMode="auto">
              <a:xfrm>
                <a:off x="8509" y="-1223"/>
                <a:ext cx="496" cy="666"/>
              </a:xfrm>
              <a:custGeom>
                <a:avLst/>
                <a:gdLst>
                  <a:gd name="T0" fmla="*/ 0 w 88"/>
                  <a:gd name="T1" fmla="*/ 14556 h 118"/>
                  <a:gd name="T2" fmla="*/ 733 w 88"/>
                  <a:gd name="T3" fmla="*/ 12039 h 118"/>
                  <a:gd name="T4" fmla="*/ 2700 w 88"/>
                  <a:gd name="T5" fmla="*/ 8635 h 118"/>
                  <a:gd name="T6" fmla="*/ 3590 w 88"/>
                  <a:gd name="T7" fmla="*/ 6468 h 118"/>
                  <a:gd name="T8" fmla="*/ 5557 w 88"/>
                  <a:gd name="T9" fmla="*/ 3251 h 118"/>
                  <a:gd name="T10" fmla="*/ 8229 w 88"/>
                  <a:gd name="T11" fmla="*/ 1625 h 118"/>
                  <a:gd name="T12" fmla="*/ 12547 w 88"/>
                  <a:gd name="T13" fmla="*/ 1975 h 118"/>
                  <a:gd name="T14" fmla="*/ 13437 w 88"/>
                  <a:gd name="T15" fmla="*/ 3409 h 118"/>
                  <a:gd name="T16" fmla="*/ 15027 w 88"/>
                  <a:gd name="T17" fmla="*/ 6660 h 118"/>
                  <a:gd name="T18" fmla="*/ 11278 w 88"/>
                  <a:gd name="T19" fmla="*/ 16373 h 118"/>
                  <a:gd name="T20" fmla="*/ 9120 w 88"/>
                  <a:gd name="T21" fmla="*/ 19049 h 118"/>
                  <a:gd name="T22" fmla="*/ 8770 w 88"/>
                  <a:gd name="T23" fmla="*/ 19433 h 118"/>
                  <a:gd name="T24" fmla="*/ 7880 w 88"/>
                  <a:gd name="T25" fmla="*/ 18507 h 118"/>
                  <a:gd name="T26" fmla="*/ 6256 w 88"/>
                  <a:gd name="T27" fmla="*/ 19591 h 118"/>
                  <a:gd name="T28" fmla="*/ 4830 w 88"/>
                  <a:gd name="T29" fmla="*/ 19782 h 118"/>
                  <a:gd name="T30" fmla="*/ 3399 w 88"/>
                  <a:gd name="T31" fmla="*/ 20132 h 118"/>
                  <a:gd name="T32" fmla="*/ 2700 w 88"/>
                  <a:gd name="T33" fmla="*/ 20324 h 118"/>
                  <a:gd name="T34" fmla="*/ 2317 w 88"/>
                  <a:gd name="T35" fmla="*/ 18891 h 118"/>
                  <a:gd name="T36" fmla="*/ 0 w 88"/>
                  <a:gd name="T37" fmla="*/ 14556 h 11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88" h="118">
                    <a:moveTo>
                      <a:pt x="0" y="81"/>
                    </a:moveTo>
                    <a:cubicBezTo>
                      <a:pt x="0" y="81"/>
                      <a:pt x="1" y="71"/>
                      <a:pt x="4" y="67"/>
                    </a:cubicBezTo>
                    <a:cubicBezTo>
                      <a:pt x="4" y="67"/>
                      <a:pt x="12" y="52"/>
                      <a:pt x="15" y="48"/>
                    </a:cubicBezTo>
                    <a:cubicBezTo>
                      <a:pt x="15" y="48"/>
                      <a:pt x="19" y="41"/>
                      <a:pt x="20" y="36"/>
                    </a:cubicBezTo>
                    <a:cubicBezTo>
                      <a:pt x="20" y="36"/>
                      <a:pt x="24" y="23"/>
                      <a:pt x="31" y="18"/>
                    </a:cubicBezTo>
                    <a:cubicBezTo>
                      <a:pt x="31" y="18"/>
                      <a:pt x="42" y="10"/>
                      <a:pt x="46" y="9"/>
                    </a:cubicBezTo>
                    <a:cubicBezTo>
                      <a:pt x="46" y="9"/>
                      <a:pt x="60" y="0"/>
                      <a:pt x="70" y="11"/>
                    </a:cubicBezTo>
                    <a:cubicBezTo>
                      <a:pt x="70" y="11"/>
                      <a:pt x="73" y="15"/>
                      <a:pt x="75" y="19"/>
                    </a:cubicBezTo>
                    <a:cubicBezTo>
                      <a:pt x="75" y="19"/>
                      <a:pt x="84" y="22"/>
                      <a:pt x="84" y="37"/>
                    </a:cubicBezTo>
                    <a:cubicBezTo>
                      <a:pt x="84" y="37"/>
                      <a:pt x="88" y="67"/>
                      <a:pt x="63" y="91"/>
                    </a:cubicBezTo>
                    <a:cubicBezTo>
                      <a:pt x="63" y="91"/>
                      <a:pt x="53" y="99"/>
                      <a:pt x="51" y="106"/>
                    </a:cubicBezTo>
                    <a:cubicBezTo>
                      <a:pt x="51" y="106"/>
                      <a:pt x="50" y="112"/>
                      <a:pt x="49" y="108"/>
                    </a:cubicBezTo>
                    <a:cubicBezTo>
                      <a:pt x="49" y="108"/>
                      <a:pt x="48" y="100"/>
                      <a:pt x="44" y="103"/>
                    </a:cubicBezTo>
                    <a:cubicBezTo>
                      <a:pt x="44" y="103"/>
                      <a:pt x="38" y="109"/>
                      <a:pt x="35" y="109"/>
                    </a:cubicBezTo>
                    <a:cubicBezTo>
                      <a:pt x="35" y="109"/>
                      <a:pt x="30" y="111"/>
                      <a:pt x="27" y="110"/>
                    </a:cubicBezTo>
                    <a:cubicBezTo>
                      <a:pt x="27" y="110"/>
                      <a:pt x="22" y="108"/>
                      <a:pt x="19" y="112"/>
                    </a:cubicBezTo>
                    <a:cubicBezTo>
                      <a:pt x="19" y="112"/>
                      <a:pt x="16" y="118"/>
                      <a:pt x="15" y="113"/>
                    </a:cubicBezTo>
                    <a:cubicBezTo>
                      <a:pt x="15" y="113"/>
                      <a:pt x="16" y="109"/>
                      <a:pt x="13" y="105"/>
                    </a:cubicBezTo>
                    <a:cubicBezTo>
                      <a:pt x="13" y="105"/>
                      <a:pt x="2" y="96"/>
                      <a:pt x="0" y="8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28" name="Freeform 1392"/>
              <p:cNvSpPr>
                <a:spLocks/>
              </p:cNvSpPr>
              <p:nvPr/>
            </p:nvSpPr>
            <p:spPr bwMode="auto">
              <a:xfrm>
                <a:off x="8509" y="-1166"/>
                <a:ext cx="225" cy="417"/>
              </a:xfrm>
              <a:custGeom>
                <a:avLst/>
                <a:gdLst>
                  <a:gd name="T0" fmla="*/ 0 w 40"/>
                  <a:gd name="T1" fmla="*/ 12702 h 74"/>
                  <a:gd name="T2" fmla="*/ 889 w 40"/>
                  <a:gd name="T3" fmla="*/ 9653 h 74"/>
                  <a:gd name="T4" fmla="*/ 3735 w 40"/>
                  <a:gd name="T5" fmla="*/ 4131 h 74"/>
                  <a:gd name="T6" fmla="*/ 6041 w 40"/>
                  <a:gd name="T7" fmla="*/ 1082 h 74"/>
                  <a:gd name="T8" fmla="*/ 6041 w 40"/>
                  <a:gd name="T9" fmla="*/ 1617 h 74"/>
                  <a:gd name="T10" fmla="*/ 5349 w 40"/>
                  <a:gd name="T11" fmla="*/ 6255 h 74"/>
                  <a:gd name="T12" fmla="*/ 5698 w 40"/>
                  <a:gd name="T13" fmla="*/ 8064 h 74"/>
                  <a:gd name="T14" fmla="*/ 5349 w 40"/>
                  <a:gd name="T15" fmla="*/ 8763 h 74"/>
                  <a:gd name="T16" fmla="*/ 3386 w 40"/>
                  <a:gd name="T17" fmla="*/ 9845 h 74"/>
                  <a:gd name="T18" fmla="*/ 1423 w 40"/>
                  <a:gd name="T19" fmla="*/ 11270 h 74"/>
                  <a:gd name="T20" fmla="*/ 349 w 40"/>
                  <a:gd name="T21" fmla="*/ 12161 h 74"/>
                  <a:gd name="T22" fmla="*/ 0 w 40"/>
                  <a:gd name="T23" fmla="*/ 12702 h 7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0" h="74">
                    <a:moveTo>
                      <a:pt x="0" y="71"/>
                    </a:moveTo>
                    <a:cubicBezTo>
                      <a:pt x="0" y="71"/>
                      <a:pt x="2" y="57"/>
                      <a:pt x="5" y="54"/>
                    </a:cubicBezTo>
                    <a:cubicBezTo>
                      <a:pt x="5" y="54"/>
                      <a:pt x="19" y="32"/>
                      <a:pt x="21" y="23"/>
                    </a:cubicBezTo>
                    <a:cubicBezTo>
                      <a:pt x="21" y="23"/>
                      <a:pt x="27" y="9"/>
                      <a:pt x="34" y="6"/>
                    </a:cubicBezTo>
                    <a:cubicBezTo>
                      <a:pt x="34" y="6"/>
                      <a:pt x="40" y="0"/>
                      <a:pt x="34" y="9"/>
                    </a:cubicBezTo>
                    <a:cubicBezTo>
                      <a:pt x="34" y="9"/>
                      <a:pt x="29" y="23"/>
                      <a:pt x="30" y="35"/>
                    </a:cubicBezTo>
                    <a:cubicBezTo>
                      <a:pt x="30" y="35"/>
                      <a:pt x="30" y="41"/>
                      <a:pt x="32" y="45"/>
                    </a:cubicBezTo>
                    <a:cubicBezTo>
                      <a:pt x="32" y="45"/>
                      <a:pt x="33" y="52"/>
                      <a:pt x="30" y="49"/>
                    </a:cubicBezTo>
                    <a:cubicBezTo>
                      <a:pt x="30" y="49"/>
                      <a:pt x="24" y="48"/>
                      <a:pt x="19" y="55"/>
                    </a:cubicBezTo>
                    <a:cubicBezTo>
                      <a:pt x="19" y="55"/>
                      <a:pt x="11" y="63"/>
                      <a:pt x="8" y="63"/>
                    </a:cubicBezTo>
                    <a:cubicBezTo>
                      <a:pt x="8" y="63"/>
                      <a:pt x="4" y="65"/>
                      <a:pt x="2" y="68"/>
                    </a:cubicBezTo>
                    <a:cubicBezTo>
                      <a:pt x="2" y="68"/>
                      <a:pt x="0" y="74"/>
                      <a:pt x="0" y="7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29" name="Freeform 1393"/>
              <p:cNvSpPr>
                <a:spLocks/>
              </p:cNvSpPr>
              <p:nvPr/>
            </p:nvSpPr>
            <p:spPr bwMode="auto">
              <a:xfrm>
                <a:off x="8526" y="-1110"/>
                <a:ext cx="135" cy="276"/>
              </a:xfrm>
              <a:custGeom>
                <a:avLst/>
                <a:gdLst>
                  <a:gd name="T0" fmla="*/ 349 w 24"/>
                  <a:gd name="T1" fmla="*/ 7869 h 49"/>
                  <a:gd name="T2" fmla="*/ 2661 w 24"/>
                  <a:gd name="T3" fmla="*/ 3396 h 49"/>
                  <a:gd name="T4" fmla="*/ 3926 w 24"/>
                  <a:gd name="T5" fmla="*/ 1774 h 49"/>
                  <a:gd name="T6" fmla="*/ 3926 w 24"/>
                  <a:gd name="T7" fmla="*/ 3932 h 49"/>
                  <a:gd name="T8" fmla="*/ 3578 w 24"/>
                  <a:gd name="T9" fmla="*/ 5554 h 49"/>
                  <a:gd name="T10" fmla="*/ 1614 w 24"/>
                  <a:gd name="T11" fmla="*/ 7328 h 49"/>
                  <a:gd name="T12" fmla="*/ 349 w 24"/>
                  <a:gd name="T13" fmla="*/ 7869 h 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49">
                    <a:moveTo>
                      <a:pt x="2" y="44"/>
                    </a:moveTo>
                    <a:cubicBezTo>
                      <a:pt x="2" y="44"/>
                      <a:pt x="13" y="24"/>
                      <a:pt x="15" y="19"/>
                    </a:cubicBezTo>
                    <a:cubicBezTo>
                      <a:pt x="15" y="19"/>
                      <a:pt x="23" y="0"/>
                      <a:pt x="22" y="10"/>
                    </a:cubicBezTo>
                    <a:cubicBezTo>
                      <a:pt x="22" y="10"/>
                      <a:pt x="20" y="18"/>
                      <a:pt x="22" y="22"/>
                    </a:cubicBezTo>
                    <a:cubicBezTo>
                      <a:pt x="22" y="22"/>
                      <a:pt x="24" y="28"/>
                      <a:pt x="20" y="31"/>
                    </a:cubicBezTo>
                    <a:cubicBezTo>
                      <a:pt x="20" y="31"/>
                      <a:pt x="13" y="34"/>
                      <a:pt x="9" y="41"/>
                    </a:cubicBezTo>
                    <a:cubicBezTo>
                      <a:pt x="9" y="41"/>
                      <a:pt x="0" y="49"/>
                      <a:pt x="2" y="44"/>
                    </a:cubicBez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30" name="Freeform 1394"/>
              <p:cNvSpPr>
                <a:spLocks/>
              </p:cNvSpPr>
              <p:nvPr/>
            </p:nvSpPr>
            <p:spPr bwMode="auto">
              <a:xfrm>
                <a:off x="8791" y="-1200"/>
                <a:ext cx="197" cy="468"/>
              </a:xfrm>
              <a:custGeom>
                <a:avLst/>
                <a:gdLst>
                  <a:gd name="T0" fmla="*/ 726 w 35"/>
                  <a:gd name="T1" fmla="*/ 1432 h 83"/>
                  <a:gd name="T2" fmla="*/ 3039 w 35"/>
                  <a:gd name="T3" fmla="*/ 1083 h 83"/>
                  <a:gd name="T4" fmla="*/ 4278 w 35"/>
                  <a:gd name="T5" fmla="*/ 2701 h 83"/>
                  <a:gd name="T6" fmla="*/ 5893 w 35"/>
                  <a:gd name="T7" fmla="*/ 7533 h 83"/>
                  <a:gd name="T8" fmla="*/ 2505 w 35"/>
                  <a:gd name="T9" fmla="*/ 14880 h 83"/>
                  <a:gd name="T10" fmla="*/ 2662 w 35"/>
                  <a:gd name="T11" fmla="*/ 14339 h 83"/>
                  <a:gd name="T12" fmla="*/ 3388 w 35"/>
                  <a:gd name="T13" fmla="*/ 11480 h 83"/>
                  <a:gd name="T14" fmla="*/ 3039 w 35"/>
                  <a:gd name="T15" fmla="*/ 9507 h 83"/>
                  <a:gd name="T16" fmla="*/ 1964 w 35"/>
                  <a:gd name="T17" fmla="*/ 6642 h 83"/>
                  <a:gd name="T18" fmla="*/ 726 w 35"/>
                  <a:gd name="T19" fmla="*/ 1432 h 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5" h="83">
                    <a:moveTo>
                      <a:pt x="4" y="8"/>
                    </a:moveTo>
                    <a:cubicBezTo>
                      <a:pt x="4" y="8"/>
                      <a:pt x="7" y="0"/>
                      <a:pt x="17" y="6"/>
                    </a:cubicBezTo>
                    <a:cubicBezTo>
                      <a:pt x="17" y="6"/>
                      <a:pt x="23" y="12"/>
                      <a:pt x="24" y="15"/>
                    </a:cubicBezTo>
                    <a:cubicBezTo>
                      <a:pt x="24" y="15"/>
                      <a:pt x="35" y="18"/>
                      <a:pt x="33" y="42"/>
                    </a:cubicBezTo>
                    <a:cubicBezTo>
                      <a:pt x="33" y="42"/>
                      <a:pt x="30" y="71"/>
                      <a:pt x="14" y="83"/>
                    </a:cubicBezTo>
                    <a:cubicBezTo>
                      <a:pt x="14" y="83"/>
                      <a:pt x="13" y="82"/>
                      <a:pt x="15" y="80"/>
                    </a:cubicBezTo>
                    <a:cubicBezTo>
                      <a:pt x="15" y="80"/>
                      <a:pt x="20" y="74"/>
                      <a:pt x="19" y="64"/>
                    </a:cubicBezTo>
                    <a:cubicBezTo>
                      <a:pt x="19" y="64"/>
                      <a:pt x="17" y="58"/>
                      <a:pt x="17" y="53"/>
                    </a:cubicBezTo>
                    <a:cubicBezTo>
                      <a:pt x="17" y="53"/>
                      <a:pt x="15" y="40"/>
                      <a:pt x="11" y="37"/>
                    </a:cubicBezTo>
                    <a:cubicBezTo>
                      <a:pt x="11" y="37"/>
                      <a:pt x="0" y="23"/>
                      <a:pt x="4" y="8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31" name="Freeform 1395"/>
              <p:cNvSpPr>
                <a:spLocks/>
              </p:cNvSpPr>
              <p:nvPr/>
            </p:nvSpPr>
            <p:spPr bwMode="auto">
              <a:xfrm>
                <a:off x="8745" y="-1127"/>
                <a:ext cx="46" cy="68"/>
              </a:xfrm>
              <a:custGeom>
                <a:avLst/>
                <a:gdLst>
                  <a:gd name="T0" fmla="*/ 397 w 8"/>
                  <a:gd name="T1" fmla="*/ 1445 h 12"/>
                  <a:gd name="T2" fmla="*/ 564 w 8"/>
                  <a:gd name="T3" fmla="*/ 193 h 12"/>
                  <a:gd name="T4" fmla="*/ 759 w 8"/>
                  <a:gd name="T5" fmla="*/ 193 h 12"/>
                  <a:gd name="T6" fmla="*/ 1156 w 8"/>
                  <a:gd name="T7" fmla="*/ 1445 h 12"/>
                  <a:gd name="T8" fmla="*/ 759 w 8"/>
                  <a:gd name="T9" fmla="*/ 1989 h 12"/>
                  <a:gd name="T10" fmla="*/ 397 w 8"/>
                  <a:gd name="T11" fmla="*/ 144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12">
                    <a:moveTo>
                      <a:pt x="2" y="8"/>
                    </a:moveTo>
                    <a:cubicBezTo>
                      <a:pt x="2" y="8"/>
                      <a:pt x="0" y="2"/>
                      <a:pt x="3" y="1"/>
                    </a:cubicBezTo>
                    <a:cubicBezTo>
                      <a:pt x="3" y="1"/>
                      <a:pt x="3" y="0"/>
                      <a:pt x="4" y="1"/>
                    </a:cubicBezTo>
                    <a:cubicBezTo>
                      <a:pt x="4" y="1"/>
                      <a:pt x="8" y="5"/>
                      <a:pt x="6" y="8"/>
                    </a:cubicBezTo>
                    <a:cubicBezTo>
                      <a:pt x="6" y="8"/>
                      <a:pt x="5" y="11"/>
                      <a:pt x="4" y="11"/>
                    </a:cubicBezTo>
                    <a:cubicBezTo>
                      <a:pt x="4" y="11"/>
                      <a:pt x="2" y="12"/>
                      <a:pt x="2" y="8"/>
                    </a:cubicBezTo>
                    <a:close/>
                  </a:path>
                </a:pathLst>
              </a:custGeom>
              <a:solidFill>
                <a:srgbClr val="8A8A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32" name="Freeform 1396"/>
              <p:cNvSpPr>
                <a:spLocks/>
              </p:cNvSpPr>
              <p:nvPr/>
            </p:nvSpPr>
            <p:spPr bwMode="auto">
              <a:xfrm>
                <a:off x="8875" y="-1121"/>
                <a:ext cx="34" cy="68"/>
              </a:xfrm>
              <a:custGeom>
                <a:avLst/>
                <a:gdLst>
                  <a:gd name="T0" fmla="*/ 193 w 6"/>
                  <a:gd name="T1" fmla="*/ 1638 h 12"/>
                  <a:gd name="T2" fmla="*/ 351 w 6"/>
                  <a:gd name="T3" fmla="*/ 544 h 12"/>
                  <a:gd name="T4" fmla="*/ 901 w 6"/>
                  <a:gd name="T5" fmla="*/ 544 h 12"/>
                  <a:gd name="T6" fmla="*/ 737 w 6"/>
                  <a:gd name="T7" fmla="*/ 1286 h 12"/>
                  <a:gd name="T8" fmla="*/ 544 w 6"/>
                  <a:gd name="T9" fmla="*/ 1830 h 12"/>
                  <a:gd name="T10" fmla="*/ 193 w 6"/>
                  <a:gd name="T11" fmla="*/ 1638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12">
                    <a:moveTo>
                      <a:pt x="1" y="9"/>
                    </a:moveTo>
                    <a:cubicBezTo>
                      <a:pt x="1" y="9"/>
                      <a:pt x="0" y="4"/>
                      <a:pt x="2" y="3"/>
                    </a:cubicBezTo>
                    <a:cubicBezTo>
                      <a:pt x="2" y="3"/>
                      <a:pt x="5" y="0"/>
                      <a:pt x="5" y="3"/>
                    </a:cubicBezTo>
                    <a:cubicBezTo>
                      <a:pt x="5" y="3"/>
                      <a:pt x="6" y="6"/>
                      <a:pt x="4" y="7"/>
                    </a:cubicBezTo>
                    <a:cubicBezTo>
                      <a:pt x="4" y="7"/>
                      <a:pt x="4" y="9"/>
                      <a:pt x="3" y="10"/>
                    </a:cubicBezTo>
                    <a:cubicBezTo>
                      <a:pt x="3" y="10"/>
                      <a:pt x="1" y="12"/>
                      <a:pt x="1" y="9"/>
                    </a:cubicBezTo>
                    <a:close/>
                  </a:path>
                </a:pathLst>
              </a:custGeom>
              <a:solidFill>
                <a:srgbClr val="8A8A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33" name="Freeform 1397"/>
              <p:cNvSpPr>
                <a:spLocks/>
              </p:cNvSpPr>
              <p:nvPr/>
            </p:nvSpPr>
            <p:spPr bwMode="auto">
              <a:xfrm>
                <a:off x="8875" y="-1104"/>
                <a:ext cx="23" cy="39"/>
              </a:xfrm>
              <a:custGeom>
                <a:avLst/>
                <a:gdLst>
                  <a:gd name="T0" fmla="*/ 397 w 4"/>
                  <a:gd name="T1" fmla="*/ 869 h 7"/>
                  <a:gd name="T2" fmla="*/ 397 w 4"/>
                  <a:gd name="T3" fmla="*/ 184 h 7"/>
                  <a:gd name="T4" fmla="*/ 759 w 4"/>
                  <a:gd name="T5" fmla="*/ 529 h 7"/>
                  <a:gd name="T6" fmla="*/ 397 w 4"/>
                  <a:gd name="T7" fmla="*/ 869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7">
                    <a:moveTo>
                      <a:pt x="2" y="5"/>
                    </a:moveTo>
                    <a:cubicBezTo>
                      <a:pt x="2" y="5"/>
                      <a:pt x="0" y="3"/>
                      <a:pt x="2" y="1"/>
                    </a:cubicBezTo>
                    <a:cubicBezTo>
                      <a:pt x="2" y="1"/>
                      <a:pt x="4" y="0"/>
                      <a:pt x="4" y="3"/>
                    </a:cubicBezTo>
                    <a:cubicBezTo>
                      <a:pt x="4" y="3"/>
                      <a:pt x="3" y="7"/>
                      <a:pt x="2" y="5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34" name="Freeform 1398"/>
              <p:cNvSpPr>
                <a:spLocks/>
              </p:cNvSpPr>
              <p:nvPr/>
            </p:nvSpPr>
            <p:spPr bwMode="auto">
              <a:xfrm>
                <a:off x="8751" y="-1115"/>
                <a:ext cx="28" cy="56"/>
              </a:xfrm>
              <a:custGeom>
                <a:avLst/>
                <a:gdLst>
                  <a:gd name="T0" fmla="*/ 347 w 5"/>
                  <a:gd name="T1" fmla="*/ 1221 h 10"/>
                  <a:gd name="T2" fmla="*/ 347 w 5"/>
                  <a:gd name="T3" fmla="*/ 190 h 10"/>
                  <a:gd name="T4" fmla="*/ 689 w 5"/>
                  <a:gd name="T5" fmla="*/ 347 h 10"/>
                  <a:gd name="T6" fmla="*/ 347 w 5"/>
                  <a:gd name="T7" fmla="*/ 1221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10">
                    <a:moveTo>
                      <a:pt x="2" y="7"/>
                    </a:moveTo>
                    <a:cubicBezTo>
                      <a:pt x="2" y="7"/>
                      <a:pt x="0" y="3"/>
                      <a:pt x="2" y="1"/>
                    </a:cubicBezTo>
                    <a:cubicBezTo>
                      <a:pt x="2" y="1"/>
                      <a:pt x="3" y="0"/>
                      <a:pt x="4" y="2"/>
                    </a:cubicBezTo>
                    <a:cubicBezTo>
                      <a:pt x="4" y="2"/>
                      <a:pt x="5" y="10"/>
                      <a:pt x="2" y="7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35" name="Freeform 1399"/>
              <p:cNvSpPr>
                <a:spLocks/>
              </p:cNvSpPr>
              <p:nvPr/>
            </p:nvSpPr>
            <p:spPr bwMode="auto">
              <a:xfrm>
                <a:off x="8745" y="-1042"/>
                <a:ext cx="124" cy="152"/>
              </a:xfrm>
              <a:custGeom>
                <a:avLst/>
                <a:gdLst>
                  <a:gd name="T0" fmla="*/ 349 w 22"/>
                  <a:gd name="T1" fmla="*/ 2505 h 27"/>
                  <a:gd name="T2" fmla="*/ 1432 w 22"/>
                  <a:gd name="T3" fmla="*/ 3389 h 27"/>
                  <a:gd name="T4" fmla="*/ 1781 w 22"/>
                  <a:gd name="T5" fmla="*/ 3929 h 27"/>
                  <a:gd name="T6" fmla="*/ 2700 w 22"/>
                  <a:gd name="T7" fmla="*/ 4279 h 27"/>
                  <a:gd name="T8" fmla="*/ 3207 w 22"/>
                  <a:gd name="T9" fmla="*/ 3389 h 27"/>
                  <a:gd name="T10" fmla="*/ 3748 w 22"/>
                  <a:gd name="T11" fmla="*/ 1773 h 27"/>
                  <a:gd name="T12" fmla="*/ 3399 w 22"/>
                  <a:gd name="T13" fmla="*/ 1239 h 27"/>
                  <a:gd name="T14" fmla="*/ 3399 w 22"/>
                  <a:gd name="T15" fmla="*/ 1965 h 27"/>
                  <a:gd name="T16" fmla="*/ 2858 w 22"/>
                  <a:gd name="T17" fmla="*/ 1075 h 27"/>
                  <a:gd name="T18" fmla="*/ 2700 w 22"/>
                  <a:gd name="T19" fmla="*/ 1616 h 27"/>
                  <a:gd name="T20" fmla="*/ 1967 w 22"/>
                  <a:gd name="T21" fmla="*/ 889 h 27"/>
                  <a:gd name="T22" fmla="*/ 1432 w 22"/>
                  <a:gd name="T23" fmla="*/ 1075 h 27"/>
                  <a:gd name="T24" fmla="*/ 1082 w 22"/>
                  <a:gd name="T25" fmla="*/ 1616 h 27"/>
                  <a:gd name="T26" fmla="*/ 733 w 22"/>
                  <a:gd name="T27" fmla="*/ 2156 h 27"/>
                  <a:gd name="T28" fmla="*/ 349 w 22"/>
                  <a:gd name="T29" fmla="*/ 2505 h 2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2" h="27">
                    <a:moveTo>
                      <a:pt x="2" y="14"/>
                    </a:moveTo>
                    <a:cubicBezTo>
                      <a:pt x="2" y="14"/>
                      <a:pt x="5" y="18"/>
                      <a:pt x="8" y="19"/>
                    </a:cubicBezTo>
                    <a:cubicBezTo>
                      <a:pt x="8" y="19"/>
                      <a:pt x="10" y="21"/>
                      <a:pt x="10" y="22"/>
                    </a:cubicBezTo>
                    <a:cubicBezTo>
                      <a:pt x="10" y="22"/>
                      <a:pt x="13" y="27"/>
                      <a:pt x="15" y="24"/>
                    </a:cubicBezTo>
                    <a:cubicBezTo>
                      <a:pt x="15" y="24"/>
                      <a:pt x="17" y="21"/>
                      <a:pt x="18" y="19"/>
                    </a:cubicBezTo>
                    <a:cubicBezTo>
                      <a:pt x="18" y="19"/>
                      <a:pt x="22" y="14"/>
                      <a:pt x="21" y="10"/>
                    </a:cubicBezTo>
                    <a:cubicBezTo>
                      <a:pt x="21" y="10"/>
                      <a:pt x="21" y="8"/>
                      <a:pt x="19" y="7"/>
                    </a:cubicBezTo>
                    <a:cubicBezTo>
                      <a:pt x="16" y="6"/>
                      <a:pt x="19" y="11"/>
                      <a:pt x="19" y="11"/>
                    </a:cubicBezTo>
                    <a:cubicBezTo>
                      <a:pt x="19" y="11"/>
                      <a:pt x="17" y="8"/>
                      <a:pt x="16" y="6"/>
                    </a:cubicBezTo>
                    <a:cubicBezTo>
                      <a:pt x="16" y="3"/>
                      <a:pt x="15" y="9"/>
                      <a:pt x="15" y="9"/>
                    </a:cubicBezTo>
                    <a:cubicBezTo>
                      <a:pt x="15" y="9"/>
                      <a:pt x="14" y="0"/>
                      <a:pt x="11" y="5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7" y="7"/>
                      <a:pt x="6" y="9"/>
                    </a:cubicBezTo>
                    <a:cubicBezTo>
                      <a:pt x="6" y="9"/>
                      <a:pt x="6" y="12"/>
                      <a:pt x="4" y="12"/>
                    </a:cubicBezTo>
                    <a:cubicBezTo>
                      <a:pt x="4" y="12"/>
                      <a:pt x="0" y="13"/>
                      <a:pt x="2" y="14"/>
                    </a:cubicBezTo>
                    <a:close/>
                  </a:path>
                </a:pathLst>
              </a:custGeom>
              <a:solidFill>
                <a:srgbClr val="DEDE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36" name="Freeform 1400"/>
              <p:cNvSpPr>
                <a:spLocks/>
              </p:cNvSpPr>
              <p:nvPr/>
            </p:nvSpPr>
            <p:spPr bwMode="auto">
              <a:xfrm>
                <a:off x="8774" y="-698"/>
                <a:ext cx="62" cy="84"/>
              </a:xfrm>
              <a:custGeom>
                <a:avLst/>
                <a:gdLst>
                  <a:gd name="T0" fmla="*/ 192 w 11"/>
                  <a:gd name="T1" fmla="*/ 2100 h 15"/>
                  <a:gd name="T2" fmla="*/ 541 w 11"/>
                  <a:gd name="T3" fmla="*/ 1221 h 15"/>
                  <a:gd name="T4" fmla="*/ 1240 w 11"/>
                  <a:gd name="T5" fmla="*/ 689 h 15"/>
                  <a:gd name="T6" fmla="*/ 541 w 11"/>
                  <a:gd name="T7" fmla="*/ 2100 h 15"/>
                  <a:gd name="T8" fmla="*/ 192 w 11"/>
                  <a:gd name="T9" fmla="*/ 210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5">
                    <a:moveTo>
                      <a:pt x="1" y="12"/>
                    </a:moveTo>
                    <a:cubicBezTo>
                      <a:pt x="1" y="12"/>
                      <a:pt x="0" y="7"/>
                      <a:pt x="3" y="7"/>
                    </a:cubicBezTo>
                    <a:cubicBezTo>
                      <a:pt x="3" y="7"/>
                      <a:pt x="11" y="0"/>
                      <a:pt x="7" y="4"/>
                    </a:cubicBezTo>
                    <a:cubicBezTo>
                      <a:pt x="7" y="4"/>
                      <a:pt x="4" y="9"/>
                      <a:pt x="3" y="12"/>
                    </a:cubicBezTo>
                    <a:cubicBezTo>
                      <a:pt x="3" y="12"/>
                      <a:pt x="1" y="15"/>
                      <a:pt x="1" y="12"/>
                    </a:cubicBez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37" name="Freeform 1401"/>
              <p:cNvSpPr>
                <a:spLocks/>
              </p:cNvSpPr>
              <p:nvPr/>
            </p:nvSpPr>
            <p:spPr bwMode="auto">
              <a:xfrm>
                <a:off x="8537" y="-603"/>
                <a:ext cx="79" cy="401"/>
              </a:xfrm>
              <a:custGeom>
                <a:avLst/>
                <a:gdLst>
                  <a:gd name="T0" fmla="*/ 1625 w 14"/>
                  <a:gd name="T1" fmla="*/ 2711 h 71"/>
                  <a:gd name="T2" fmla="*/ 1783 w 14"/>
                  <a:gd name="T3" fmla="*/ 542 h 71"/>
                  <a:gd name="T4" fmla="*/ 2167 w 14"/>
                  <a:gd name="T5" fmla="*/ 734 h 71"/>
                  <a:gd name="T6" fmla="*/ 2325 w 14"/>
                  <a:gd name="T7" fmla="*/ 1977 h 71"/>
                  <a:gd name="T8" fmla="*/ 2167 w 14"/>
                  <a:gd name="T9" fmla="*/ 3061 h 71"/>
                  <a:gd name="T10" fmla="*/ 1783 w 14"/>
                  <a:gd name="T11" fmla="*/ 7399 h 71"/>
                  <a:gd name="T12" fmla="*/ 1783 w 14"/>
                  <a:gd name="T13" fmla="*/ 9189 h 71"/>
                  <a:gd name="T14" fmla="*/ 1975 w 14"/>
                  <a:gd name="T15" fmla="*/ 10816 h 71"/>
                  <a:gd name="T16" fmla="*/ 1783 w 14"/>
                  <a:gd name="T17" fmla="*/ 11008 h 71"/>
                  <a:gd name="T18" fmla="*/ 1433 w 14"/>
                  <a:gd name="T19" fmla="*/ 11900 h 71"/>
                  <a:gd name="T20" fmla="*/ 1083 w 14"/>
                  <a:gd name="T21" fmla="*/ 12600 h 71"/>
                  <a:gd name="T22" fmla="*/ 892 w 14"/>
                  <a:gd name="T23" fmla="*/ 12058 h 71"/>
                  <a:gd name="T24" fmla="*/ 542 w 14"/>
                  <a:gd name="T25" fmla="*/ 11900 h 71"/>
                  <a:gd name="T26" fmla="*/ 0 w 14"/>
                  <a:gd name="T27" fmla="*/ 12058 h 71"/>
                  <a:gd name="T28" fmla="*/ 350 w 14"/>
                  <a:gd name="T29" fmla="*/ 9918 h 71"/>
                  <a:gd name="T30" fmla="*/ 1083 w 14"/>
                  <a:gd name="T31" fmla="*/ 7399 h 71"/>
                  <a:gd name="T32" fmla="*/ 1625 w 14"/>
                  <a:gd name="T33" fmla="*/ 2711 h 7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" h="71">
                    <a:moveTo>
                      <a:pt x="9" y="15"/>
                    </a:moveTo>
                    <a:cubicBezTo>
                      <a:pt x="9" y="15"/>
                      <a:pt x="8" y="7"/>
                      <a:pt x="10" y="3"/>
                    </a:cubicBezTo>
                    <a:cubicBezTo>
                      <a:pt x="10" y="3"/>
                      <a:pt x="12" y="0"/>
                      <a:pt x="12" y="4"/>
                    </a:cubicBezTo>
                    <a:cubicBezTo>
                      <a:pt x="12" y="4"/>
                      <a:pt x="12" y="9"/>
                      <a:pt x="13" y="11"/>
                    </a:cubicBezTo>
                    <a:cubicBezTo>
                      <a:pt x="13" y="11"/>
                      <a:pt x="14" y="13"/>
                      <a:pt x="12" y="17"/>
                    </a:cubicBezTo>
                    <a:cubicBezTo>
                      <a:pt x="12" y="17"/>
                      <a:pt x="10" y="23"/>
                      <a:pt x="10" y="41"/>
                    </a:cubicBezTo>
                    <a:cubicBezTo>
                      <a:pt x="10" y="41"/>
                      <a:pt x="10" y="48"/>
                      <a:pt x="10" y="51"/>
                    </a:cubicBezTo>
                    <a:cubicBezTo>
                      <a:pt x="10" y="51"/>
                      <a:pt x="12" y="58"/>
                      <a:pt x="11" y="60"/>
                    </a:cubicBezTo>
                    <a:cubicBezTo>
                      <a:pt x="11" y="60"/>
                      <a:pt x="11" y="62"/>
                      <a:pt x="10" y="61"/>
                    </a:cubicBezTo>
                    <a:cubicBezTo>
                      <a:pt x="10" y="61"/>
                      <a:pt x="9" y="61"/>
                      <a:pt x="8" y="66"/>
                    </a:cubicBezTo>
                    <a:cubicBezTo>
                      <a:pt x="8" y="66"/>
                      <a:pt x="8" y="71"/>
                      <a:pt x="6" y="70"/>
                    </a:cubicBezTo>
                    <a:cubicBezTo>
                      <a:pt x="6" y="70"/>
                      <a:pt x="5" y="71"/>
                      <a:pt x="5" y="67"/>
                    </a:cubicBezTo>
                    <a:cubicBezTo>
                      <a:pt x="5" y="67"/>
                      <a:pt x="4" y="63"/>
                      <a:pt x="3" y="66"/>
                    </a:cubicBezTo>
                    <a:cubicBezTo>
                      <a:pt x="3" y="66"/>
                      <a:pt x="0" y="71"/>
                      <a:pt x="0" y="67"/>
                    </a:cubicBezTo>
                    <a:cubicBezTo>
                      <a:pt x="0" y="67"/>
                      <a:pt x="0" y="60"/>
                      <a:pt x="2" y="55"/>
                    </a:cubicBezTo>
                    <a:cubicBezTo>
                      <a:pt x="2" y="55"/>
                      <a:pt x="5" y="44"/>
                      <a:pt x="6" y="41"/>
                    </a:cubicBezTo>
                    <a:cubicBezTo>
                      <a:pt x="6" y="41"/>
                      <a:pt x="9" y="24"/>
                      <a:pt x="9" y="15"/>
                    </a:cubicBezTo>
                    <a:close/>
                  </a:path>
                </a:pathLst>
              </a:custGeom>
              <a:solidFill>
                <a:srgbClr val="B49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38" name="Freeform 1402"/>
              <p:cNvSpPr>
                <a:spLocks/>
              </p:cNvSpPr>
              <p:nvPr/>
            </p:nvSpPr>
            <p:spPr bwMode="auto">
              <a:xfrm>
                <a:off x="8526" y="-383"/>
                <a:ext cx="56" cy="181"/>
              </a:xfrm>
              <a:custGeom>
                <a:avLst/>
                <a:gdLst>
                  <a:gd name="T0" fmla="*/ 532 w 10"/>
                  <a:gd name="T1" fmla="*/ 5249 h 32"/>
                  <a:gd name="T2" fmla="*/ 879 w 10"/>
                  <a:gd name="T3" fmla="*/ 4700 h 32"/>
                  <a:gd name="T4" fmla="*/ 1221 w 10"/>
                  <a:gd name="T5" fmla="*/ 5057 h 32"/>
                  <a:gd name="T6" fmla="*/ 1221 w 10"/>
                  <a:gd name="T7" fmla="*/ 5249 h 32"/>
                  <a:gd name="T8" fmla="*/ 1568 w 10"/>
                  <a:gd name="T9" fmla="*/ 1985 h 32"/>
                  <a:gd name="T10" fmla="*/ 1411 w 10"/>
                  <a:gd name="T11" fmla="*/ 894 h 32"/>
                  <a:gd name="T12" fmla="*/ 532 w 10"/>
                  <a:gd name="T13" fmla="*/ 5249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32">
                    <a:moveTo>
                      <a:pt x="3" y="29"/>
                    </a:moveTo>
                    <a:cubicBezTo>
                      <a:pt x="3" y="29"/>
                      <a:pt x="4" y="29"/>
                      <a:pt x="5" y="26"/>
                    </a:cubicBezTo>
                    <a:cubicBezTo>
                      <a:pt x="5" y="26"/>
                      <a:pt x="6" y="25"/>
                      <a:pt x="7" y="28"/>
                    </a:cubicBezTo>
                    <a:cubicBezTo>
                      <a:pt x="7" y="28"/>
                      <a:pt x="7" y="32"/>
                      <a:pt x="7" y="29"/>
                    </a:cubicBezTo>
                    <a:cubicBezTo>
                      <a:pt x="7" y="29"/>
                      <a:pt x="7" y="17"/>
                      <a:pt x="9" y="11"/>
                    </a:cubicBezTo>
                    <a:cubicBezTo>
                      <a:pt x="9" y="11"/>
                      <a:pt x="10" y="0"/>
                      <a:pt x="8" y="5"/>
                    </a:cubicBezTo>
                    <a:cubicBezTo>
                      <a:pt x="8" y="5"/>
                      <a:pt x="0" y="27"/>
                      <a:pt x="3" y="29"/>
                    </a:cubicBezTo>
                    <a:close/>
                  </a:path>
                </a:pathLst>
              </a:custGeom>
              <a:solidFill>
                <a:srgbClr val="9C77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39" name="Freeform 1403"/>
              <p:cNvSpPr>
                <a:spLocks/>
              </p:cNvSpPr>
              <p:nvPr/>
            </p:nvSpPr>
            <p:spPr bwMode="auto">
              <a:xfrm>
                <a:off x="8582" y="-309"/>
                <a:ext cx="11" cy="62"/>
              </a:xfrm>
              <a:custGeom>
                <a:avLst/>
                <a:gdLst>
                  <a:gd name="T0" fmla="*/ 182 w 2"/>
                  <a:gd name="T1" fmla="*/ 1618 h 11"/>
                  <a:gd name="T2" fmla="*/ 182 w 2"/>
                  <a:gd name="T3" fmla="*/ 0 h 11"/>
                  <a:gd name="T4" fmla="*/ 336 w 2"/>
                  <a:gd name="T5" fmla="*/ 349 h 11"/>
                  <a:gd name="T6" fmla="*/ 336 w 2"/>
                  <a:gd name="T7" fmla="*/ 1240 h 11"/>
                  <a:gd name="T8" fmla="*/ 182 w 2"/>
                  <a:gd name="T9" fmla="*/ 1618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1">
                    <a:moveTo>
                      <a:pt x="1" y="9"/>
                    </a:moveTo>
                    <a:cubicBezTo>
                      <a:pt x="1" y="9"/>
                      <a:pt x="0" y="2"/>
                      <a:pt x="1" y="0"/>
                    </a:cubicBezTo>
                    <a:cubicBezTo>
                      <a:pt x="1" y="0"/>
                      <a:pt x="2" y="0"/>
                      <a:pt x="2" y="2"/>
                    </a:cubicBezTo>
                    <a:cubicBezTo>
                      <a:pt x="2" y="2"/>
                      <a:pt x="2" y="5"/>
                      <a:pt x="2" y="7"/>
                    </a:cubicBezTo>
                    <a:cubicBezTo>
                      <a:pt x="2" y="7"/>
                      <a:pt x="2" y="11"/>
                      <a:pt x="1" y="9"/>
                    </a:cubicBezTo>
                    <a:close/>
                  </a:path>
                </a:pathLst>
              </a:custGeom>
              <a:solidFill>
                <a:srgbClr val="9C77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40" name="Freeform 1404"/>
              <p:cNvSpPr>
                <a:spLocks/>
              </p:cNvSpPr>
              <p:nvPr/>
            </p:nvSpPr>
            <p:spPr bwMode="auto">
              <a:xfrm>
                <a:off x="8576" y="-563"/>
                <a:ext cx="29" cy="197"/>
              </a:xfrm>
              <a:custGeom>
                <a:avLst/>
                <a:gdLst>
                  <a:gd name="T0" fmla="*/ 0 w 5"/>
                  <a:gd name="T1" fmla="*/ 5702 h 35"/>
                  <a:gd name="T2" fmla="*/ 406 w 5"/>
                  <a:gd name="T3" fmla="*/ 1075 h 35"/>
                  <a:gd name="T4" fmla="*/ 406 w 5"/>
                  <a:gd name="T5" fmla="*/ 726 h 35"/>
                  <a:gd name="T6" fmla="*/ 574 w 5"/>
                  <a:gd name="T7" fmla="*/ 1964 h 35"/>
                  <a:gd name="T8" fmla="*/ 406 w 5"/>
                  <a:gd name="T9" fmla="*/ 5510 h 35"/>
                  <a:gd name="T10" fmla="*/ 0 w 5"/>
                  <a:gd name="T11" fmla="*/ 5702 h 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35">
                    <a:moveTo>
                      <a:pt x="0" y="32"/>
                    </a:moveTo>
                    <a:cubicBezTo>
                      <a:pt x="0" y="32"/>
                      <a:pt x="2" y="12"/>
                      <a:pt x="2" y="6"/>
                    </a:cubicBezTo>
                    <a:cubicBezTo>
                      <a:pt x="2" y="6"/>
                      <a:pt x="1" y="0"/>
                      <a:pt x="2" y="4"/>
                    </a:cubicBezTo>
                    <a:cubicBezTo>
                      <a:pt x="2" y="4"/>
                      <a:pt x="5" y="7"/>
                      <a:pt x="3" y="11"/>
                    </a:cubicBezTo>
                    <a:cubicBezTo>
                      <a:pt x="3" y="11"/>
                      <a:pt x="2" y="26"/>
                      <a:pt x="2" y="31"/>
                    </a:cubicBezTo>
                    <a:cubicBezTo>
                      <a:pt x="2" y="31"/>
                      <a:pt x="0" y="35"/>
                      <a:pt x="0" y="32"/>
                    </a:cubicBezTo>
                    <a:close/>
                  </a:path>
                </a:pathLst>
              </a:custGeom>
              <a:solidFill>
                <a:srgbClr val="9C77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41" name="Freeform 1405"/>
              <p:cNvSpPr>
                <a:spLocks/>
              </p:cNvSpPr>
              <p:nvPr/>
            </p:nvSpPr>
            <p:spPr bwMode="auto">
              <a:xfrm>
                <a:off x="8706" y="-636"/>
                <a:ext cx="90" cy="349"/>
              </a:xfrm>
              <a:custGeom>
                <a:avLst/>
                <a:gdLst>
                  <a:gd name="T0" fmla="*/ 191 w 16"/>
                  <a:gd name="T1" fmla="*/ 9282 h 62"/>
                  <a:gd name="T2" fmla="*/ 540 w 16"/>
                  <a:gd name="T3" fmla="*/ 8016 h 62"/>
                  <a:gd name="T4" fmla="*/ 1614 w 16"/>
                  <a:gd name="T5" fmla="*/ 6434 h 62"/>
                  <a:gd name="T6" fmla="*/ 1772 w 16"/>
                  <a:gd name="T7" fmla="*/ 5545 h 62"/>
                  <a:gd name="T8" fmla="*/ 1772 w 16"/>
                  <a:gd name="T9" fmla="*/ 2156 h 62"/>
                  <a:gd name="T10" fmla="*/ 1772 w 16"/>
                  <a:gd name="T11" fmla="*/ 889 h 62"/>
                  <a:gd name="T12" fmla="*/ 2312 w 16"/>
                  <a:gd name="T13" fmla="*/ 191 h 62"/>
                  <a:gd name="T14" fmla="*/ 2661 w 16"/>
                  <a:gd name="T15" fmla="*/ 1075 h 62"/>
                  <a:gd name="T16" fmla="*/ 2498 w 16"/>
                  <a:gd name="T17" fmla="*/ 2314 h 62"/>
                  <a:gd name="T18" fmla="*/ 2498 w 16"/>
                  <a:gd name="T19" fmla="*/ 6243 h 62"/>
                  <a:gd name="T20" fmla="*/ 2498 w 16"/>
                  <a:gd name="T21" fmla="*/ 9631 h 62"/>
                  <a:gd name="T22" fmla="*/ 1772 w 16"/>
                  <a:gd name="T23" fmla="*/ 9980 h 62"/>
                  <a:gd name="T24" fmla="*/ 1232 w 16"/>
                  <a:gd name="T25" fmla="*/ 10712 h 62"/>
                  <a:gd name="T26" fmla="*/ 1074 w 16"/>
                  <a:gd name="T27" fmla="*/ 9282 h 62"/>
                  <a:gd name="T28" fmla="*/ 726 w 16"/>
                  <a:gd name="T29" fmla="*/ 8905 h 62"/>
                  <a:gd name="T30" fmla="*/ 191 w 16"/>
                  <a:gd name="T31" fmla="*/ 9282 h 6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62">
                    <a:moveTo>
                      <a:pt x="1" y="52"/>
                    </a:moveTo>
                    <a:cubicBezTo>
                      <a:pt x="1" y="52"/>
                      <a:pt x="0" y="48"/>
                      <a:pt x="3" y="45"/>
                    </a:cubicBezTo>
                    <a:cubicBezTo>
                      <a:pt x="3" y="45"/>
                      <a:pt x="7" y="37"/>
                      <a:pt x="9" y="36"/>
                    </a:cubicBezTo>
                    <a:cubicBezTo>
                      <a:pt x="9" y="36"/>
                      <a:pt x="9" y="34"/>
                      <a:pt x="10" y="31"/>
                    </a:cubicBezTo>
                    <a:cubicBezTo>
                      <a:pt x="10" y="31"/>
                      <a:pt x="12" y="17"/>
                      <a:pt x="10" y="12"/>
                    </a:cubicBezTo>
                    <a:cubicBezTo>
                      <a:pt x="10" y="12"/>
                      <a:pt x="9" y="8"/>
                      <a:pt x="10" y="5"/>
                    </a:cubicBezTo>
                    <a:cubicBezTo>
                      <a:pt x="10" y="5"/>
                      <a:pt x="11" y="1"/>
                      <a:pt x="13" y="1"/>
                    </a:cubicBezTo>
                    <a:cubicBezTo>
                      <a:pt x="13" y="1"/>
                      <a:pt x="16" y="0"/>
                      <a:pt x="15" y="6"/>
                    </a:cubicBezTo>
                    <a:cubicBezTo>
                      <a:pt x="15" y="6"/>
                      <a:pt x="15" y="10"/>
                      <a:pt x="14" y="13"/>
                    </a:cubicBezTo>
                    <a:cubicBezTo>
                      <a:pt x="14" y="13"/>
                      <a:pt x="13" y="24"/>
                      <a:pt x="14" y="35"/>
                    </a:cubicBezTo>
                    <a:cubicBezTo>
                      <a:pt x="14" y="35"/>
                      <a:pt x="15" y="49"/>
                      <a:pt x="14" y="54"/>
                    </a:cubicBezTo>
                    <a:cubicBezTo>
                      <a:pt x="14" y="54"/>
                      <a:pt x="12" y="59"/>
                      <a:pt x="10" y="56"/>
                    </a:cubicBezTo>
                    <a:cubicBezTo>
                      <a:pt x="10" y="56"/>
                      <a:pt x="8" y="62"/>
                      <a:pt x="7" y="60"/>
                    </a:cubicBezTo>
                    <a:cubicBezTo>
                      <a:pt x="7" y="60"/>
                      <a:pt x="6" y="57"/>
                      <a:pt x="6" y="52"/>
                    </a:cubicBezTo>
                    <a:cubicBezTo>
                      <a:pt x="6" y="52"/>
                      <a:pt x="6" y="47"/>
                      <a:pt x="4" y="50"/>
                    </a:cubicBezTo>
                    <a:cubicBezTo>
                      <a:pt x="4" y="50"/>
                      <a:pt x="0" y="56"/>
                      <a:pt x="1" y="52"/>
                    </a:cubicBezTo>
                    <a:close/>
                  </a:path>
                </a:pathLst>
              </a:custGeom>
              <a:solidFill>
                <a:srgbClr val="B49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42" name="Freeform 1406"/>
              <p:cNvSpPr>
                <a:spLocks/>
              </p:cNvSpPr>
              <p:nvPr/>
            </p:nvSpPr>
            <p:spPr bwMode="auto">
              <a:xfrm>
                <a:off x="8706" y="-411"/>
                <a:ext cx="51" cy="90"/>
              </a:xfrm>
              <a:custGeom>
                <a:avLst/>
                <a:gdLst>
                  <a:gd name="T0" fmla="*/ 193 w 9"/>
                  <a:gd name="T1" fmla="*/ 2154 h 16"/>
                  <a:gd name="T2" fmla="*/ 737 w 9"/>
                  <a:gd name="T3" fmla="*/ 1772 h 16"/>
                  <a:gd name="T4" fmla="*/ 1445 w 9"/>
                  <a:gd name="T5" fmla="*/ 540 h 16"/>
                  <a:gd name="T6" fmla="*/ 901 w 9"/>
                  <a:gd name="T7" fmla="*/ 726 h 16"/>
                  <a:gd name="T8" fmla="*/ 193 w 9"/>
                  <a:gd name="T9" fmla="*/ 2154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6">
                    <a:moveTo>
                      <a:pt x="1" y="12"/>
                    </a:moveTo>
                    <a:cubicBezTo>
                      <a:pt x="1" y="12"/>
                      <a:pt x="0" y="16"/>
                      <a:pt x="4" y="10"/>
                    </a:cubicBezTo>
                    <a:cubicBezTo>
                      <a:pt x="4" y="10"/>
                      <a:pt x="6" y="5"/>
                      <a:pt x="8" y="3"/>
                    </a:cubicBezTo>
                    <a:cubicBezTo>
                      <a:pt x="8" y="3"/>
                      <a:pt x="9" y="0"/>
                      <a:pt x="5" y="4"/>
                    </a:cubicBezTo>
                    <a:cubicBezTo>
                      <a:pt x="5" y="4"/>
                      <a:pt x="1" y="10"/>
                      <a:pt x="1" y="12"/>
                    </a:cubicBezTo>
                    <a:close/>
                  </a:path>
                </a:pathLst>
              </a:custGeom>
              <a:solidFill>
                <a:srgbClr val="9C77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43" name="Freeform 1407"/>
              <p:cNvSpPr>
                <a:spLocks/>
              </p:cNvSpPr>
              <p:nvPr/>
            </p:nvSpPr>
            <p:spPr bwMode="auto">
              <a:xfrm>
                <a:off x="8734" y="-439"/>
                <a:ext cx="34" cy="152"/>
              </a:xfrm>
              <a:custGeom>
                <a:avLst/>
                <a:gdLst>
                  <a:gd name="T0" fmla="*/ 193 w 6"/>
                  <a:gd name="T1" fmla="*/ 4087 h 27"/>
                  <a:gd name="T2" fmla="*/ 351 w 6"/>
                  <a:gd name="T3" fmla="*/ 2505 h 27"/>
                  <a:gd name="T4" fmla="*/ 901 w 6"/>
                  <a:gd name="T5" fmla="*/ 1424 h 27"/>
                  <a:gd name="T6" fmla="*/ 1094 w 6"/>
                  <a:gd name="T7" fmla="*/ 889 h 27"/>
                  <a:gd name="T8" fmla="*/ 737 w 6"/>
                  <a:gd name="T9" fmla="*/ 2663 h 27"/>
                  <a:gd name="T10" fmla="*/ 351 w 6"/>
                  <a:gd name="T11" fmla="*/ 3929 h 27"/>
                  <a:gd name="T12" fmla="*/ 193 w 6"/>
                  <a:gd name="T13" fmla="*/ 4087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27">
                    <a:moveTo>
                      <a:pt x="1" y="23"/>
                    </a:moveTo>
                    <a:cubicBezTo>
                      <a:pt x="1" y="23"/>
                      <a:pt x="0" y="17"/>
                      <a:pt x="2" y="14"/>
                    </a:cubicBezTo>
                    <a:cubicBezTo>
                      <a:pt x="2" y="14"/>
                      <a:pt x="4" y="10"/>
                      <a:pt x="5" y="8"/>
                    </a:cubicBezTo>
                    <a:cubicBezTo>
                      <a:pt x="5" y="8"/>
                      <a:pt x="6" y="0"/>
                      <a:pt x="6" y="5"/>
                    </a:cubicBezTo>
                    <a:cubicBezTo>
                      <a:pt x="6" y="5"/>
                      <a:pt x="6" y="11"/>
                      <a:pt x="4" y="15"/>
                    </a:cubicBezTo>
                    <a:cubicBezTo>
                      <a:pt x="4" y="15"/>
                      <a:pt x="3" y="19"/>
                      <a:pt x="2" y="22"/>
                    </a:cubicBezTo>
                    <a:cubicBezTo>
                      <a:pt x="2" y="22"/>
                      <a:pt x="1" y="27"/>
                      <a:pt x="1" y="23"/>
                    </a:cubicBezTo>
                    <a:close/>
                  </a:path>
                </a:pathLst>
              </a:custGeom>
              <a:solidFill>
                <a:srgbClr val="9C77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44" name="Freeform 1408"/>
              <p:cNvSpPr>
                <a:spLocks/>
              </p:cNvSpPr>
              <p:nvPr/>
            </p:nvSpPr>
            <p:spPr bwMode="auto">
              <a:xfrm>
                <a:off x="8757" y="-625"/>
                <a:ext cx="22" cy="214"/>
              </a:xfrm>
              <a:custGeom>
                <a:avLst/>
                <a:gdLst>
                  <a:gd name="T0" fmla="*/ 0 w 4"/>
                  <a:gd name="T1" fmla="*/ 6060 h 38"/>
                  <a:gd name="T2" fmla="*/ 182 w 4"/>
                  <a:gd name="T3" fmla="*/ 5170 h 38"/>
                  <a:gd name="T4" fmla="*/ 182 w 4"/>
                  <a:gd name="T5" fmla="*/ 1774 h 38"/>
                  <a:gd name="T6" fmla="*/ 517 w 4"/>
                  <a:gd name="T7" fmla="*/ 1076 h 38"/>
                  <a:gd name="T8" fmla="*/ 336 w 4"/>
                  <a:gd name="T9" fmla="*/ 6060 h 38"/>
                  <a:gd name="T10" fmla="*/ 0 w 4"/>
                  <a:gd name="T11" fmla="*/ 6060 h 3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38">
                    <a:moveTo>
                      <a:pt x="0" y="34"/>
                    </a:moveTo>
                    <a:cubicBezTo>
                      <a:pt x="0" y="34"/>
                      <a:pt x="0" y="31"/>
                      <a:pt x="1" y="29"/>
                    </a:cubicBezTo>
                    <a:cubicBezTo>
                      <a:pt x="1" y="29"/>
                      <a:pt x="3" y="13"/>
                      <a:pt x="1" y="10"/>
                    </a:cubicBezTo>
                    <a:cubicBezTo>
                      <a:pt x="1" y="10"/>
                      <a:pt x="1" y="0"/>
                      <a:pt x="3" y="6"/>
                    </a:cubicBezTo>
                    <a:cubicBezTo>
                      <a:pt x="3" y="6"/>
                      <a:pt x="4" y="26"/>
                      <a:pt x="2" y="34"/>
                    </a:cubicBezTo>
                    <a:cubicBezTo>
                      <a:pt x="2" y="34"/>
                      <a:pt x="0" y="38"/>
                      <a:pt x="0" y="34"/>
                    </a:cubicBezTo>
                    <a:close/>
                  </a:path>
                </a:pathLst>
              </a:custGeom>
              <a:solidFill>
                <a:srgbClr val="9C77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45" name="Freeform 1409"/>
              <p:cNvSpPr>
                <a:spLocks/>
              </p:cNvSpPr>
              <p:nvPr/>
            </p:nvSpPr>
            <p:spPr bwMode="auto">
              <a:xfrm>
                <a:off x="8531" y="-822"/>
                <a:ext cx="355" cy="242"/>
              </a:xfrm>
              <a:custGeom>
                <a:avLst/>
                <a:gdLst>
                  <a:gd name="T0" fmla="*/ 1082 w 63"/>
                  <a:gd name="T1" fmla="*/ 5003 h 43"/>
                  <a:gd name="T2" fmla="*/ 890 w 63"/>
                  <a:gd name="T3" fmla="*/ 4086 h 43"/>
                  <a:gd name="T4" fmla="*/ 1967 w 63"/>
                  <a:gd name="T5" fmla="*/ 3928 h 43"/>
                  <a:gd name="T6" fmla="*/ 5015 w 63"/>
                  <a:gd name="T7" fmla="*/ 3737 h 43"/>
                  <a:gd name="T8" fmla="*/ 9653 w 63"/>
                  <a:gd name="T9" fmla="*/ 1233 h 43"/>
                  <a:gd name="T10" fmla="*/ 10920 w 63"/>
                  <a:gd name="T11" fmla="*/ 889 h 43"/>
                  <a:gd name="T12" fmla="*/ 8064 w 63"/>
                  <a:gd name="T13" fmla="*/ 4812 h 43"/>
                  <a:gd name="T14" fmla="*/ 6097 w 63"/>
                  <a:gd name="T15" fmla="*/ 6241 h 43"/>
                  <a:gd name="T16" fmla="*/ 4130 w 63"/>
                  <a:gd name="T17" fmla="*/ 6776 h 43"/>
                  <a:gd name="T18" fmla="*/ 2508 w 63"/>
                  <a:gd name="T19" fmla="*/ 7125 h 43"/>
                  <a:gd name="T20" fmla="*/ 1967 w 63"/>
                  <a:gd name="T21" fmla="*/ 6939 h 43"/>
                  <a:gd name="T22" fmla="*/ 1082 w 63"/>
                  <a:gd name="T23" fmla="*/ 5003 h 4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3" h="43">
                    <a:moveTo>
                      <a:pt x="6" y="28"/>
                    </a:moveTo>
                    <a:cubicBezTo>
                      <a:pt x="6" y="28"/>
                      <a:pt x="0" y="22"/>
                      <a:pt x="5" y="23"/>
                    </a:cubicBezTo>
                    <a:cubicBezTo>
                      <a:pt x="5" y="23"/>
                      <a:pt x="9" y="24"/>
                      <a:pt x="11" y="22"/>
                    </a:cubicBezTo>
                    <a:cubicBezTo>
                      <a:pt x="11" y="22"/>
                      <a:pt x="26" y="17"/>
                      <a:pt x="28" y="21"/>
                    </a:cubicBezTo>
                    <a:cubicBezTo>
                      <a:pt x="28" y="21"/>
                      <a:pt x="42" y="22"/>
                      <a:pt x="54" y="7"/>
                    </a:cubicBezTo>
                    <a:cubicBezTo>
                      <a:pt x="54" y="7"/>
                      <a:pt x="63" y="0"/>
                      <a:pt x="61" y="5"/>
                    </a:cubicBezTo>
                    <a:cubicBezTo>
                      <a:pt x="61" y="5"/>
                      <a:pt x="59" y="18"/>
                      <a:pt x="45" y="27"/>
                    </a:cubicBezTo>
                    <a:cubicBezTo>
                      <a:pt x="45" y="27"/>
                      <a:pt x="37" y="34"/>
                      <a:pt x="34" y="35"/>
                    </a:cubicBezTo>
                    <a:cubicBezTo>
                      <a:pt x="34" y="35"/>
                      <a:pt x="28" y="39"/>
                      <a:pt x="23" y="38"/>
                    </a:cubicBezTo>
                    <a:cubicBezTo>
                      <a:pt x="23" y="38"/>
                      <a:pt x="17" y="39"/>
                      <a:pt x="14" y="40"/>
                    </a:cubicBezTo>
                    <a:cubicBezTo>
                      <a:pt x="14" y="40"/>
                      <a:pt x="13" y="43"/>
                      <a:pt x="11" y="39"/>
                    </a:cubicBezTo>
                    <a:cubicBezTo>
                      <a:pt x="11" y="39"/>
                      <a:pt x="7" y="29"/>
                      <a:pt x="6" y="28"/>
                    </a:cubicBezTo>
                    <a:close/>
                  </a:path>
                </a:pathLst>
              </a:custGeom>
              <a:solidFill>
                <a:srgbClr val="DEDE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46" name="Freeform 1410"/>
              <p:cNvSpPr>
                <a:spLocks/>
              </p:cNvSpPr>
              <p:nvPr/>
            </p:nvSpPr>
            <p:spPr bwMode="auto">
              <a:xfrm>
                <a:off x="8610" y="-687"/>
                <a:ext cx="51" cy="107"/>
              </a:xfrm>
              <a:custGeom>
                <a:avLst/>
                <a:gdLst>
                  <a:gd name="T0" fmla="*/ 0 w 9"/>
                  <a:gd name="T1" fmla="*/ 2855 h 19"/>
                  <a:gd name="T2" fmla="*/ 193 w 9"/>
                  <a:gd name="T3" fmla="*/ 2157 h 19"/>
                  <a:gd name="T4" fmla="*/ 737 w 9"/>
                  <a:gd name="T5" fmla="*/ 890 h 19"/>
                  <a:gd name="T6" fmla="*/ 1286 w 9"/>
                  <a:gd name="T7" fmla="*/ 890 h 19"/>
                  <a:gd name="T8" fmla="*/ 1094 w 9"/>
                  <a:gd name="T9" fmla="*/ 1774 h 19"/>
                  <a:gd name="T10" fmla="*/ 544 w 9"/>
                  <a:gd name="T11" fmla="*/ 2506 h 19"/>
                  <a:gd name="T12" fmla="*/ 0 w 9"/>
                  <a:gd name="T13" fmla="*/ 2855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19">
                    <a:moveTo>
                      <a:pt x="0" y="16"/>
                    </a:moveTo>
                    <a:cubicBezTo>
                      <a:pt x="0" y="16"/>
                      <a:pt x="0" y="15"/>
                      <a:pt x="1" y="12"/>
                    </a:cubicBezTo>
                    <a:cubicBezTo>
                      <a:pt x="1" y="12"/>
                      <a:pt x="4" y="10"/>
                      <a:pt x="4" y="5"/>
                    </a:cubicBezTo>
                    <a:cubicBezTo>
                      <a:pt x="4" y="5"/>
                      <a:pt x="6" y="0"/>
                      <a:pt x="7" y="5"/>
                    </a:cubicBezTo>
                    <a:cubicBezTo>
                      <a:pt x="7" y="5"/>
                      <a:pt x="9" y="7"/>
                      <a:pt x="6" y="10"/>
                    </a:cubicBezTo>
                    <a:cubicBezTo>
                      <a:pt x="6" y="10"/>
                      <a:pt x="4" y="11"/>
                      <a:pt x="3" y="14"/>
                    </a:cubicBezTo>
                    <a:cubicBezTo>
                      <a:pt x="3" y="14"/>
                      <a:pt x="0" y="19"/>
                      <a:pt x="0" y="16"/>
                    </a:cubicBez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47" name="Freeform 1411"/>
              <p:cNvSpPr>
                <a:spLocks/>
              </p:cNvSpPr>
              <p:nvPr/>
            </p:nvSpPr>
            <p:spPr bwMode="auto">
              <a:xfrm>
                <a:off x="8554" y="-698"/>
                <a:ext cx="79" cy="107"/>
              </a:xfrm>
              <a:custGeom>
                <a:avLst/>
                <a:gdLst>
                  <a:gd name="T0" fmla="*/ 1275 w 14"/>
                  <a:gd name="T1" fmla="*/ 3047 h 19"/>
                  <a:gd name="T2" fmla="*/ 892 w 14"/>
                  <a:gd name="T3" fmla="*/ 1965 h 19"/>
                  <a:gd name="T4" fmla="*/ 0 w 14"/>
                  <a:gd name="T5" fmla="*/ 1076 h 19"/>
                  <a:gd name="T6" fmla="*/ 350 w 14"/>
                  <a:gd name="T7" fmla="*/ 1076 h 19"/>
                  <a:gd name="T8" fmla="*/ 1083 w 14"/>
                  <a:gd name="T9" fmla="*/ 1239 h 19"/>
                  <a:gd name="T10" fmla="*/ 2325 w 14"/>
                  <a:gd name="T11" fmla="*/ 890 h 19"/>
                  <a:gd name="T12" fmla="*/ 2167 w 14"/>
                  <a:gd name="T13" fmla="*/ 1616 h 19"/>
                  <a:gd name="T14" fmla="*/ 1625 w 14"/>
                  <a:gd name="T15" fmla="*/ 2506 h 19"/>
                  <a:gd name="T16" fmla="*/ 1275 w 14"/>
                  <a:gd name="T17" fmla="*/ 3047 h 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" h="19">
                    <a:moveTo>
                      <a:pt x="7" y="17"/>
                    </a:moveTo>
                    <a:cubicBezTo>
                      <a:pt x="7" y="17"/>
                      <a:pt x="7" y="12"/>
                      <a:pt x="5" y="11"/>
                    </a:cubicBezTo>
                    <a:cubicBezTo>
                      <a:pt x="5" y="11"/>
                      <a:pt x="2" y="9"/>
                      <a:pt x="0" y="6"/>
                    </a:cubicBezTo>
                    <a:cubicBezTo>
                      <a:pt x="0" y="6"/>
                      <a:pt x="0" y="6"/>
                      <a:pt x="2" y="6"/>
                    </a:cubicBezTo>
                    <a:cubicBezTo>
                      <a:pt x="2" y="6"/>
                      <a:pt x="5" y="8"/>
                      <a:pt x="6" y="7"/>
                    </a:cubicBezTo>
                    <a:cubicBezTo>
                      <a:pt x="6" y="7"/>
                      <a:pt x="14" y="0"/>
                      <a:pt x="13" y="5"/>
                    </a:cubicBezTo>
                    <a:cubicBezTo>
                      <a:pt x="13" y="5"/>
                      <a:pt x="13" y="7"/>
                      <a:pt x="12" y="9"/>
                    </a:cubicBezTo>
                    <a:cubicBezTo>
                      <a:pt x="12" y="9"/>
                      <a:pt x="10" y="11"/>
                      <a:pt x="9" y="14"/>
                    </a:cubicBezTo>
                    <a:cubicBezTo>
                      <a:pt x="9" y="14"/>
                      <a:pt x="8" y="19"/>
                      <a:pt x="7" y="17"/>
                    </a:cubicBez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48" name="Freeform 1412"/>
              <p:cNvSpPr>
                <a:spLocks/>
              </p:cNvSpPr>
              <p:nvPr/>
            </p:nvSpPr>
            <p:spPr bwMode="auto">
              <a:xfrm>
                <a:off x="8768" y="-619"/>
                <a:ext cx="23" cy="293"/>
              </a:xfrm>
              <a:custGeom>
                <a:avLst/>
                <a:gdLst>
                  <a:gd name="T0" fmla="*/ 564 w 4"/>
                  <a:gd name="T1" fmla="*/ 1431 h 52"/>
                  <a:gd name="T2" fmla="*/ 564 w 4"/>
                  <a:gd name="T3" fmla="*/ 6254 h 52"/>
                  <a:gd name="T4" fmla="*/ 201 w 4"/>
                  <a:gd name="T5" fmla="*/ 9303 h 52"/>
                  <a:gd name="T6" fmla="*/ 201 w 4"/>
                  <a:gd name="T7" fmla="*/ 8762 h 52"/>
                  <a:gd name="T8" fmla="*/ 397 w 4"/>
                  <a:gd name="T9" fmla="*/ 6254 h 52"/>
                  <a:gd name="T10" fmla="*/ 564 w 4"/>
                  <a:gd name="T11" fmla="*/ 1082 h 52"/>
                  <a:gd name="T12" fmla="*/ 564 w 4"/>
                  <a:gd name="T13" fmla="*/ 1431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52">
                    <a:moveTo>
                      <a:pt x="3" y="8"/>
                    </a:moveTo>
                    <a:cubicBezTo>
                      <a:pt x="3" y="8"/>
                      <a:pt x="3" y="29"/>
                      <a:pt x="3" y="35"/>
                    </a:cubicBezTo>
                    <a:cubicBezTo>
                      <a:pt x="3" y="35"/>
                      <a:pt x="4" y="51"/>
                      <a:pt x="1" y="52"/>
                    </a:cubicBezTo>
                    <a:cubicBezTo>
                      <a:pt x="1" y="52"/>
                      <a:pt x="0" y="52"/>
                      <a:pt x="1" y="49"/>
                    </a:cubicBezTo>
                    <a:cubicBezTo>
                      <a:pt x="1" y="49"/>
                      <a:pt x="2" y="40"/>
                      <a:pt x="2" y="35"/>
                    </a:cubicBezTo>
                    <a:cubicBezTo>
                      <a:pt x="2" y="35"/>
                      <a:pt x="2" y="11"/>
                      <a:pt x="3" y="6"/>
                    </a:cubicBezTo>
                    <a:cubicBezTo>
                      <a:pt x="3" y="6"/>
                      <a:pt x="4" y="0"/>
                      <a:pt x="3" y="8"/>
                    </a:cubicBezTo>
                    <a:close/>
                  </a:path>
                </a:pathLst>
              </a:custGeom>
              <a:solidFill>
                <a:srgbClr val="D9BA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49" name="Freeform 1413"/>
              <p:cNvSpPr>
                <a:spLocks/>
              </p:cNvSpPr>
              <p:nvPr/>
            </p:nvSpPr>
            <p:spPr bwMode="auto">
              <a:xfrm>
                <a:off x="8723" y="-416"/>
                <a:ext cx="39" cy="118"/>
              </a:xfrm>
              <a:custGeom>
                <a:avLst/>
                <a:gdLst>
                  <a:gd name="T0" fmla="*/ 529 w 7"/>
                  <a:gd name="T1" fmla="*/ 3192 h 21"/>
                  <a:gd name="T2" fmla="*/ 529 w 7"/>
                  <a:gd name="T3" fmla="*/ 2304 h 21"/>
                  <a:gd name="T4" fmla="*/ 0 w 7"/>
                  <a:gd name="T5" fmla="*/ 1955 h 21"/>
                  <a:gd name="T6" fmla="*/ 340 w 7"/>
                  <a:gd name="T7" fmla="*/ 1613 h 21"/>
                  <a:gd name="T8" fmla="*/ 1025 w 7"/>
                  <a:gd name="T9" fmla="*/ 539 h 21"/>
                  <a:gd name="T10" fmla="*/ 869 w 7"/>
                  <a:gd name="T11" fmla="*/ 1231 h 21"/>
                  <a:gd name="T12" fmla="*/ 685 w 7"/>
                  <a:gd name="T13" fmla="*/ 2304 h 21"/>
                  <a:gd name="T14" fmla="*/ 529 w 7"/>
                  <a:gd name="T15" fmla="*/ 3192 h 2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" h="21">
                    <a:moveTo>
                      <a:pt x="3" y="18"/>
                    </a:moveTo>
                    <a:cubicBezTo>
                      <a:pt x="3" y="18"/>
                      <a:pt x="3" y="15"/>
                      <a:pt x="3" y="13"/>
                    </a:cubicBezTo>
                    <a:cubicBezTo>
                      <a:pt x="3" y="13"/>
                      <a:pt x="3" y="8"/>
                      <a:pt x="0" y="11"/>
                    </a:cubicBezTo>
                    <a:cubicBezTo>
                      <a:pt x="0" y="11"/>
                      <a:pt x="0" y="10"/>
                      <a:pt x="2" y="9"/>
                    </a:cubicBezTo>
                    <a:cubicBezTo>
                      <a:pt x="2" y="9"/>
                      <a:pt x="7" y="0"/>
                      <a:pt x="6" y="3"/>
                    </a:cubicBezTo>
                    <a:cubicBezTo>
                      <a:pt x="6" y="3"/>
                      <a:pt x="7" y="4"/>
                      <a:pt x="5" y="7"/>
                    </a:cubicBezTo>
                    <a:cubicBezTo>
                      <a:pt x="5" y="7"/>
                      <a:pt x="4" y="11"/>
                      <a:pt x="4" y="13"/>
                    </a:cubicBezTo>
                    <a:cubicBezTo>
                      <a:pt x="4" y="13"/>
                      <a:pt x="3" y="21"/>
                      <a:pt x="3" y="18"/>
                    </a:cubicBezTo>
                    <a:close/>
                  </a:path>
                </a:pathLst>
              </a:custGeom>
              <a:solidFill>
                <a:srgbClr val="7D65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50" name="Freeform 1414"/>
              <p:cNvSpPr>
                <a:spLocks/>
              </p:cNvSpPr>
              <p:nvPr/>
            </p:nvSpPr>
            <p:spPr bwMode="auto">
              <a:xfrm>
                <a:off x="8543" y="-332"/>
                <a:ext cx="28" cy="118"/>
              </a:xfrm>
              <a:custGeom>
                <a:avLst/>
                <a:gdLst>
                  <a:gd name="T0" fmla="*/ 0 w 5"/>
                  <a:gd name="T1" fmla="*/ 3029 h 21"/>
                  <a:gd name="T2" fmla="*/ 347 w 5"/>
                  <a:gd name="T3" fmla="*/ 3029 h 21"/>
                  <a:gd name="T4" fmla="*/ 689 w 5"/>
                  <a:gd name="T5" fmla="*/ 3377 h 21"/>
                  <a:gd name="T6" fmla="*/ 689 w 5"/>
                  <a:gd name="T7" fmla="*/ 2843 h 21"/>
                  <a:gd name="T8" fmla="*/ 689 w 5"/>
                  <a:gd name="T9" fmla="*/ 191 h 21"/>
                  <a:gd name="T10" fmla="*/ 532 w 5"/>
                  <a:gd name="T11" fmla="*/ 539 h 21"/>
                  <a:gd name="T12" fmla="*/ 0 w 5"/>
                  <a:gd name="T13" fmla="*/ 3029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" h="21">
                    <a:moveTo>
                      <a:pt x="0" y="17"/>
                    </a:moveTo>
                    <a:cubicBezTo>
                      <a:pt x="0" y="17"/>
                      <a:pt x="1" y="21"/>
                      <a:pt x="2" y="17"/>
                    </a:cubicBezTo>
                    <a:cubicBezTo>
                      <a:pt x="2" y="17"/>
                      <a:pt x="3" y="16"/>
                      <a:pt x="4" y="19"/>
                    </a:cubicBezTo>
                    <a:cubicBezTo>
                      <a:pt x="4" y="19"/>
                      <a:pt x="5" y="19"/>
                      <a:pt x="4" y="16"/>
                    </a:cubicBezTo>
                    <a:cubicBezTo>
                      <a:pt x="4" y="16"/>
                      <a:pt x="3" y="6"/>
                      <a:pt x="4" y="1"/>
                    </a:cubicBezTo>
                    <a:cubicBezTo>
                      <a:pt x="4" y="1"/>
                      <a:pt x="4" y="0"/>
                      <a:pt x="3" y="3"/>
                    </a:cubicBezTo>
                    <a:cubicBezTo>
                      <a:pt x="3" y="3"/>
                      <a:pt x="1" y="13"/>
                      <a:pt x="0" y="17"/>
                    </a:cubicBezTo>
                    <a:close/>
                  </a:path>
                </a:pathLst>
              </a:custGeom>
              <a:solidFill>
                <a:srgbClr val="7D65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51" name="Freeform 1415"/>
              <p:cNvSpPr>
                <a:spLocks/>
              </p:cNvSpPr>
              <p:nvPr/>
            </p:nvSpPr>
            <p:spPr bwMode="auto">
              <a:xfrm>
                <a:off x="8565" y="-360"/>
                <a:ext cx="17" cy="152"/>
              </a:xfrm>
              <a:custGeom>
                <a:avLst/>
                <a:gdLst>
                  <a:gd name="T0" fmla="*/ 0 w 3"/>
                  <a:gd name="T1" fmla="*/ 4470 h 27"/>
                  <a:gd name="T2" fmla="*/ 351 w 3"/>
                  <a:gd name="T3" fmla="*/ 889 h 27"/>
                  <a:gd name="T4" fmla="*/ 544 w 3"/>
                  <a:gd name="T5" fmla="*/ 726 h 27"/>
                  <a:gd name="T6" fmla="*/ 351 w 3"/>
                  <a:gd name="T7" fmla="*/ 4279 h 27"/>
                  <a:gd name="T8" fmla="*/ 0 w 3"/>
                  <a:gd name="T9" fmla="*/ 447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27">
                    <a:moveTo>
                      <a:pt x="0" y="25"/>
                    </a:moveTo>
                    <a:cubicBezTo>
                      <a:pt x="0" y="25"/>
                      <a:pt x="0" y="13"/>
                      <a:pt x="2" y="5"/>
                    </a:cubicBezTo>
                    <a:cubicBezTo>
                      <a:pt x="2" y="5"/>
                      <a:pt x="3" y="0"/>
                      <a:pt x="3" y="4"/>
                    </a:cubicBezTo>
                    <a:cubicBezTo>
                      <a:pt x="3" y="4"/>
                      <a:pt x="2" y="20"/>
                      <a:pt x="2" y="24"/>
                    </a:cubicBezTo>
                    <a:cubicBezTo>
                      <a:pt x="2" y="24"/>
                      <a:pt x="0" y="27"/>
                      <a:pt x="0" y="25"/>
                    </a:cubicBezTo>
                    <a:close/>
                  </a:path>
                </a:pathLst>
              </a:custGeom>
              <a:solidFill>
                <a:srgbClr val="D9BA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52" name="Oval 1416"/>
              <p:cNvSpPr>
                <a:spLocks noChangeArrowheads="1"/>
              </p:cNvSpPr>
              <p:nvPr/>
            </p:nvSpPr>
            <p:spPr bwMode="auto">
              <a:xfrm>
                <a:off x="8768" y="-1099"/>
                <a:ext cx="6" cy="1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  <p:sp>
            <p:nvSpPr>
              <p:cNvPr id="98853" name="Oval 1417"/>
              <p:cNvSpPr>
                <a:spLocks noChangeArrowheads="1"/>
              </p:cNvSpPr>
              <p:nvPr/>
            </p:nvSpPr>
            <p:spPr bwMode="auto">
              <a:xfrm>
                <a:off x="8892" y="-1093"/>
                <a:ext cx="11" cy="1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  <p:sp>
            <p:nvSpPr>
              <p:cNvPr id="98854" name="Freeform 1418"/>
              <p:cNvSpPr>
                <a:spLocks/>
              </p:cNvSpPr>
              <p:nvPr/>
            </p:nvSpPr>
            <p:spPr bwMode="auto">
              <a:xfrm>
                <a:off x="8791" y="-1014"/>
                <a:ext cx="56" cy="73"/>
              </a:xfrm>
              <a:custGeom>
                <a:avLst/>
                <a:gdLst>
                  <a:gd name="T0" fmla="*/ 879 w 10"/>
                  <a:gd name="T1" fmla="*/ 0 h 13"/>
                  <a:gd name="T2" fmla="*/ 347 w 10"/>
                  <a:gd name="T3" fmla="*/ 348 h 13"/>
                  <a:gd name="T4" fmla="*/ 0 w 10"/>
                  <a:gd name="T5" fmla="*/ 696 h 13"/>
                  <a:gd name="T6" fmla="*/ 689 w 10"/>
                  <a:gd name="T7" fmla="*/ 1763 h 13"/>
                  <a:gd name="T8" fmla="*/ 1064 w 10"/>
                  <a:gd name="T9" fmla="*/ 1954 h 13"/>
                  <a:gd name="T10" fmla="*/ 1411 w 10"/>
                  <a:gd name="T11" fmla="*/ 1073 h 13"/>
                  <a:gd name="T12" fmla="*/ 1221 w 10"/>
                  <a:gd name="T13" fmla="*/ 0 h 13"/>
                  <a:gd name="T14" fmla="*/ 879 w 10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" h="13">
                    <a:moveTo>
                      <a:pt x="5" y="0"/>
                    </a:moveTo>
                    <a:cubicBezTo>
                      <a:pt x="3" y="0"/>
                      <a:pt x="3" y="1"/>
                      <a:pt x="2" y="2"/>
                    </a:cubicBezTo>
                    <a:cubicBezTo>
                      <a:pt x="2" y="2"/>
                      <a:pt x="0" y="3"/>
                      <a:pt x="0" y="4"/>
                    </a:cubicBezTo>
                    <a:cubicBezTo>
                      <a:pt x="0" y="5"/>
                      <a:pt x="3" y="9"/>
                      <a:pt x="4" y="10"/>
                    </a:cubicBezTo>
                    <a:cubicBezTo>
                      <a:pt x="5" y="11"/>
                      <a:pt x="5" y="13"/>
                      <a:pt x="6" y="11"/>
                    </a:cubicBezTo>
                    <a:cubicBezTo>
                      <a:pt x="7" y="10"/>
                      <a:pt x="7" y="7"/>
                      <a:pt x="8" y="6"/>
                    </a:cubicBezTo>
                    <a:cubicBezTo>
                      <a:pt x="9" y="5"/>
                      <a:pt x="10" y="1"/>
                      <a:pt x="7" y="0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55" name="Freeform 1419"/>
              <p:cNvSpPr>
                <a:spLocks/>
              </p:cNvSpPr>
              <p:nvPr/>
            </p:nvSpPr>
            <p:spPr bwMode="auto">
              <a:xfrm>
                <a:off x="8796" y="-1070"/>
                <a:ext cx="62" cy="112"/>
              </a:xfrm>
              <a:custGeom>
                <a:avLst/>
                <a:gdLst>
                  <a:gd name="T0" fmla="*/ 192 w 11"/>
                  <a:gd name="T1" fmla="*/ 1221 h 20"/>
                  <a:gd name="T2" fmla="*/ 349 w 11"/>
                  <a:gd name="T3" fmla="*/ 879 h 20"/>
                  <a:gd name="T4" fmla="*/ 733 w 11"/>
                  <a:gd name="T5" fmla="*/ 532 h 20"/>
                  <a:gd name="T6" fmla="*/ 1240 w 11"/>
                  <a:gd name="T7" fmla="*/ 532 h 20"/>
                  <a:gd name="T8" fmla="*/ 1618 w 11"/>
                  <a:gd name="T9" fmla="*/ 879 h 20"/>
                  <a:gd name="T10" fmla="*/ 1618 w 11"/>
                  <a:gd name="T11" fmla="*/ 1411 h 20"/>
                  <a:gd name="T12" fmla="*/ 1082 w 11"/>
                  <a:gd name="T13" fmla="*/ 2822 h 20"/>
                  <a:gd name="T14" fmla="*/ 733 w 11"/>
                  <a:gd name="T15" fmla="*/ 2632 h 20"/>
                  <a:gd name="T16" fmla="*/ 192 w 11"/>
                  <a:gd name="T17" fmla="*/ 1221 h 2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" h="20">
                    <a:moveTo>
                      <a:pt x="1" y="7"/>
                    </a:moveTo>
                    <a:cubicBezTo>
                      <a:pt x="1" y="7"/>
                      <a:pt x="0" y="5"/>
                      <a:pt x="2" y="5"/>
                    </a:cubicBezTo>
                    <a:cubicBezTo>
                      <a:pt x="2" y="5"/>
                      <a:pt x="3" y="4"/>
                      <a:pt x="4" y="3"/>
                    </a:cubicBezTo>
                    <a:cubicBezTo>
                      <a:pt x="4" y="3"/>
                      <a:pt x="6" y="0"/>
                      <a:pt x="7" y="3"/>
                    </a:cubicBezTo>
                    <a:cubicBezTo>
                      <a:pt x="7" y="3"/>
                      <a:pt x="8" y="5"/>
                      <a:pt x="9" y="5"/>
                    </a:cubicBezTo>
                    <a:cubicBezTo>
                      <a:pt x="9" y="5"/>
                      <a:pt x="11" y="6"/>
                      <a:pt x="9" y="8"/>
                    </a:cubicBezTo>
                    <a:cubicBezTo>
                      <a:pt x="9" y="8"/>
                      <a:pt x="6" y="14"/>
                      <a:pt x="6" y="16"/>
                    </a:cubicBezTo>
                    <a:cubicBezTo>
                      <a:pt x="6" y="16"/>
                      <a:pt x="5" y="20"/>
                      <a:pt x="4" y="15"/>
                    </a:cubicBezTo>
                    <a:cubicBezTo>
                      <a:pt x="4" y="15"/>
                      <a:pt x="2" y="7"/>
                      <a:pt x="1" y="7"/>
                    </a:cubicBezTo>
                    <a:close/>
                  </a:path>
                </a:pathLst>
              </a:custGeom>
              <a:solidFill>
                <a:srgbClr val="B49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56" name="Freeform 1420"/>
              <p:cNvSpPr>
                <a:spLocks/>
              </p:cNvSpPr>
              <p:nvPr/>
            </p:nvSpPr>
            <p:spPr bwMode="auto">
              <a:xfrm>
                <a:off x="8802" y="-1059"/>
                <a:ext cx="28" cy="90"/>
              </a:xfrm>
              <a:custGeom>
                <a:avLst/>
                <a:gdLst>
                  <a:gd name="T0" fmla="*/ 190 w 5"/>
                  <a:gd name="T1" fmla="*/ 1074 h 16"/>
                  <a:gd name="T2" fmla="*/ 347 w 5"/>
                  <a:gd name="T3" fmla="*/ 889 h 16"/>
                  <a:gd name="T4" fmla="*/ 689 w 5"/>
                  <a:gd name="T5" fmla="*/ 540 h 16"/>
                  <a:gd name="T6" fmla="*/ 879 w 5"/>
                  <a:gd name="T7" fmla="*/ 540 h 16"/>
                  <a:gd name="T8" fmla="*/ 689 w 5"/>
                  <a:gd name="T9" fmla="*/ 2312 h 16"/>
                  <a:gd name="T10" fmla="*/ 532 w 5"/>
                  <a:gd name="T11" fmla="*/ 2154 h 16"/>
                  <a:gd name="T12" fmla="*/ 190 w 5"/>
                  <a:gd name="T13" fmla="*/ 1074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" h="16">
                    <a:moveTo>
                      <a:pt x="1" y="6"/>
                    </a:moveTo>
                    <a:cubicBezTo>
                      <a:pt x="1" y="6"/>
                      <a:pt x="0" y="4"/>
                      <a:pt x="2" y="5"/>
                    </a:cubicBezTo>
                    <a:cubicBezTo>
                      <a:pt x="2" y="5"/>
                      <a:pt x="2" y="5"/>
                      <a:pt x="4" y="3"/>
                    </a:cubicBezTo>
                    <a:cubicBezTo>
                      <a:pt x="4" y="3"/>
                      <a:pt x="5" y="0"/>
                      <a:pt x="5" y="3"/>
                    </a:cubicBezTo>
                    <a:cubicBezTo>
                      <a:pt x="5" y="3"/>
                      <a:pt x="5" y="10"/>
                      <a:pt x="4" y="13"/>
                    </a:cubicBezTo>
                    <a:cubicBezTo>
                      <a:pt x="4" y="13"/>
                      <a:pt x="4" y="16"/>
                      <a:pt x="3" y="12"/>
                    </a:cubicBezTo>
                    <a:cubicBezTo>
                      <a:pt x="3" y="12"/>
                      <a:pt x="2" y="6"/>
                      <a:pt x="1" y="6"/>
                    </a:cubicBezTo>
                    <a:close/>
                  </a:path>
                </a:pathLst>
              </a:custGeom>
              <a:solidFill>
                <a:srgbClr val="9C77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57" name="Freeform 1421"/>
              <p:cNvSpPr>
                <a:spLocks/>
              </p:cNvSpPr>
              <p:nvPr/>
            </p:nvSpPr>
            <p:spPr bwMode="auto">
              <a:xfrm>
                <a:off x="8830" y="-1059"/>
                <a:ext cx="6" cy="68"/>
              </a:xfrm>
              <a:custGeom>
                <a:avLst/>
                <a:gdLst>
                  <a:gd name="T0" fmla="*/ 216 w 1"/>
                  <a:gd name="T1" fmla="*/ 351 h 12"/>
                  <a:gd name="T2" fmla="*/ 0 w 1"/>
                  <a:gd name="T3" fmla="*/ 1989 h 12"/>
                  <a:gd name="T4" fmla="*/ 216 w 1"/>
                  <a:gd name="T5" fmla="*/ 1445 h 12"/>
                  <a:gd name="T6" fmla="*/ 216 w 1"/>
                  <a:gd name="T7" fmla="*/ 351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2">
                    <a:moveTo>
                      <a:pt x="1" y="2"/>
                    </a:moveTo>
                    <a:cubicBezTo>
                      <a:pt x="1" y="2"/>
                      <a:pt x="0" y="9"/>
                      <a:pt x="0" y="11"/>
                    </a:cubicBezTo>
                    <a:cubicBezTo>
                      <a:pt x="0" y="11"/>
                      <a:pt x="0" y="12"/>
                      <a:pt x="1" y="8"/>
                    </a:cubicBezTo>
                    <a:cubicBezTo>
                      <a:pt x="1" y="8"/>
                      <a:pt x="1" y="0"/>
                      <a:pt x="1" y="2"/>
                    </a:cubicBezTo>
                    <a:close/>
                  </a:path>
                </a:pathLst>
              </a:custGeom>
              <a:solidFill>
                <a:srgbClr val="D9B4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858" name="Freeform 1422"/>
              <p:cNvSpPr>
                <a:spLocks/>
              </p:cNvSpPr>
              <p:nvPr/>
            </p:nvSpPr>
            <p:spPr bwMode="auto">
              <a:xfrm>
                <a:off x="9523" y="-1042"/>
                <a:ext cx="519" cy="146"/>
              </a:xfrm>
              <a:custGeom>
                <a:avLst/>
                <a:gdLst>
                  <a:gd name="T0" fmla="*/ 1241 w 92"/>
                  <a:gd name="T1" fmla="*/ 533 h 26"/>
                  <a:gd name="T2" fmla="*/ 2324 w 92"/>
                  <a:gd name="T3" fmla="*/ 0 h 26"/>
                  <a:gd name="T4" fmla="*/ 16518 w 92"/>
                  <a:gd name="T5" fmla="*/ 2111 h 26"/>
                  <a:gd name="T6" fmla="*/ 14893 w 92"/>
                  <a:gd name="T7" fmla="*/ 2111 h 26"/>
                  <a:gd name="T8" fmla="*/ 13110 w 92"/>
                  <a:gd name="T9" fmla="*/ 1954 h 26"/>
                  <a:gd name="T10" fmla="*/ 14002 w 92"/>
                  <a:gd name="T11" fmla="*/ 2836 h 26"/>
                  <a:gd name="T12" fmla="*/ 11841 w 92"/>
                  <a:gd name="T13" fmla="*/ 1954 h 26"/>
                  <a:gd name="T14" fmla="*/ 10600 w 92"/>
                  <a:gd name="T15" fmla="*/ 1954 h 26"/>
                  <a:gd name="T16" fmla="*/ 12219 w 92"/>
                  <a:gd name="T17" fmla="*/ 3184 h 26"/>
                  <a:gd name="T18" fmla="*/ 9325 w 92"/>
                  <a:gd name="T19" fmla="*/ 1954 h 26"/>
                  <a:gd name="T20" fmla="*/ 7734 w 92"/>
                  <a:gd name="T21" fmla="*/ 1230 h 26"/>
                  <a:gd name="T22" fmla="*/ 8276 w 92"/>
                  <a:gd name="T23" fmla="*/ 2111 h 26"/>
                  <a:gd name="T24" fmla="*/ 10408 w 92"/>
                  <a:gd name="T25" fmla="*/ 3723 h 26"/>
                  <a:gd name="T26" fmla="*/ 7734 w 92"/>
                  <a:gd name="T27" fmla="*/ 2111 h 26"/>
                  <a:gd name="T28" fmla="*/ 7193 w 92"/>
                  <a:gd name="T29" fmla="*/ 1954 h 26"/>
                  <a:gd name="T30" fmla="*/ 8434 w 92"/>
                  <a:gd name="T31" fmla="*/ 3532 h 26"/>
                  <a:gd name="T32" fmla="*/ 8084 w 92"/>
                  <a:gd name="T33" fmla="*/ 3723 h 26"/>
                  <a:gd name="T34" fmla="*/ 6110 w 92"/>
                  <a:gd name="T35" fmla="*/ 1763 h 26"/>
                  <a:gd name="T36" fmla="*/ 5568 w 92"/>
                  <a:gd name="T37" fmla="*/ 1606 h 26"/>
                  <a:gd name="T38" fmla="*/ 6267 w 92"/>
                  <a:gd name="T39" fmla="*/ 3375 h 26"/>
                  <a:gd name="T40" fmla="*/ 5026 w 92"/>
                  <a:gd name="T41" fmla="*/ 1954 h 26"/>
                  <a:gd name="T42" fmla="*/ 2866 w 92"/>
                  <a:gd name="T43" fmla="*/ 1073 h 26"/>
                  <a:gd name="T44" fmla="*/ 1241 w 92"/>
                  <a:gd name="T45" fmla="*/ 533 h 2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92" h="26">
                    <a:moveTo>
                      <a:pt x="7" y="3"/>
                    </a:moveTo>
                    <a:cubicBezTo>
                      <a:pt x="7" y="3"/>
                      <a:pt x="6" y="0"/>
                      <a:pt x="13" y="0"/>
                    </a:cubicBezTo>
                    <a:cubicBezTo>
                      <a:pt x="13" y="0"/>
                      <a:pt x="84" y="7"/>
                      <a:pt x="92" y="12"/>
                    </a:cubicBezTo>
                    <a:cubicBezTo>
                      <a:pt x="92" y="12"/>
                      <a:pt x="89" y="16"/>
                      <a:pt x="83" y="12"/>
                    </a:cubicBezTo>
                    <a:cubicBezTo>
                      <a:pt x="83" y="12"/>
                      <a:pt x="66" y="9"/>
                      <a:pt x="73" y="11"/>
                    </a:cubicBezTo>
                    <a:cubicBezTo>
                      <a:pt x="73" y="11"/>
                      <a:pt x="83" y="17"/>
                      <a:pt x="78" y="16"/>
                    </a:cubicBezTo>
                    <a:cubicBezTo>
                      <a:pt x="78" y="16"/>
                      <a:pt x="71" y="16"/>
                      <a:pt x="66" y="11"/>
                    </a:cubicBezTo>
                    <a:cubicBezTo>
                      <a:pt x="66" y="11"/>
                      <a:pt x="53" y="7"/>
                      <a:pt x="59" y="11"/>
                    </a:cubicBezTo>
                    <a:cubicBezTo>
                      <a:pt x="59" y="11"/>
                      <a:pt x="73" y="18"/>
                      <a:pt x="68" y="18"/>
                    </a:cubicBezTo>
                    <a:cubicBezTo>
                      <a:pt x="68" y="18"/>
                      <a:pt x="58" y="17"/>
                      <a:pt x="52" y="11"/>
                    </a:cubicBezTo>
                    <a:cubicBezTo>
                      <a:pt x="52" y="11"/>
                      <a:pt x="49" y="6"/>
                      <a:pt x="43" y="7"/>
                    </a:cubicBezTo>
                    <a:cubicBezTo>
                      <a:pt x="43" y="7"/>
                      <a:pt x="42" y="10"/>
                      <a:pt x="46" y="12"/>
                    </a:cubicBezTo>
                    <a:cubicBezTo>
                      <a:pt x="46" y="12"/>
                      <a:pt x="62" y="20"/>
                      <a:pt x="58" y="21"/>
                    </a:cubicBezTo>
                    <a:cubicBezTo>
                      <a:pt x="58" y="21"/>
                      <a:pt x="47" y="16"/>
                      <a:pt x="43" y="12"/>
                    </a:cubicBezTo>
                    <a:cubicBezTo>
                      <a:pt x="43" y="12"/>
                      <a:pt x="35" y="3"/>
                      <a:pt x="40" y="11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0"/>
                      <a:pt x="51" y="26"/>
                      <a:pt x="45" y="21"/>
                    </a:cubicBezTo>
                    <a:cubicBezTo>
                      <a:pt x="45" y="21"/>
                      <a:pt x="38" y="16"/>
                      <a:pt x="34" y="10"/>
                    </a:cubicBezTo>
                    <a:cubicBezTo>
                      <a:pt x="34" y="10"/>
                      <a:pt x="27" y="2"/>
                      <a:pt x="31" y="9"/>
                    </a:cubicBezTo>
                    <a:cubicBezTo>
                      <a:pt x="31" y="9"/>
                      <a:pt x="40" y="21"/>
                      <a:pt x="35" y="19"/>
                    </a:cubicBezTo>
                    <a:cubicBezTo>
                      <a:pt x="35" y="19"/>
                      <a:pt x="30" y="14"/>
                      <a:pt x="28" y="11"/>
                    </a:cubicBezTo>
                    <a:cubicBezTo>
                      <a:pt x="28" y="11"/>
                      <a:pt x="19" y="3"/>
                      <a:pt x="16" y="6"/>
                    </a:cubicBezTo>
                    <a:cubicBezTo>
                      <a:pt x="16" y="6"/>
                      <a:pt x="0" y="9"/>
                      <a:pt x="7" y="3"/>
                    </a:cubicBezTo>
                    <a:close/>
                  </a:path>
                </a:pathLst>
              </a:custGeom>
              <a:solidFill>
                <a:srgbClr val="A1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98804" name="Freeform 1423"/>
            <p:cNvSpPr>
              <a:spLocks/>
            </p:cNvSpPr>
            <p:nvPr/>
          </p:nvSpPr>
          <p:spPr bwMode="auto">
            <a:xfrm>
              <a:off x="9856" y="-1053"/>
              <a:ext cx="653" cy="197"/>
            </a:xfrm>
            <a:custGeom>
              <a:avLst/>
              <a:gdLst>
                <a:gd name="T0" fmla="*/ 0 w 116"/>
                <a:gd name="T1" fmla="*/ 0 h 35"/>
                <a:gd name="T2" fmla="*/ 19962 w 116"/>
                <a:gd name="T3" fmla="*/ 5004 h 35"/>
                <a:gd name="T4" fmla="*/ 18380 w 116"/>
                <a:gd name="T5" fmla="*/ 5510 h 35"/>
                <a:gd name="T6" fmla="*/ 0 w 116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6" h="35">
                  <a:moveTo>
                    <a:pt x="0" y="0"/>
                  </a:moveTo>
                  <a:cubicBezTo>
                    <a:pt x="0" y="0"/>
                    <a:pt x="90" y="9"/>
                    <a:pt x="112" y="28"/>
                  </a:cubicBezTo>
                  <a:cubicBezTo>
                    <a:pt x="112" y="28"/>
                    <a:pt x="116" y="35"/>
                    <a:pt x="103" y="31"/>
                  </a:cubicBezTo>
                  <a:cubicBezTo>
                    <a:pt x="103" y="31"/>
                    <a:pt x="11" y="2"/>
                    <a:pt x="0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209296" name="Group 1424"/>
          <p:cNvGrpSpPr>
            <a:grpSpLocks/>
          </p:cNvGrpSpPr>
          <p:nvPr/>
        </p:nvGrpSpPr>
        <p:grpSpPr bwMode="auto">
          <a:xfrm rot="20948247">
            <a:off x="9828213" y="-1968104"/>
            <a:ext cx="4151312" cy="2049066"/>
            <a:chOff x="2867" y="717"/>
            <a:chExt cx="4222" cy="2260"/>
          </a:xfrm>
        </p:grpSpPr>
        <p:sp>
          <p:nvSpPr>
            <p:cNvPr id="98758" name="Freeform 1425"/>
            <p:cNvSpPr>
              <a:spLocks/>
            </p:cNvSpPr>
            <p:nvPr/>
          </p:nvSpPr>
          <p:spPr bwMode="auto">
            <a:xfrm>
              <a:off x="5370" y="2053"/>
              <a:ext cx="1561" cy="400"/>
            </a:xfrm>
            <a:custGeom>
              <a:avLst/>
              <a:gdLst>
                <a:gd name="T0" fmla="*/ 5556 w 277"/>
                <a:gd name="T1" fmla="*/ 1617 h 71"/>
                <a:gd name="T2" fmla="*/ 24170 w 277"/>
                <a:gd name="T3" fmla="*/ 1617 h 71"/>
                <a:gd name="T4" fmla="*/ 40270 w 277"/>
                <a:gd name="T5" fmla="*/ 8952 h 71"/>
                <a:gd name="T6" fmla="*/ 45286 w 277"/>
                <a:gd name="T7" fmla="*/ 10727 h 71"/>
                <a:gd name="T8" fmla="*/ 49574 w 277"/>
                <a:gd name="T9" fmla="*/ 11459 h 71"/>
                <a:gd name="T10" fmla="*/ 44204 w 277"/>
                <a:gd name="T11" fmla="*/ 11617 h 71"/>
                <a:gd name="T12" fmla="*/ 41155 w 277"/>
                <a:gd name="T13" fmla="*/ 11808 h 71"/>
                <a:gd name="T14" fmla="*/ 37571 w 277"/>
                <a:gd name="T15" fmla="*/ 11808 h 71"/>
                <a:gd name="T16" fmla="*/ 34173 w 277"/>
                <a:gd name="T17" fmla="*/ 11808 h 71"/>
                <a:gd name="T18" fmla="*/ 28104 w 277"/>
                <a:gd name="T19" fmla="*/ 11617 h 71"/>
                <a:gd name="T20" fmla="*/ 22739 w 277"/>
                <a:gd name="T21" fmla="*/ 10727 h 71"/>
                <a:gd name="T22" fmla="*/ 18608 w 277"/>
                <a:gd name="T23" fmla="*/ 10535 h 71"/>
                <a:gd name="T24" fmla="*/ 11812 w 277"/>
                <a:gd name="T25" fmla="*/ 10727 h 71"/>
                <a:gd name="T26" fmla="*/ 0 w 277"/>
                <a:gd name="T27" fmla="*/ 11268 h 71"/>
                <a:gd name="T28" fmla="*/ 5556 w 277"/>
                <a:gd name="T29" fmla="*/ 1617 h 7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77" h="71">
                  <a:moveTo>
                    <a:pt x="31" y="9"/>
                  </a:moveTo>
                  <a:cubicBezTo>
                    <a:pt x="31" y="9"/>
                    <a:pt x="108" y="0"/>
                    <a:pt x="135" y="9"/>
                  </a:cubicBezTo>
                  <a:cubicBezTo>
                    <a:pt x="135" y="9"/>
                    <a:pt x="186" y="26"/>
                    <a:pt x="225" y="50"/>
                  </a:cubicBezTo>
                  <a:cubicBezTo>
                    <a:pt x="225" y="50"/>
                    <a:pt x="244" y="61"/>
                    <a:pt x="253" y="60"/>
                  </a:cubicBezTo>
                  <a:cubicBezTo>
                    <a:pt x="253" y="60"/>
                    <a:pt x="277" y="56"/>
                    <a:pt x="277" y="64"/>
                  </a:cubicBezTo>
                  <a:cubicBezTo>
                    <a:pt x="277" y="64"/>
                    <a:pt x="265" y="71"/>
                    <a:pt x="247" y="65"/>
                  </a:cubicBezTo>
                  <a:cubicBezTo>
                    <a:pt x="247" y="65"/>
                    <a:pt x="238" y="69"/>
                    <a:pt x="230" y="66"/>
                  </a:cubicBezTo>
                  <a:cubicBezTo>
                    <a:pt x="230" y="66"/>
                    <a:pt x="217" y="69"/>
                    <a:pt x="210" y="66"/>
                  </a:cubicBezTo>
                  <a:cubicBezTo>
                    <a:pt x="210" y="66"/>
                    <a:pt x="198" y="68"/>
                    <a:pt x="191" y="66"/>
                  </a:cubicBezTo>
                  <a:cubicBezTo>
                    <a:pt x="191" y="66"/>
                    <a:pt x="163" y="69"/>
                    <a:pt x="157" y="65"/>
                  </a:cubicBezTo>
                  <a:cubicBezTo>
                    <a:pt x="157" y="65"/>
                    <a:pt x="139" y="69"/>
                    <a:pt x="127" y="60"/>
                  </a:cubicBezTo>
                  <a:cubicBezTo>
                    <a:pt x="127" y="60"/>
                    <a:pt x="114" y="57"/>
                    <a:pt x="104" y="59"/>
                  </a:cubicBezTo>
                  <a:cubicBezTo>
                    <a:pt x="104" y="59"/>
                    <a:pt x="81" y="65"/>
                    <a:pt x="66" y="60"/>
                  </a:cubicBezTo>
                  <a:cubicBezTo>
                    <a:pt x="66" y="60"/>
                    <a:pt x="23" y="56"/>
                    <a:pt x="0" y="63"/>
                  </a:cubicBezTo>
                  <a:lnTo>
                    <a:pt x="31" y="9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59" name="Freeform 1426"/>
            <p:cNvSpPr>
              <a:spLocks/>
            </p:cNvSpPr>
            <p:nvPr/>
          </p:nvSpPr>
          <p:spPr bwMode="auto">
            <a:xfrm>
              <a:off x="5409" y="2120"/>
              <a:ext cx="1324" cy="310"/>
            </a:xfrm>
            <a:custGeom>
              <a:avLst/>
              <a:gdLst>
                <a:gd name="T0" fmla="*/ 0 w 235"/>
                <a:gd name="T1" fmla="*/ 8421 h 55"/>
                <a:gd name="T2" fmla="*/ 3048 w 235"/>
                <a:gd name="T3" fmla="*/ 7880 h 55"/>
                <a:gd name="T4" fmla="*/ 3747 w 235"/>
                <a:gd name="T5" fmla="*/ 7530 h 55"/>
                <a:gd name="T6" fmla="*/ 4288 w 235"/>
                <a:gd name="T7" fmla="*/ 8071 h 55"/>
                <a:gd name="T8" fmla="*/ 5713 w 235"/>
                <a:gd name="T9" fmla="*/ 7339 h 55"/>
                <a:gd name="T10" fmla="*/ 5904 w 235"/>
                <a:gd name="T11" fmla="*/ 8071 h 55"/>
                <a:gd name="T12" fmla="*/ 6603 w 235"/>
                <a:gd name="T13" fmla="*/ 7688 h 55"/>
                <a:gd name="T14" fmla="*/ 7521 w 235"/>
                <a:gd name="T15" fmla="*/ 7880 h 55"/>
                <a:gd name="T16" fmla="*/ 8761 w 235"/>
                <a:gd name="T17" fmla="*/ 6640 h 55"/>
                <a:gd name="T18" fmla="*/ 8761 w 235"/>
                <a:gd name="T19" fmla="*/ 8071 h 55"/>
                <a:gd name="T20" fmla="*/ 9843 w 235"/>
                <a:gd name="T21" fmla="*/ 7530 h 55"/>
                <a:gd name="T22" fmla="*/ 9843 w 235"/>
                <a:gd name="T23" fmla="*/ 7880 h 55"/>
                <a:gd name="T24" fmla="*/ 10727 w 235"/>
                <a:gd name="T25" fmla="*/ 7688 h 55"/>
                <a:gd name="T26" fmla="*/ 11617 w 235"/>
                <a:gd name="T27" fmla="*/ 8229 h 55"/>
                <a:gd name="T28" fmla="*/ 14125 w 235"/>
                <a:gd name="T29" fmla="*/ 7147 h 55"/>
                <a:gd name="T30" fmla="*/ 13584 w 235"/>
                <a:gd name="T31" fmla="*/ 8770 h 55"/>
                <a:gd name="T32" fmla="*/ 17522 w 235"/>
                <a:gd name="T33" fmla="*/ 7688 h 55"/>
                <a:gd name="T34" fmla="*/ 18953 w 235"/>
                <a:gd name="T35" fmla="*/ 7530 h 55"/>
                <a:gd name="T36" fmla="*/ 20378 w 235"/>
                <a:gd name="T37" fmla="*/ 7688 h 55"/>
                <a:gd name="T38" fmla="*/ 23235 w 235"/>
                <a:gd name="T39" fmla="*/ 8770 h 55"/>
                <a:gd name="T40" fmla="*/ 26283 w 235"/>
                <a:gd name="T41" fmla="*/ 9120 h 55"/>
                <a:gd name="T42" fmla="*/ 29680 w 235"/>
                <a:gd name="T43" fmla="*/ 9655 h 55"/>
                <a:gd name="T44" fmla="*/ 31297 w 235"/>
                <a:gd name="T45" fmla="*/ 9120 h 55"/>
                <a:gd name="T46" fmla="*/ 32728 w 235"/>
                <a:gd name="T47" fmla="*/ 9306 h 55"/>
                <a:gd name="T48" fmla="*/ 35585 w 235"/>
                <a:gd name="T49" fmla="*/ 9497 h 55"/>
                <a:gd name="T50" fmla="*/ 37202 w 235"/>
                <a:gd name="T51" fmla="*/ 9497 h 55"/>
                <a:gd name="T52" fmla="*/ 38982 w 235"/>
                <a:gd name="T53" fmla="*/ 8770 h 55"/>
                <a:gd name="T54" fmla="*/ 40407 w 235"/>
                <a:gd name="T55" fmla="*/ 9306 h 55"/>
                <a:gd name="T56" fmla="*/ 42024 w 235"/>
                <a:gd name="T57" fmla="*/ 9306 h 55"/>
                <a:gd name="T58" fmla="*/ 38819 w 235"/>
                <a:gd name="T59" fmla="*/ 7688 h 55"/>
                <a:gd name="T60" fmla="*/ 34886 w 235"/>
                <a:gd name="T61" fmla="*/ 5557 h 55"/>
                <a:gd name="T62" fmla="*/ 27015 w 235"/>
                <a:gd name="T63" fmla="*/ 1618 h 55"/>
                <a:gd name="T64" fmla="*/ 22345 w 235"/>
                <a:gd name="T65" fmla="*/ 192 h 55"/>
                <a:gd name="T66" fmla="*/ 17713 w 235"/>
                <a:gd name="T67" fmla="*/ 349 h 55"/>
                <a:gd name="T68" fmla="*/ 13426 w 235"/>
                <a:gd name="T69" fmla="*/ 541 h 55"/>
                <a:gd name="T70" fmla="*/ 9302 w 235"/>
                <a:gd name="T71" fmla="*/ 192 h 55"/>
                <a:gd name="T72" fmla="*/ 2158 w 235"/>
                <a:gd name="T73" fmla="*/ 1082 h 55"/>
                <a:gd name="T74" fmla="*/ 0 w 235"/>
                <a:gd name="T75" fmla="*/ 8421 h 5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35" h="55">
                  <a:moveTo>
                    <a:pt x="0" y="47"/>
                  </a:moveTo>
                  <a:cubicBezTo>
                    <a:pt x="6" y="48"/>
                    <a:pt x="13" y="45"/>
                    <a:pt x="17" y="44"/>
                  </a:cubicBezTo>
                  <a:cubicBezTo>
                    <a:pt x="19" y="44"/>
                    <a:pt x="19" y="42"/>
                    <a:pt x="21" y="42"/>
                  </a:cubicBezTo>
                  <a:cubicBezTo>
                    <a:pt x="22" y="42"/>
                    <a:pt x="22" y="44"/>
                    <a:pt x="24" y="45"/>
                  </a:cubicBezTo>
                  <a:cubicBezTo>
                    <a:pt x="27" y="45"/>
                    <a:pt x="30" y="42"/>
                    <a:pt x="32" y="41"/>
                  </a:cubicBezTo>
                  <a:cubicBezTo>
                    <a:pt x="32" y="42"/>
                    <a:pt x="33" y="44"/>
                    <a:pt x="33" y="45"/>
                  </a:cubicBezTo>
                  <a:cubicBezTo>
                    <a:pt x="34" y="45"/>
                    <a:pt x="35" y="43"/>
                    <a:pt x="37" y="43"/>
                  </a:cubicBezTo>
                  <a:cubicBezTo>
                    <a:pt x="38" y="43"/>
                    <a:pt x="41" y="44"/>
                    <a:pt x="42" y="44"/>
                  </a:cubicBezTo>
                  <a:cubicBezTo>
                    <a:pt x="45" y="43"/>
                    <a:pt x="47" y="39"/>
                    <a:pt x="49" y="37"/>
                  </a:cubicBezTo>
                  <a:cubicBezTo>
                    <a:pt x="49" y="40"/>
                    <a:pt x="48" y="42"/>
                    <a:pt x="49" y="45"/>
                  </a:cubicBezTo>
                  <a:cubicBezTo>
                    <a:pt x="51" y="44"/>
                    <a:pt x="53" y="42"/>
                    <a:pt x="55" y="42"/>
                  </a:cubicBezTo>
                  <a:cubicBezTo>
                    <a:pt x="55" y="42"/>
                    <a:pt x="55" y="43"/>
                    <a:pt x="55" y="44"/>
                  </a:cubicBezTo>
                  <a:cubicBezTo>
                    <a:pt x="57" y="44"/>
                    <a:pt x="59" y="42"/>
                    <a:pt x="60" y="43"/>
                  </a:cubicBezTo>
                  <a:cubicBezTo>
                    <a:pt x="63" y="43"/>
                    <a:pt x="62" y="45"/>
                    <a:pt x="65" y="46"/>
                  </a:cubicBezTo>
                  <a:cubicBezTo>
                    <a:pt x="68" y="47"/>
                    <a:pt x="76" y="42"/>
                    <a:pt x="79" y="40"/>
                  </a:cubicBezTo>
                  <a:cubicBezTo>
                    <a:pt x="79" y="44"/>
                    <a:pt x="75" y="45"/>
                    <a:pt x="76" y="49"/>
                  </a:cubicBezTo>
                  <a:cubicBezTo>
                    <a:pt x="83" y="47"/>
                    <a:pt x="90" y="45"/>
                    <a:pt x="98" y="43"/>
                  </a:cubicBezTo>
                  <a:cubicBezTo>
                    <a:pt x="99" y="48"/>
                    <a:pt x="103" y="43"/>
                    <a:pt x="106" y="42"/>
                  </a:cubicBezTo>
                  <a:cubicBezTo>
                    <a:pt x="107" y="42"/>
                    <a:pt x="112" y="43"/>
                    <a:pt x="114" y="43"/>
                  </a:cubicBezTo>
                  <a:cubicBezTo>
                    <a:pt x="119" y="45"/>
                    <a:pt x="125" y="47"/>
                    <a:pt x="130" y="49"/>
                  </a:cubicBezTo>
                  <a:cubicBezTo>
                    <a:pt x="136" y="51"/>
                    <a:pt x="141" y="49"/>
                    <a:pt x="147" y="51"/>
                  </a:cubicBezTo>
                  <a:cubicBezTo>
                    <a:pt x="153" y="52"/>
                    <a:pt x="161" y="55"/>
                    <a:pt x="166" y="54"/>
                  </a:cubicBezTo>
                  <a:cubicBezTo>
                    <a:pt x="169" y="53"/>
                    <a:pt x="171" y="51"/>
                    <a:pt x="175" y="51"/>
                  </a:cubicBezTo>
                  <a:cubicBezTo>
                    <a:pt x="177" y="52"/>
                    <a:pt x="180" y="52"/>
                    <a:pt x="183" y="52"/>
                  </a:cubicBezTo>
                  <a:cubicBezTo>
                    <a:pt x="189" y="52"/>
                    <a:pt x="194" y="53"/>
                    <a:pt x="199" y="53"/>
                  </a:cubicBezTo>
                  <a:cubicBezTo>
                    <a:pt x="202" y="53"/>
                    <a:pt x="205" y="52"/>
                    <a:pt x="208" y="53"/>
                  </a:cubicBezTo>
                  <a:cubicBezTo>
                    <a:pt x="213" y="53"/>
                    <a:pt x="214" y="50"/>
                    <a:pt x="218" y="49"/>
                  </a:cubicBezTo>
                  <a:cubicBezTo>
                    <a:pt x="221" y="49"/>
                    <a:pt x="223" y="51"/>
                    <a:pt x="226" y="52"/>
                  </a:cubicBezTo>
                  <a:cubicBezTo>
                    <a:pt x="229" y="53"/>
                    <a:pt x="232" y="53"/>
                    <a:pt x="235" y="52"/>
                  </a:cubicBezTo>
                  <a:cubicBezTo>
                    <a:pt x="233" y="49"/>
                    <a:pt x="221" y="45"/>
                    <a:pt x="217" y="43"/>
                  </a:cubicBezTo>
                  <a:cubicBezTo>
                    <a:pt x="210" y="40"/>
                    <a:pt x="202" y="36"/>
                    <a:pt x="195" y="31"/>
                  </a:cubicBezTo>
                  <a:cubicBezTo>
                    <a:pt x="182" y="22"/>
                    <a:pt x="167" y="14"/>
                    <a:pt x="151" y="9"/>
                  </a:cubicBezTo>
                  <a:cubicBezTo>
                    <a:pt x="142" y="6"/>
                    <a:pt x="134" y="3"/>
                    <a:pt x="125" y="1"/>
                  </a:cubicBezTo>
                  <a:cubicBezTo>
                    <a:pt x="116" y="0"/>
                    <a:pt x="108" y="1"/>
                    <a:pt x="99" y="2"/>
                  </a:cubicBezTo>
                  <a:cubicBezTo>
                    <a:pt x="91" y="3"/>
                    <a:pt x="83" y="4"/>
                    <a:pt x="75" y="3"/>
                  </a:cubicBezTo>
                  <a:cubicBezTo>
                    <a:pt x="67" y="2"/>
                    <a:pt x="60" y="0"/>
                    <a:pt x="52" y="1"/>
                  </a:cubicBezTo>
                  <a:cubicBezTo>
                    <a:pt x="38" y="2"/>
                    <a:pt x="26" y="6"/>
                    <a:pt x="12" y="6"/>
                  </a:cubicBezTo>
                  <a:lnTo>
                    <a:pt x="0" y="47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60" name="Freeform 1427"/>
            <p:cNvSpPr>
              <a:spLocks/>
            </p:cNvSpPr>
            <p:nvPr/>
          </p:nvSpPr>
          <p:spPr bwMode="auto">
            <a:xfrm>
              <a:off x="5437" y="2222"/>
              <a:ext cx="107" cy="169"/>
            </a:xfrm>
            <a:custGeom>
              <a:avLst/>
              <a:gdLst>
                <a:gd name="T0" fmla="*/ 1965 w 19"/>
                <a:gd name="T1" fmla="*/ 2507 h 30"/>
                <a:gd name="T2" fmla="*/ 0 w 19"/>
                <a:gd name="T3" fmla="*/ 4822 h 30"/>
                <a:gd name="T4" fmla="*/ 2157 w 19"/>
                <a:gd name="T5" fmla="*/ 3205 h 30"/>
                <a:gd name="T6" fmla="*/ 3204 w 19"/>
                <a:gd name="T7" fmla="*/ 0 h 30"/>
                <a:gd name="T8" fmla="*/ 2506 w 19"/>
                <a:gd name="T9" fmla="*/ 1775 h 30"/>
                <a:gd name="T10" fmla="*/ 1965 w 19"/>
                <a:gd name="T11" fmla="*/ 2507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30">
                  <a:moveTo>
                    <a:pt x="11" y="14"/>
                  </a:moveTo>
                  <a:cubicBezTo>
                    <a:pt x="9" y="19"/>
                    <a:pt x="3" y="23"/>
                    <a:pt x="0" y="27"/>
                  </a:cubicBezTo>
                  <a:cubicBezTo>
                    <a:pt x="3" y="30"/>
                    <a:pt x="10" y="21"/>
                    <a:pt x="12" y="18"/>
                  </a:cubicBezTo>
                  <a:cubicBezTo>
                    <a:pt x="15" y="14"/>
                    <a:pt x="19" y="5"/>
                    <a:pt x="18" y="0"/>
                  </a:cubicBezTo>
                  <a:cubicBezTo>
                    <a:pt x="16" y="3"/>
                    <a:pt x="14" y="6"/>
                    <a:pt x="14" y="10"/>
                  </a:cubicBezTo>
                  <a:lnTo>
                    <a:pt x="11" y="14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61" name="Freeform 1428"/>
            <p:cNvSpPr>
              <a:spLocks/>
            </p:cNvSpPr>
            <p:nvPr/>
          </p:nvSpPr>
          <p:spPr bwMode="auto">
            <a:xfrm>
              <a:off x="5533" y="2244"/>
              <a:ext cx="197" cy="113"/>
            </a:xfrm>
            <a:custGeom>
              <a:avLst/>
              <a:gdLst>
                <a:gd name="T0" fmla="*/ 2505 w 35"/>
                <a:gd name="T1" fmla="*/ 192 h 20"/>
                <a:gd name="T2" fmla="*/ 0 w 35"/>
                <a:gd name="T3" fmla="*/ 2876 h 20"/>
                <a:gd name="T4" fmla="*/ 1238 w 35"/>
                <a:gd name="T5" fmla="*/ 1978 h 20"/>
                <a:gd name="T6" fmla="*/ 2662 w 35"/>
                <a:gd name="T7" fmla="*/ 1277 h 20"/>
                <a:gd name="T8" fmla="*/ 1615 w 35"/>
                <a:gd name="T9" fmla="*/ 3605 h 20"/>
                <a:gd name="T10" fmla="*/ 4469 w 35"/>
                <a:gd name="T11" fmla="*/ 1277 h 20"/>
                <a:gd name="T12" fmla="*/ 3737 w 35"/>
                <a:gd name="T13" fmla="*/ 3418 h 20"/>
                <a:gd name="T14" fmla="*/ 6242 w 35"/>
                <a:gd name="T15" fmla="*/ 192 h 20"/>
                <a:gd name="T16" fmla="*/ 5004 w 35"/>
                <a:gd name="T17" fmla="*/ 1435 h 20"/>
                <a:gd name="T18" fmla="*/ 5161 w 35"/>
                <a:gd name="T19" fmla="*/ 542 h 20"/>
                <a:gd name="T20" fmla="*/ 3580 w 35"/>
                <a:gd name="T21" fmla="*/ 1277 h 20"/>
                <a:gd name="T22" fmla="*/ 3388 w 35"/>
                <a:gd name="T23" fmla="*/ 542 h 20"/>
                <a:gd name="T24" fmla="*/ 2854 w 35"/>
                <a:gd name="T25" fmla="*/ 893 h 20"/>
                <a:gd name="T26" fmla="*/ 3039 w 35"/>
                <a:gd name="T27" fmla="*/ 0 h 20"/>
                <a:gd name="T28" fmla="*/ 2662 w 35"/>
                <a:gd name="T29" fmla="*/ 350 h 20"/>
                <a:gd name="T30" fmla="*/ 2505 w 35"/>
                <a:gd name="T31" fmla="*/ 192 h 2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5" h="20">
                  <a:moveTo>
                    <a:pt x="14" y="1"/>
                  </a:moveTo>
                  <a:cubicBezTo>
                    <a:pt x="10" y="5"/>
                    <a:pt x="2" y="11"/>
                    <a:pt x="0" y="16"/>
                  </a:cubicBezTo>
                  <a:cubicBezTo>
                    <a:pt x="3" y="18"/>
                    <a:pt x="5" y="12"/>
                    <a:pt x="7" y="11"/>
                  </a:cubicBezTo>
                  <a:cubicBezTo>
                    <a:pt x="10" y="9"/>
                    <a:pt x="12" y="9"/>
                    <a:pt x="15" y="7"/>
                  </a:cubicBezTo>
                  <a:cubicBezTo>
                    <a:pt x="16" y="12"/>
                    <a:pt x="10" y="14"/>
                    <a:pt x="9" y="20"/>
                  </a:cubicBezTo>
                  <a:cubicBezTo>
                    <a:pt x="15" y="17"/>
                    <a:pt x="19" y="9"/>
                    <a:pt x="25" y="7"/>
                  </a:cubicBezTo>
                  <a:cubicBezTo>
                    <a:pt x="26" y="12"/>
                    <a:pt x="21" y="14"/>
                    <a:pt x="21" y="19"/>
                  </a:cubicBezTo>
                  <a:cubicBezTo>
                    <a:pt x="26" y="16"/>
                    <a:pt x="34" y="7"/>
                    <a:pt x="35" y="1"/>
                  </a:cubicBezTo>
                  <a:cubicBezTo>
                    <a:pt x="32" y="2"/>
                    <a:pt x="31" y="7"/>
                    <a:pt x="28" y="8"/>
                  </a:cubicBezTo>
                  <a:cubicBezTo>
                    <a:pt x="28" y="6"/>
                    <a:pt x="28" y="4"/>
                    <a:pt x="29" y="3"/>
                  </a:cubicBezTo>
                  <a:cubicBezTo>
                    <a:pt x="25" y="0"/>
                    <a:pt x="23" y="7"/>
                    <a:pt x="20" y="7"/>
                  </a:cubicBezTo>
                  <a:cubicBezTo>
                    <a:pt x="20" y="6"/>
                    <a:pt x="19" y="4"/>
                    <a:pt x="19" y="3"/>
                  </a:cubicBezTo>
                  <a:cubicBezTo>
                    <a:pt x="18" y="4"/>
                    <a:pt x="17" y="3"/>
                    <a:pt x="16" y="5"/>
                  </a:cubicBezTo>
                  <a:cubicBezTo>
                    <a:pt x="16" y="3"/>
                    <a:pt x="16" y="1"/>
                    <a:pt x="17" y="0"/>
                  </a:cubicBezTo>
                  <a:cubicBezTo>
                    <a:pt x="15" y="0"/>
                    <a:pt x="16" y="1"/>
                    <a:pt x="15" y="2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62" name="Freeform 1429"/>
            <p:cNvSpPr>
              <a:spLocks/>
            </p:cNvSpPr>
            <p:nvPr/>
          </p:nvSpPr>
          <p:spPr bwMode="auto">
            <a:xfrm>
              <a:off x="5742" y="2188"/>
              <a:ext cx="918" cy="259"/>
            </a:xfrm>
            <a:custGeom>
              <a:avLst/>
              <a:gdLst>
                <a:gd name="T0" fmla="*/ 1076 w 163"/>
                <a:gd name="T1" fmla="*/ 1965 h 46"/>
                <a:gd name="T2" fmla="*/ 0 w 163"/>
                <a:gd name="T3" fmla="*/ 3046 h 46"/>
                <a:gd name="T4" fmla="*/ 541 w 163"/>
                <a:gd name="T5" fmla="*/ 3204 h 46"/>
                <a:gd name="T6" fmla="*/ 191 w 163"/>
                <a:gd name="T7" fmla="*/ 5011 h 46"/>
                <a:gd name="T8" fmla="*/ 3205 w 163"/>
                <a:gd name="T9" fmla="*/ 3046 h 46"/>
                <a:gd name="T10" fmla="*/ 1774 w 163"/>
                <a:gd name="T11" fmla="*/ 5011 h 46"/>
                <a:gd name="T12" fmla="*/ 4629 w 163"/>
                <a:gd name="T13" fmla="*/ 2506 h 46"/>
                <a:gd name="T14" fmla="*/ 4280 w 163"/>
                <a:gd name="T15" fmla="*/ 4279 h 46"/>
                <a:gd name="T16" fmla="*/ 5170 w 163"/>
                <a:gd name="T17" fmla="*/ 3581 h 46"/>
                <a:gd name="T18" fmla="*/ 4472 w 163"/>
                <a:gd name="T19" fmla="*/ 5704 h 46"/>
                <a:gd name="T20" fmla="*/ 6978 w 163"/>
                <a:gd name="T21" fmla="*/ 3930 h 46"/>
                <a:gd name="T22" fmla="*/ 6978 w 163"/>
                <a:gd name="T23" fmla="*/ 5169 h 46"/>
                <a:gd name="T24" fmla="*/ 7868 w 163"/>
                <a:gd name="T25" fmla="*/ 4121 h 46"/>
                <a:gd name="T26" fmla="*/ 8025 w 163"/>
                <a:gd name="T27" fmla="*/ 5169 h 46"/>
                <a:gd name="T28" fmla="*/ 9101 w 163"/>
                <a:gd name="T29" fmla="*/ 4121 h 46"/>
                <a:gd name="T30" fmla="*/ 10374 w 163"/>
                <a:gd name="T31" fmla="*/ 4279 h 46"/>
                <a:gd name="T32" fmla="*/ 11799 w 163"/>
                <a:gd name="T33" fmla="*/ 4471 h 46"/>
                <a:gd name="T34" fmla="*/ 14114 w 163"/>
                <a:gd name="T35" fmla="*/ 5360 h 46"/>
                <a:gd name="T36" fmla="*/ 16271 w 163"/>
                <a:gd name="T37" fmla="*/ 6785 h 46"/>
                <a:gd name="T38" fmla="*/ 15893 w 163"/>
                <a:gd name="T39" fmla="*/ 5895 h 46"/>
                <a:gd name="T40" fmla="*/ 18050 w 163"/>
                <a:gd name="T41" fmla="*/ 6976 h 46"/>
                <a:gd name="T42" fmla="*/ 17701 w 163"/>
                <a:gd name="T43" fmla="*/ 6053 h 46"/>
                <a:gd name="T44" fmla="*/ 18743 w 163"/>
                <a:gd name="T45" fmla="*/ 6976 h 46"/>
                <a:gd name="T46" fmla="*/ 20365 w 163"/>
                <a:gd name="T47" fmla="*/ 7325 h 46"/>
                <a:gd name="T48" fmla="*/ 20365 w 163"/>
                <a:gd name="T49" fmla="*/ 6436 h 46"/>
                <a:gd name="T50" fmla="*/ 22330 w 163"/>
                <a:gd name="T51" fmla="*/ 6976 h 46"/>
                <a:gd name="T52" fmla="*/ 23570 w 163"/>
                <a:gd name="T53" fmla="*/ 6785 h 46"/>
                <a:gd name="T54" fmla="*/ 24994 w 163"/>
                <a:gd name="T55" fmla="*/ 6976 h 46"/>
                <a:gd name="T56" fmla="*/ 26070 w 163"/>
                <a:gd name="T57" fmla="*/ 6785 h 46"/>
                <a:gd name="T58" fmla="*/ 26960 w 163"/>
                <a:gd name="T59" fmla="*/ 6976 h 46"/>
                <a:gd name="T60" fmla="*/ 29117 w 163"/>
                <a:gd name="T61" fmla="*/ 6785 h 46"/>
                <a:gd name="T62" fmla="*/ 25721 w 163"/>
                <a:gd name="T63" fmla="*/ 5169 h 46"/>
                <a:gd name="T64" fmla="*/ 22522 w 163"/>
                <a:gd name="T65" fmla="*/ 3046 h 46"/>
                <a:gd name="T66" fmla="*/ 18743 w 163"/>
                <a:gd name="T67" fmla="*/ 1425 h 46"/>
                <a:gd name="T68" fmla="*/ 14812 w 163"/>
                <a:gd name="T69" fmla="*/ 191 h 46"/>
                <a:gd name="T70" fmla="*/ 15893 w 163"/>
                <a:gd name="T71" fmla="*/ 1965 h 46"/>
                <a:gd name="T72" fmla="*/ 13922 w 163"/>
                <a:gd name="T73" fmla="*/ 1965 h 46"/>
                <a:gd name="T74" fmla="*/ 12846 w 163"/>
                <a:gd name="T75" fmla="*/ 2314 h 46"/>
                <a:gd name="T76" fmla="*/ 11607 w 163"/>
                <a:gd name="T77" fmla="*/ 1616 h 46"/>
                <a:gd name="T78" fmla="*/ 9991 w 163"/>
                <a:gd name="T79" fmla="*/ 1965 h 46"/>
                <a:gd name="T80" fmla="*/ 8943 w 163"/>
                <a:gd name="T81" fmla="*/ 2506 h 46"/>
                <a:gd name="T82" fmla="*/ 7868 w 163"/>
                <a:gd name="T83" fmla="*/ 2855 h 46"/>
                <a:gd name="T84" fmla="*/ 7327 w 163"/>
                <a:gd name="T85" fmla="*/ 1965 h 46"/>
                <a:gd name="T86" fmla="*/ 6246 w 163"/>
                <a:gd name="T87" fmla="*/ 2156 h 46"/>
                <a:gd name="T88" fmla="*/ 5170 w 163"/>
                <a:gd name="T89" fmla="*/ 2314 h 46"/>
                <a:gd name="T90" fmla="*/ 4123 w 163"/>
                <a:gd name="T91" fmla="*/ 1965 h 46"/>
                <a:gd name="T92" fmla="*/ 1616 w 163"/>
                <a:gd name="T93" fmla="*/ 2506 h 46"/>
                <a:gd name="T94" fmla="*/ 1774 w 163"/>
                <a:gd name="T95" fmla="*/ 1616 h 46"/>
                <a:gd name="T96" fmla="*/ 1076 w 163"/>
                <a:gd name="T97" fmla="*/ 1965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63" h="46">
                  <a:moveTo>
                    <a:pt x="6" y="11"/>
                  </a:moveTo>
                  <a:cubicBezTo>
                    <a:pt x="4" y="13"/>
                    <a:pt x="2" y="15"/>
                    <a:pt x="0" y="17"/>
                  </a:cubicBezTo>
                  <a:cubicBezTo>
                    <a:pt x="1" y="17"/>
                    <a:pt x="2" y="18"/>
                    <a:pt x="3" y="18"/>
                  </a:cubicBezTo>
                  <a:cubicBezTo>
                    <a:pt x="3" y="22"/>
                    <a:pt x="4" y="24"/>
                    <a:pt x="1" y="28"/>
                  </a:cubicBezTo>
                  <a:cubicBezTo>
                    <a:pt x="7" y="32"/>
                    <a:pt x="13" y="17"/>
                    <a:pt x="18" y="17"/>
                  </a:cubicBezTo>
                  <a:cubicBezTo>
                    <a:pt x="18" y="21"/>
                    <a:pt x="12" y="24"/>
                    <a:pt x="10" y="28"/>
                  </a:cubicBezTo>
                  <a:cubicBezTo>
                    <a:pt x="15" y="30"/>
                    <a:pt x="21" y="16"/>
                    <a:pt x="26" y="14"/>
                  </a:cubicBezTo>
                  <a:cubicBezTo>
                    <a:pt x="27" y="18"/>
                    <a:pt x="23" y="20"/>
                    <a:pt x="24" y="24"/>
                  </a:cubicBezTo>
                  <a:cubicBezTo>
                    <a:pt x="26" y="24"/>
                    <a:pt x="28" y="22"/>
                    <a:pt x="29" y="20"/>
                  </a:cubicBezTo>
                  <a:cubicBezTo>
                    <a:pt x="30" y="24"/>
                    <a:pt x="26" y="28"/>
                    <a:pt x="25" y="32"/>
                  </a:cubicBezTo>
                  <a:cubicBezTo>
                    <a:pt x="30" y="34"/>
                    <a:pt x="35" y="24"/>
                    <a:pt x="39" y="22"/>
                  </a:cubicBezTo>
                  <a:cubicBezTo>
                    <a:pt x="39" y="24"/>
                    <a:pt x="39" y="27"/>
                    <a:pt x="39" y="29"/>
                  </a:cubicBezTo>
                  <a:cubicBezTo>
                    <a:pt x="41" y="28"/>
                    <a:pt x="42" y="25"/>
                    <a:pt x="44" y="23"/>
                  </a:cubicBezTo>
                  <a:cubicBezTo>
                    <a:pt x="45" y="25"/>
                    <a:pt x="45" y="27"/>
                    <a:pt x="45" y="29"/>
                  </a:cubicBezTo>
                  <a:cubicBezTo>
                    <a:pt x="47" y="28"/>
                    <a:pt x="48" y="23"/>
                    <a:pt x="51" y="23"/>
                  </a:cubicBezTo>
                  <a:cubicBezTo>
                    <a:pt x="52" y="34"/>
                    <a:pt x="53" y="24"/>
                    <a:pt x="58" y="24"/>
                  </a:cubicBezTo>
                  <a:cubicBezTo>
                    <a:pt x="59" y="24"/>
                    <a:pt x="66" y="38"/>
                    <a:pt x="66" y="25"/>
                  </a:cubicBezTo>
                  <a:cubicBezTo>
                    <a:pt x="69" y="26"/>
                    <a:pt x="83" y="46"/>
                    <a:pt x="79" y="30"/>
                  </a:cubicBezTo>
                  <a:cubicBezTo>
                    <a:pt x="83" y="32"/>
                    <a:pt x="86" y="38"/>
                    <a:pt x="91" y="38"/>
                  </a:cubicBezTo>
                  <a:cubicBezTo>
                    <a:pt x="91" y="36"/>
                    <a:pt x="90" y="34"/>
                    <a:pt x="89" y="33"/>
                  </a:cubicBezTo>
                  <a:cubicBezTo>
                    <a:pt x="93" y="32"/>
                    <a:pt x="96" y="39"/>
                    <a:pt x="101" y="39"/>
                  </a:cubicBezTo>
                  <a:cubicBezTo>
                    <a:pt x="100" y="38"/>
                    <a:pt x="100" y="35"/>
                    <a:pt x="99" y="34"/>
                  </a:cubicBezTo>
                  <a:cubicBezTo>
                    <a:pt x="102" y="34"/>
                    <a:pt x="103" y="37"/>
                    <a:pt x="105" y="39"/>
                  </a:cubicBezTo>
                  <a:cubicBezTo>
                    <a:pt x="108" y="40"/>
                    <a:pt x="111" y="40"/>
                    <a:pt x="114" y="41"/>
                  </a:cubicBezTo>
                  <a:cubicBezTo>
                    <a:pt x="114" y="39"/>
                    <a:pt x="114" y="37"/>
                    <a:pt x="114" y="36"/>
                  </a:cubicBezTo>
                  <a:cubicBezTo>
                    <a:pt x="118" y="35"/>
                    <a:pt x="121" y="39"/>
                    <a:pt x="125" y="39"/>
                  </a:cubicBezTo>
                  <a:cubicBezTo>
                    <a:pt x="128" y="39"/>
                    <a:pt x="129" y="38"/>
                    <a:pt x="132" y="38"/>
                  </a:cubicBezTo>
                  <a:cubicBezTo>
                    <a:pt x="135" y="38"/>
                    <a:pt x="137" y="39"/>
                    <a:pt x="140" y="39"/>
                  </a:cubicBezTo>
                  <a:cubicBezTo>
                    <a:pt x="142" y="39"/>
                    <a:pt x="143" y="38"/>
                    <a:pt x="146" y="38"/>
                  </a:cubicBezTo>
                  <a:cubicBezTo>
                    <a:pt x="148" y="38"/>
                    <a:pt x="149" y="39"/>
                    <a:pt x="151" y="39"/>
                  </a:cubicBezTo>
                  <a:cubicBezTo>
                    <a:pt x="156" y="38"/>
                    <a:pt x="159" y="38"/>
                    <a:pt x="163" y="38"/>
                  </a:cubicBezTo>
                  <a:cubicBezTo>
                    <a:pt x="163" y="31"/>
                    <a:pt x="149" y="30"/>
                    <a:pt x="144" y="29"/>
                  </a:cubicBezTo>
                  <a:cubicBezTo>
                    <a:pt x="137" y="26"/>
                    <a:pt x="132" y="21"/>
                    <a:pt x="126" y="17"/>
                  </a:cubicBezTo>
                  <a:cubicBezTo>
                    <a:pt x="119" y="12"/>
                    <a:pt x="113" y="11"/>
                    <a:pt x="105" y="8"/>
                  </a:cubicBezTo>
                  <a:cubicBezTo>
                    <a:pt x="98" y="6"/>
                    <a:pt x="90" y="0"/>
                    <a:pt x="83" y="1"/>
                  </a:cubicBezTo>
                  <a:cubicBezTo>
                    <a:pt x="83" y="6"/>
                    <a:pt x="91" y="7"/>
                    <a:pt x="89" y="11"/>
                  </a:cubicBezTo>
                  <a:cubicBezTo>
                    <a:pt x="88" y="15"/>
                    <a:pt x="80" y="11"/>
                    <a:pt x="78" y="11"/>
                  </a:cubicBezTo>
                  <a:cubicBezTo>
                    <a:pt x="76" y="11"/>
                    <a:pt x="74" y="13"/>
                    <a:pt x="72" y="13"/>
                  </a:cubicBezTo>
                  <a:cubicBezTo>
                    <a:pt x="70" y="13"/>
                    <a:pt x="66" y="9"/>
                    <a:pt x="65" y="9"/>
                  </a:cubicBezTo>
                  <a:cubicBezTo>
                    <a:pt x="62" y="9"/>
                    <a:pt x="58" y="19"/>
                    <a:pt x="56" y="11"/>
                  </a:cubicBezTo>
                  <a:cubicBezTo>
                    <a:pt x="54" y="12"/>
                    <a:pt x="52" y="13"/>
                    <a:pt x="50" y="14"/>
                  </a:cubicBezTo>
                  <a:cubicBezTo>
                    <a:pt x="50" y="14"/>
                    <a:pt x="45" y="16"/>
                    <a:pt x="44" y="16"/>
                  </a:cubicBezTo>
                  <a:cubicBezTo>
                    <a:pt x="42" y="15"/>
                    <a:pt x="42" y="11"/>
                    <a:pt x="41" y="11"/>
                  </a:cubicBezTo>
                  <a:cubicBezTo>
                    <a:pt x="38" y="8"/>
                    <a:pt x="39" y="11"/>
                    <a:pt x="35" y="12"/>
                  </a:cubicBezTo>
                  <a:cubicBezTo>
                    <a:pt x="32" y="14"/>
                    <a:pt x="33" y="14"/>
                    <a:pt x="29" y="13"/>
                  </a:cubicBezTo>
                  <a:cubicBezTo>
                    <a:pt x="27" y="12"/>
                    <a:pt x="27" y="11"/>
                    <a:pt x="23" y="11"/>
                  </a:cubicBezTo>
                  <a:cubicBezTo>
                    <a:pt x="17" y="13"/>
                    <a:pt x="14" y="12"/>
                    <a:pt x="9" y="14"/>
                  </a:cubicBezTo>
                  <a:cubicBezTo>
                    <a:pt x="10" y="13"/>
                    <a:pt x="9" y="11"/>
                    <a:pt x="10" y="9"/>
                  </a:cubicBezTo>
                  <a:cubicBezTo>
                    <a:pt x="8" y="9"/>
                    <a:pt x="7" y="10"/>
                    <a:pt x="6" y="1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63" name="Freeform 1430"/>
            <p:cNvSpPr>
              <a:spLocks/>
            </p:cNvSpPr>
            <p:nvPr/>
          </p:nvSpPr>
          <p:spPr bwMode="auto">
            <a:xfrm>
              <a:off x="2918" y="762"/>
              <a:ext cx="2705" cy="2119"/>
            </a:xfrm>
            <a:custGeom>
              <a:avLst/>
              <a:gdLst>
                <a:gd name="T0" fmla="*/ 2158 w 480"/>
                <a:gd name="T1" fmla="*/ 733 h 376"/>
                <a:gd name="T2" fmla="*/ 5179 w 480"/>
                <a:gd name="T3" fmla="*/ 1617 h 376"/>
                <a:gd name="T4" fmla="*/ 35599 w 480"/>
                <a:gd name="T5" fmla="*/ 15025 h 376"/>
                <a:gd name="T6" fmla="*/ 57261 w 480"/>
                <a:gd name="T7" fmla="*/ 23822 h 376"/>
                <a:gd name="T8" fmla="*/ 71040 w 480"/>
                <a:gd name="T9" fmla="*/ 37223 h 376"/>
                <a:gd name="T10" fmla="*/ 74630 w 480"/>
                <a:gd name="T11" fmla="*/ 36874 h 376"/>
                <a:gd name="T12" fmla="*/ 81967 w 480"/>
                <a:gd name="T13" fmla="*/ 34716 h 376"/>
                <a:gd name="T14" fmla="*/ 84283 w 480"/>
                <a:gd name="T15" fmla="*/ 39540 h 376"/>
                <a:gd name="T16" fmla="*/ 83399 w 480"/>
                <a:gd name="T17" fmla="*/ 43130 h 376"/>
                <a:gd name="T18" fmla="*/ 73739 w 480"/>
                <a:gd name="T19" fmla="*/ 56215 h 376"/>
                <a:gd name="T20" fmla="*/ 66566 w 480"/>
                <a:gd name="T21" fmla="*/ 60313 h 376"/>
                <a:gd name="T22" fmla="*/ 59228 w 480"/>
                <a:gd name="T23" fmla="*/ 65683 h 376"/>
                <a:gd name="T24" fmla="*/ 48335 w 480"/>
                <a:gd name="T25" fmla="*/ 63711 h 376"/>
                <a:gd name="T26" fmla="*/ 49575 w 480"/>
                <a:gd name="T27" fmla="*/ 61395 h 376"/>
                <a:gd name="T28" fmla="*/ 60310 w 480"/>
                <a:gd name="T29" fmla="*/ 51899 h 376"/>
                <a:gd name="T30" fmla="*/ 57639 w 480"/>
                <a:gd name="T31" fmla="*/ 50659 h 376"/>
                <a:gd name="T32" fmla="*/ 56213 w 480"/>
                <a:gd name="T33" fmla="*/ 48686 h 376"/>
                <a:gd name="T34" fmla="*/ 54748 w 480"/>
                <a:gd name="T35" fmla="*/ 47610 h 376"/>
                <a:gd name="T36" fmla="*/ 52973 w 480"/>
                <a:gd name="T37" fmla="*/ 46178 h 376"/>
                <a:gd name="T38" fmla="*/ 50307 w 480"/>
                <a:gd name="T39" fmla="*/ 43862 h 376"/>
                <a:gd name="T40" fmla="*/ 48842 w 480"/>
                <a:gd name="T41" fmla="*/ 43130 h 376"/>
                <a:gd name="T42" fmla="*/ 48493 w 480"/>
                <a:gd name="T43" fmla="*/ 42972 h 376"/>
                <a:gd name="T44" fmla="*/ 47602 w 480"/>
                <a:gd name="T45" fmla="*/ 41512 h 376"/>
                <a:gd name="T46" fmla="*/ 46718 w 480"/>
                <a:gd name="T47" fmla="*/ 40081 h 376"/>
                <a:gd name="T48" fmla="*/ 45444 w 480"/>
                <a:gd name="T49" fmla="*/ 38841 h 376"/>
                <a:gd name="T50" fmla="*/ 44018 w 480"/>
                <a:gd name="T51" fmla="*/ 37573 h 376"/>
                <a:gd name="T52" fmla="*/ 42970 w 480"/>
                <a:gd name="T53" fmla="*/ 36525 h 376"/>
                <a:gd name="T54" fmla="*/ 41696 w 480"/>
                <a:gd name="T55" fmla="*/ 35443 h 376"/>
                <a:gd name="T56" fmla="*/ 40271 w 480"/>
                <a:gd name="T57" fmla="*/ 34017 h 376"/>
                <a:gd name="T58" fmla="*/ 39031 w 480"/>
                <a:gd name="T59" fmla="*/ 33284 h 376"/>
                <a:gd name="T60" fmla="*/ 37763 w 480"/>
                <a:gd name="T61" fmla="*/ 32044 h 376"/>
                <a:gd name="T62" fmla="*/ 35982 w 480"/>
                <a:gd name="T63" fmla="*/ 30618 h 376"/>
                <a:gd name="T64" fmla="*/ 34714 w 480"/>
                <a:gd name="T65" fmla="*/ 29886 h 376"/>
                <a:gd name="T66" fmla="*/ 33632 w 480"/>
                <a:gd name="T67" fmla="*/ 27919 h 376"/>
                <a:gd name="T68" fmla="*/ 30967 w 480"/>
                <a:gd name="T69" fmla="*/ 26138 h 376"/>
                <a:gd name="T70" fmla="*/ 27568 w 480"/>
                <a:gd name="T71" fmla="*/ 23980 h 376"/>
                <a:gd name="T72" fmla="*/ 22897 w 480"/>
                <a:gd name="T73" fmla="*/ 21663 h 376"/>
                <a:gd name="T74" fmla="*/ 20389 w 480"/>
                <a:gd name="T75" fmla="*/ 18609 h 376"/>
                <a:gd name="T76" fmla="*/ 6796 w 480"/>
                <a:gd name="T77" fmla="*/ 7529 h 376"/>
                <a:gd name="T78" fmla="*/ 2158 w 480"/>
                <a:gd name="T79" fmla="*/ 733 h 37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480" h="376">
                  <a:moveTo>
                    <a:pt x="12" y="4"/>
                  </a:moveTo>
                  <a:cubicBezTo>
                    <a:pt x="12" y="4"/>
                    <a:pt x="12" y="1"/>
                    <a:pt x="29" y="9"/>
                  </a:cubicBezTo>
                  <a:cubicBezTo>
                    <a:pt x="29" y="9"/>
                    <a:pt x="135" y="72"/>
                    <a:pt x="199" y="84"/>
                  </a:cubicBezTo>
                  <a:cubicBezTo>
                    <a:pt x="199" y="84"/>
                    <a:pt x="298" y="105"/>
                    <a:pt x="320" y="133"/>
                  </a:cubicBezTo>
                  <a:cubicBezTo>
                    <a:pt x="320" y="133"/>
                    <a:pt x="375" y="201"/>
                    <a:pt x="397" y="208"/>
                  </a:cubicBezTo>
                  <a:cubicBezTo>
                    <a:pt x="397" y="208"/>
                    <a:pt x="409" y="215"/>
                    <a:pt x="417" y="206"/>
                  </a:cubicBezTo>
                  <a:cubicBezTo>
                    <a:pt x="417" y="206"/>
                    <a:pt x="432" y="186"/>
                    <a:pt x="458" y="194"/>
                  </a:cubicBezTo>
                  <a:cubicBezTo>
                    <a:pt x="458" y="194"/>
                    <a:pt x="480" y="202"/>
                    <a:pt x="471" y="221"/>
                  </a:cubicBezTo>
                  <a:cubicBezTo>
                    <a:pt x="471" y="221"/>
                    <a:pt x="467" y="236"/>
                    <a:pt x="466" y="241"/>
                  </a:cubicBezTo>
                  <a:cubicBezTo>
                    <a:pt x="466" y="241"/>
                    <a:pt x="469" y="275"/>
                    <a:pt x="412" y="314"/>
                  </a:cubicBezTo>
                  <a:cubicBezTo>
                    <a:pt x="412" y="314"/>
                    <a:pt x="381" y="338"/>
                    <a:pt x="372" y="337"/>
                  </a:cubicBezTo>
                  <a:cubicBezTo>
                    <a:pt x="372" y="337"/>
                    <a:pt x="364" y="362"/>
                    <a:pt x="331" y="367"/>
                  </a:cubicBezTo>
                  <a:cubicBezTo>
                    <a:pt x="331" y="367"/>
                    <a:pt x="272" y="376"/>
                    <a:pt x="270" y="356"/>
                  </a:cubicBezTo>
                  <a:cubicBezTo>
                    <a:pt x="270" y="356"/>
                    <a:pt x="266" y="351"/>
                    <a:pt x="277" y="343"/>
                  </a:cubicBezTo>
                  <a:cubicBezTo>
                    <a:pt x="277" y="343"/>
                    <a:pt x="332" y="311"/>
                    <a:pt x="337" y="290"/>
                  </a:cubicBezTo>
                  <a:cubicBezTo>
                    <a:pt x="337" y="290"/>
                    <a:pt x="327" y="295"/>
                    <a:pt x="322" y="283"/>
                  </a:cubicBezTo>
                  <a:cubicBezTo>
                    <a:pt x="322" y="283"/>
                    <a:pt x="315" y="281"/>
                    <a:pt x="314" y="272"/>
                  </a:cubicBezTo>
                  <a:cubicBezTo>
                    <a:pt x="314" y="272"/>
                    <a:pt x="306" y="273"/>
                    <a:pt x="306" y="266"/>
                  </a:cubicBezTo>
                  <a:cubicBezTo>
                    <a:pt x="306" y="266"/>
                    <a:pt x="296" y="261"/>
                    <a:pt x="296" y="258"/>
                  </a:cubicBezTo>
                  <a:cubicBezTo>
                    <a:pt x="296" y="258"/>
                    <a:pt x="281" y="253"/>
                    <a:pt x="281" y="245"/>
                  </a:cubicBezTo>
                  <a:cubicBezTo>
                    <a:pt x="281" y="245"/>
                    <a:pt x="275" y="246"/>
                    <a:pt x="273" y="241"/>
                  </a:cubicBezTo>
                  <a:cubicBezTo>
                    <a:pt x="271" y="236"/>
                    <a:pt x="271" y="240"/>
                    <a:pt x="271" y="240"/>
                  </a:cubicBezTo>
                  <a:cubicBezTo>
                    <a:pt x="271" y="240"/>
                    <a:pt x="266" y="236"/>
                    <a:pt x="266" y="232"/>
                  </a:cubicBezTo>
                  <a:cubicBezTo>
                    <a:pt x="266" y="232"/>
                    <a:pt x="261" y="230"/>
                    <a:pt x="261" y="224"/>
                  </a:cubicBezTo>
                  <a:cubicBezTo>
                    <a:pt x="261" y="224"/>
                    <a:pt x="254" y="221"/>
                    <a:pt x="254" y="217"/>
                  </a:cubicBezTo>
                  <a:cubicBezTo>
                    <a:pt x="254" y="217"/>
                    <a:pt x="245" y="215"/>
                    <a:pt x="246" y="210"/>
                  </a:cubicBezTo>
                  <a:cubicBezTo>
                    <a:pt x="246" y="210"/>
                    <a:pt x="240" y="206"/>
                    <a:pt x="240" y="204"/>
                  </a:cubicBezTo>
                  <a:cubicBezTo>
                    <a:pt x="239" y="202"/>
                    <a:pt x="233" y="202"/>
                    <a:pt x="233" y="198"/>
                  </a:cubicBezTo>
                  <a:cubicBezTo>
                    <a:pt x="233" y="198"/>
                    <a:pt x="225" y="196"/>
                    <a:pt x="225" y="190"/>
                  </a:cubicBezTo>
                  <a:cubicBezTo>
                    <a:pt x="225" y="190"/>
                    <a:pt x="218" y="190"/>
                    <a:pt x="218" y="186"/>
                  </a:cubicBezTo>
                  <a:cubicBezTo>
                    <a:pt x="218" y="186"/>
                    <a:pt x="211" y="184"/>
                    <a:pt x="211" y="179"/>
                  </a:cubicBezTo>
                  <a:cubicBezTo>
                    <a:pt x="211" y="179"/>
                    <a:pt x="203" y="177"/>
                    <a:pt x="201" y="171"/>
                  </a:cubicBezTo>
                  <a:cubicBezTo>
                    <a:pt x="201" y="171"/>
                    <a:pt x="195" y="173"/>
                    <a:pt x="194" y="167"/>
                  </a:cubicBezTo>
                  <a:cubicBezTo>
                    <a:pt x="194" y="167"/>
                    <a:pt x="186" y="163"/>
                    <a:pt x="188" y="156"/>
                  </a:cubicBezTo>
                  <a:cubicBezTo>
                    <a:pt x="189" y="149"/>
                    <a:pt x="175" y="155"/>
                    <a:pt x="173" y="146"/>
                  </a:cubicBezTo>
                  <a:cubicBezTo>
                    <a:pt x="173" y="146"/>
                    <a:pt x="158" y="141"/>
                    <a:pt x="154" y="134"/>
                  </a:cubicBezTo>
                  <a:cubicBezTo>
                    <a:pt x="154" y="134"/>
                    <a:pt x="126" y="130"/>
                    <a:pt x="128" y="121"/>
                  </a:cubicBezTo>
                  <a:cubicBezTo>
                    <a:pt x="128" y="121"/>
                    <a:pt x="111" y="117"/>
                    <a:pt x="114" y="104"/>
                  </a:cubicBezTo>
                  <a:cubicBezTo>
                    <a:pt x="114" y="104"/>
                    <a:pt x="66" y="75"/>
                    <a:pt x="38" y="42"/>
                  </a:cubicBezTo>
                  <a:cubicBezTo>
                    <a:pt x="38" y="42"/>
                    <a:pt x="0" y="0"/>
                    <a:pt x="12" y="4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64" name="Freeform 1431"/>
            <p:cNvSpPr>
              <a:spLocks/>
            </p:cNvSpPr>
            <p:nvPr/>
          </p:nvSpPr>
          <p:spPr bwMode="auto">
            <a:xfrm>
              <a:off x="3183" y="936"/>
              <a:ext cx="1972" cy="1460"/>
            </a:xfrm>
            <a:custGeom>
              <a:avLst/>
              <a:gdLst>
                <a:gd name="T0" fmla="*/ 15015 w 350"/>
                <a:gd name="T1" fmla="*/ 15761 h 259"/>
                <a:gd name="T2" fmla="*/ 16446 w 350"/>
                <a:gd name="T3" fmla="*/ 16844 h 259"/>
                <a:gd name="T4" fmla="*/ 18255 w 350"/>
                <a:gd name="T5" fmla="*/ 17379 h 259"/>
                <a:gd name="T6" fmla="*/ 21269 w 350"/>
                <a:gd name="T7" fmla="*/ 19702 h 259"/>
                <a:gd name="T8" fmla="*/ 23078 w 350"/>
                <a:gd name="T9" fmla="*/ 20434 h 259"/>
                <a:gd name="T10" fmla="*/ 24509 w 350"/>
                <a:gd name="T11" fmla="*/ 21483 h 259"/>
                <a:gd name="T12" fmla="*/ 25208 w 350"/>
                <a:gd name="T13" fmla="*/ 21669 h 259"/>
                <a:gd name="T14" fmla="*/ 25585 w 350"/>
                <a:gd name="T15" fmla="*/ 22402 h 259"/>
                <a:gd name="T16" fmla="*/ 26476 w 350"/>
                <a:gd name="T17" fmla="*/ 23991 h 259"/>
                <a:gd name="T18" fmla="*/ 27174 w 350"/>
                <a:gd name="T19" fmla="*/ 24375 h 259"/>
                <a:gd name="T20" fmla="*/ 27557 w 350"/>
                <a:gd name="T21" fmla="*/ 24183 h 259"/>
                <a:gd name="T22" fmla="*/ 27907 w 350"/>
                <a:gd name="T23" fmla="*/ 24724 h 259"/>
                <a:gd name="T24" fmla="*/ 29141 w 350"/>
                <a:gd name="T25" fmla="*/ 25609 h 259"/>
                <a:gd name="T26" fmla="*/ 30414 w 350"/>
                <a:gd name="T27" fmla="*/ 27041 h 259"/>
                <a:gd name="T28" fmla="*/ 31839 w 350"/>
                <a:gd name="T29" fmla="*/ 27932 h 259"/>
                <a:gd name="T30" fmla="*/ 34504 w 350"/>
                <a:gd name="T31" fmla="*/ 30440 h 259"/>
                <a:gd name="T32" fmla="*/ 35237 w 350"/>
                <a:gd name="T33" fmla="*/ 30632 h 259"/>
                <a:gd name="T34" fmla="*/ 35586 w 350"/>
                <a:gd name="T35" fmla="*/ 31331 h 259"/>
                <a:gd name="T36" fmla="*/ 36127 w 350"/>
                <a:gd name="T37" fmla="*/ 31872 h 259"/>
                <a:gd name="T38" fmla="*/ 36668 w 350"/>
                <a:gd name="T39" fmla="*/ 32413 h 259"/>
                <a:gd name="T40" fmla="*/ 38443 w 350"/>
                <a:gd name="T41" fmla="*/ 34380 h 259"/>
                <a:gd name="T42" fmla="*/ 39525 w 350"/>
                <a:gd name="T43" fmla="*/ 35113 h 259"/>
                <a:gd name="T44" fmla="*/ 40251 w 350"/>
                <a:gd name="T45" fmla="*/ 36353 h 259"/>
                <a:gd name="T46" fmla="*/ 41333 w 350"/>
                <a:gd name="T47" fmla="*/ 37272 h 259"/>
                <a:gd name="T48" fmla="*/ 42223 w 350"/>
                <a:gd name="T49" fmla="*/ 38321 h 259"/>
                <a:gd name="T50" fmla="*/ 43271 w 350"/>
                <a:gd name="T51" fmla="*/ 38704 h 259"/>
                <a:gd name="T52" fmla="*/ 44190 w 350"/>
                <a:gd name="T53" fmla="*/ 39753 h 259"/>
                <a:gd name="T54" fmla="*/ 45238 w 350"/>
                <a:gd name="T55" fmla="*/ 40294 h 259"/>
                <a:gd name="T56" fmla="*/ 46314 w 350"/>
                <a:gd name="T57" fmla="*/ 41213 h 259"/>
                <a:gd name="T58" fmla="*/ 47204 w 350"/>
                <a:gd name="T59" fmla="*/ 41912 h 259"/>
                <a:gd name="T60" fmla="*/ 48286 w 350"/>
                <a:gd name="T61" fmla="*/ 42644 h 259"/>
                <a:gd name="T62" fmla="*/ 49013 w 350"/>
                <a:gd name="T63" fmla="*/ 44076 h 259"/>
                <a:gd name="T64" fmla="*/ 50252 w 350"/>
                <a:gd name="T65" fmla="*/ 44775 h 259"/>
                <a:gd name="T66" fmla="*/ 50985 w 350"/>
                <a:gd name="T67" fmla="*/ 45852 h 259"/>
                <a:gd name="T68" fmla="*/ 52219 w 350"/>
                <a:gd name="T69" fmla="*/ 46393 h 259"/>
                <a:gd name="T70" fmla="*/ 54033 w 350"/>
                <a:gd name="T71" fmla="*/ 42994 h 259"/>
                <a:gd name="T72" fmla="*/ 57047 w 350"/>
                <a:gd name="T73" fmla="*/ 40136 h 259"/>
                <a:gd name="T74" fmla="*/ 60631 w 350"/>
                <a:gd name="T75" fmla="*/ 37430 h 259"/>
                <a:gd name="T76" fmla="*/ 62411 w 350"/>
                <a:gd name="T77" fmla="*/ 33839 h 259"/>
                <a:gd name="T78" fmla="*/ 61363 w 350"/>
                <a:gd name="T79" fmla="*/ 32605 h 259"/>
                <a:gd name="T80" fmla="*/ 59746 w 350"/>
                <a:gd name="T81" fmla="*/ 30823 h 259"/>
                <a:gd name="T82" fmla="*/ 55616 w 350"/>
                <a:gd name="T83" fmla="*/ 27582 h 259"/>
                <a:gd name="T84" fmla="*/ 49554 w 350"/>
                <a:gd name="T85" fmla="*/ 20592 h 259"/>
                <a:gd name="T86" fmla="*/ 42573 w 350"/>
                <a:gd name="T87" fmla="*/ 15953 h 259"/>
                <a:gd name="T88" fmla="*/ 34696 w 350"/>
                <a:gd name="T89" fmla="*/ 12903 h 259"/>
                <a:gd name="T90" fmla="*/ 17714 w 350"/>
                <a:gd name="T91" fmla="*/ 6990 h 259"/>
                <a:gd name="T92" fmla="*/ 8220 w 350"/>
                <a:gd name="T93" fmla="*/ 3399 h 259"/>
                <a:gd name="T94" fmla="*/ 1082 w 350"/>
                <a:gd name="T95" fmla="*/ 0 h 259"/>
                <a:gd name="T96" fmla="*/ 3747 w 350"/>
                <a:gd name="T97" fmla="*/ 1781 h 259"/>
                <a:gd name="T98" fmla="*/ 0 w 350"/>
                <a:gd name="T99" fmla="*/ 2322 h 259"/>
                <a:gd name="T100" fmla="*/ 7336 w 350"/>
                <a:gd name="T101" fmla="*/ 8963 h 259"/>
                <a:gd name="T102" fmla="*/ 10919 w 350"/>
                <a:gd name="T103" fmla="*/ 11629 h 259"/>
                <a:gd name="T104" fmla="*/ 13934 w 350"/>
                <a:gd name="T105" fmla="*/ 13980 h 259"/>
                <a:gd name="T106" fmla="*/ 15015 w 350"/>
                <a:gd name="T107" fmla="*/ 15761 h 25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350" h="259">
                  <a:moveTo>
                    <a:pt x="84" y="88"/>
                  </a:moveTo>
                  <a:cubicBezTo>
                    <a:pt x="88" y="88"/>
                    <a:pt x="89" y="92"/>
                    <a:pt x="92" y="94"/>
                  </a:cubicBezTo>
                  <a:cubicBezTo>
                    <a:pt x="95" y="96"/>
                    <a:pt x="99" y="96"/>
                    <a:pt x="102" y="97"/>
                  </a:cubicBezTo>
                  <a:cubicBezTo>
                    <a:pt x="109" y="98"/>
                    <a:pt x="113" y="106"/>
                    <a:pt x="119" y="110"/>
                  </a:cubicBezTo>
                  <a:cubicBezTo>
                    <a:pt x="122" y="112"/>
                    <a:pt x="126" y="113"/>
                    <a:pt x="129" y="114"/>
                  </a:cubicBezTo>
                  <a:cubicBezTo>
                    <a:pt x="132" y="116"/>
                    <a:pt x="134" y="118"/>
                    <a:pt x="137" y="120"/>
                  </a:cubicBezTo>
                  <a:cubicBezTo>
                    <a:pt x="138" y="120"/>
                    <a:pt x="141" y="120"/>
                    <a:pt x="141" y="121"/>
                  </a:cubicBezTo>
                  <a:cubicBezTo>
                    <a:pt x="143" y="122"/>
                    <a:pt x="142" y="124"/>
                    <a:pt x="143" y="125"/>
                  </a:cubicBezTo>
                  <a:cubicBezTo>
                    <a:pt x="145" y="127"/>
                    <a:pt x="147" y="133"/>
                    <a:pt x="148" y="134"/>
                  </a:cubicBezTo>
                  <a:cubicBezTo>
                    <a:pt x="150" y="135"/>
                    <a:pt x="151" y="135"/>
                    <a:pt x="152" y="136"/>
                  </a:cubicBezTo>
                  <a:cubicBezTo>
                    <a:pt x="153" y="136"/>
                    <a:pt x="153" y="135"/>
                    <a:pt x="154" y="135"/>
                  </a:cubicBezTo>
                  <a:cubicBezTo>
                    <a:pt x="155" y="136"/>
                    <a:pt x="155" y="138"/>
                    <a:pt x="156" y="138"/>
                  </a:cubicBezTo>
                  <a:cubicBezTo>
                    <a:pt x="158" y="140"/>
                    <a:pt x="161" y="142"/>
                    <a:pt x="163" y="143"/>
                  </a:cubicBezTo>
                  <a:cubicBezTo>
                    <a:pt x="165" y="146"/>
                    <a:pt x="167" y="148"/>
                    <a:pt x="170" y="151"/>
                  </a:cubicBezTo>
                  <a:cubicBezTo>
                    <a:pt x="173" y="153"/>
                    <a:pt x="174" y="154"/>
                    <a:pt x="178" y="156"/>
                  </a:cubicBezTo>
                  <a:cubicBezTo>
                    <a:pt x="184" y="159"/>
                    <a:pt x="186" y="167"/>
                    <a:pt x="193" y="170"/>
                  </a:cubicBezTo>
                  <a:cubicBezTo>
                    <a:pt x="194" y="170"/>
                    <a:pt x="197" y="170"/>
                    <a:pt x="197" y="171"/>
                  </a:cubicBezTo>
                  <a:cubicBezTo>
                    <a:pt x="198" y="172"/>
                    <a:pt x="198" y="174"/>
                    <a:pt x="199" y="175"/>
                  </a:cubicBezTo>
                  <a:cubicBezTo>
                    <a:pt x="200" y="176"/>
                    <a:pt x="202" y="177"/>
                    <a:pt x="202" y="178"/>
                  </a:cubicBezTo>
                  <a:cubicBezTo>
                    <a:pt x="203" y="179"/>
                    <a:pt x="205" y="180"/>
                    <a:pt x="205" y="181"/>
                  </a:cubicBezTo>
                  <a:cubicBezTo>
                    <a:pt x="209" y="184"/>
                    <a:pt x="211" y="189"/>
                    <a:pt x="215" y="192"/>
                  </a:cubicBezTo>
                  <a:cubicBezTo>
                    <a:pt x="217" y="194"/>
                    <a:pt x="219" y="194"/>
                    <a:pt x="221" y="196"/>
                  </a:cubicBezTo>
                  <a:cubicBezTo>
                    <a:pt x="223" y="197"/>
                    <a:pt x="223" y="201"/>
                    <a:pt x="225" y="203"/>
                  </a:cubicBezTo>
                  <a:cubicBezTo>
                    <a:pt x="227" y="205"/>
                    <a:pt x="229" y="206"/>
                    <a:pt x="231" y="208"/>
                  </a:cubicBezTo>
                  <a:cubicBezTo>
                    <a:pt x="233" y="211"/>
                    <a:pt x="232" y="213"/>
                    <a:pt x="236" y="214"/>
                  </a:cubicBezTo>
                  <a:cubicBezTo>
                    <a:pt x="238" y="215"/>
                    <a:pt x="239" y="214"/>
                    <a:pt x="242" y="216"/>
                  </a:cubicBezTo>
                  <a:cubicBezTo>
                    <a:pt x="244" y="218"/>
                    <a:pt x="245" y="220"/>
                    <a:pt x="247" y="222"/>
                  </a:cubicBezTo>
                  <a:cubicBezTo>
                    <a:pt x="249" y="223"/>
                    <a:pt x="251" y="224"/>
                    <a:pt x="253" y="225"/>
                  </a:cubicBezTo>
                  <a:cubicBezTo>
                    <a:pt x="255" y="227"/>
                    <a:pt x="256" y="228"/>
                    <a:pt x="259" y="230"/>
                  </a:cubicBezTo>
                  <a:cubicBezTo>
                    <a:pt x="262" y="231"/>
                    <a:pt x="262" y="232"/>
                    <a:pt x="264" y="234"/>
                  </a:cubicBezTo>
                  <a:cubicBezTo>
                    <a:pt x="266" y="236"/>
                    <a:pt x="268" y="236"/>
                    <a:pt x="270" y="238"/>
                  </a:cubicBezTo>
                  <a:cubicBezTo>
                    <a:pt x="272" y="240"/>
                    <a:pt x="272" y="243"/>
                    <a:pt x="274" y="246"/>
                  </a:cubicBezTo>
                  <a:cubicBezTo>
                    <a:pt x="277" y="249"/>
                    <a:pt x="279" y="248"/>
                    <a:pt x="281" y="250"/>
                  </a:cubicBezTo>
                  <a:cubicBezTo>
                    <a:pt x="283" y="251"/>
                    <a:pt x="283" y="254"/>
                    <a:pt x="285" y="256"/>
                  </a:cubicBezTo>
                  <a:cubicBezTo>
                    <a:pt x="286" y="257"/>
                    <a:pt x="290" y="258"/>
                    <a:pt x="292" y="259"/>
                  </a:cubicBezTo>
                  <a:cubicBezTo>
                    <a:pt x="296" y="254"/>
                    <a:pt x="297" y="246"/>
                    <a:pt x="302" y="240"/>
                  </a:cubicBezTo>
                  <a:cubicBezTo>
                    <a:pt x="307" y="233"/>
                    <a:pt x="312" y="228"/>
                    <a:pt x="319" y="224"/>
                  </a:cubicBezTo>
                  <a:cubicBezTo>
                    <a:pt x="326" y="220"/>
                    <a:pt x="333" y="215"/>
                    <a:pt x="339" y="209"/>
                  </a:cubicBezTo>
                  <a:cubicBezTo>
                    <a:pt x="342" y="206"/>
                    <a:pt x="350" y="194"/>
                    <a:pt x="349" y="189"/>
                  </a:cubicBezTo>
                  <a:cubicBezTo>
                    <a:pt x="349" y="188"/>
                    <a:pt x="344" y="183"/>
                    <a:pt x="343" y="182"/>
                  </a:cubicBezTo>
                  <a:cubicBezTo>
                    <a:pt x="340" y="178"/>
                    <a:pt x="337" y="175"/>
                    <a:pt x="334" y="172"/>
                  </a:cubicBezTo>
                  <a:cubicBezTo>
                    <a:pt x="326" y="166"/>
                    <a:pt x="318" y="161"/>
                    <a:pt x="311" y="154"/>
                  </a:cubicBezTo>
                  <a:cubicBezTo>
                    <a:pt x="298" y="143"/>
                    <a:pt x="288" y="129"/>
                    <a:pt x="277" y="115"/>
                  </a:cubicBezTo>
                  <a:cubicBezTo>
                    <a:pt x="266" y="102"/>
                    <a:pt x="252" y="95"/>
                    <a:pt x="238" y="89"/>
                  </a:cubicBezTo>
                  <a:cubicBezTo>
                    <a:pt x="224" y="82"/>
                    <a:pt x="209" y="76"/>
                    <a:pt x="194" y="72"/>
                  </a:cubicBezTo>
                  <a:cubicBezTo>
                    <a:pt x="161" y="63"/>
                    <a:pt x="132" y="48"/>
                    <a:pt x="99" y="39"/>
                  </a:cubicBezTo>
                  <a:cubicBezTo>
                    <a:pt x="81" y="35"/>
                    <a:pt x="63" y="26"/>
                    <a:pt x="46" y="19"/>
                  </a:cubicBezTo>
                  <a:cubicBezTo>
                    <a:pt x="33" y="13"/>
                    <a:pt x="19" y="7"/>
                    <a:pt x="6" y="0"/>
                  </a:cubicBezTo>
                  <a:cubicBezTo>
                    <a:pt x="12" y="0"/>
                    <a:pt x="15" y="8"/>
                    <a:pt x="21" y="10"/>
                  </a:cubicBezTo>
                  <a:cubicBezTo>
                    <a:pt x="15" y="10"/>
                    <a:pt x="2" y="5"/>
                    <a:pt x="0" y="13"/>
                  </a:cubicBezTo>
                  <a:cubicBezTo>
                    <a:pt x="17" y="21"/>
                    <a:pt x="27" y="39"/>
                    <a:pt x="41" y="50"/>
                  </a:cubicBezTo>
                  <a:cubicBezTo>
                    <a:pt x="47" y="56"/>
                    <a:pt x="54" y="60"/>
                    <a:pt x="61" y="65"/>
                  </a:cubicBezTo>
                  <a:cubicBezTo>
                    <a:pt x="66" y="68"/>
                    <a:pt x="75" y="72"/>
                    <a:pt x="78" y="78"/>
                  </a:cubicBezTo>
                  <a:lnTo>
                    <a:pt x="84" y="88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65" name="Freeform 1432"/>
            <p:cNvSpPr>
              <a:spLocks/>
            </p:cNvSpPr>
            <p:nvPr/>
          </p:nvSpPr>
          <p:spPr bwMode="auto">
            <a:xfrm>
              <a:off x="4445" y="1895"/>
              <a:ext cx="1144" cy="969"/>
            </a:xfrm>
            <a:custGeom>
              <a:avLst/>
              <a:gdLst>
                <a:gd name="T0" fmla="*/ 1431 w 203"/>
                <a:gd name="T1" fmla="*/ 28247 h 172"/>
                <a:gd name="T2" fmla="*/ 2316 w 203"/>
                <a:gd name="T3" fmla="*/ 25740 h 172"/>
                <a:gd name="T4" fmla="*/ 12161 w 203"/>
                <a:gd name="T5" fmla="*/ 15741 h 172"/>
                <a:gd name="T6" fmla="*/ 22356 w 203"/>
                <a:gd name="T7" fmla="*/ 3397 h 172"/>
                <a:gd name="T8" fmla="*/ 23438 w 203"/>
                <a:gd name="T9" fmla="*/ 4124 h 172"/>
                <a:gd name="T10" fmla="*/ 27727 w 203"/>
                <a:gd name="T11" fmla="*/ 6980 h 172"/>
                <a:gd name="T12" fmla="*/ 29344 w 203"/>
                <a:gd name="T13" fmla="*/ 5713 h 172"/>
                <a:gd name="T14" fmla="*/ 30076 w 203"/>
                <a:gd name="T15" fmla="*/ 3746 h 172"/>
                <a:gd name="T16" fmla="*/ 30076 w 203"/>
                <a:gd name="T17" fmla="*/ 2507 h 172"/>
                <a:gd name="T18" fmla="*/ 31153 w 203"/>
                <a:gd name="T19" fmla="*/ 192 h 172"/>
                <a:gd name="T20" fmla="*/ 33632 w 203"/>
                <a:gd name="T21" fmla="*/ 1431 h 172"/>
                <a:gd name="T22" fmla="*/ 35982 w 203"/>
                <a:gd name="T23" fmla="*/ 3048 h 172"/>
                <a:gd name="T24" fmla="*/ 34900 w 203"/>
                <a:gd name="T25" fmla="*/ 7144 h 172"/>
                <a:gd name="T26" fmla="*/ 32584 w 203"/>
                <a:gd name="T27" fmla="*/ 10727 h 172"/>
                <a:gd name="T28" fmla="*/ 31153 w 203"/>
                <a:gd name="T29" fmla="*/ 13042 h 172"/>
                <a:gd name="T30" fmla="*/ 27028 w 203"/>
                <a:gd name="T31" fmla="*/ 18946 h 172"/>
                <a:gd name="T32" fmla="*/ 16101 w 203"/>
                <a:gd name="T33" fmla="*/ 24501 h 172"/>
                <a:gd name="T34" fmla="*/ 14861 w 203"/>
                <a:gd name="T35" fmla="*/ 26124 h 172"/>
                <a:gd name="T36" fmla="*/ 10386 w 203"/>
                <a:gd name="T37" fmla="*/ 29329 h 172"/>
                <a:gd name="T38" fmla="*/ 1431 w 203"/>
                <a:gd name="T39" fmla="*/ 28247 h 17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03" h="172">
                  <a:moveTo>
                    <a:pt x="8" y="158"/>
                  </a:moveTo>
                  <a:cubicBezTo>
                    <a:pt x="8" y="158"/>
                    <a:pt x="0" y="152"/>
                    <a:pt x="13" y="144"/>
                  </a:cubicBezTo>
                  <a:cubicBezTo>
                    <a:pt x="13" y="144"/>
                    <a:pt x="65" y="110"/>
                    <a:pt x="68" y="88"/>
                  </a:cubicBezTo>
                  <a:cubicBezTo>
                    <a:pt x="68" y="88"/>
                    <a:pt x="79" y="24"/>
                    <a:pt x="125" y="19"/>
                  </a:cubicBezTo>
                  <a:cubicBezTo>
                    <a:pt x="125" y="19"/>
                    <a:pt x="130" y="20"/>
                    <a:pt x="131" y="23"/>
                  </a:cubicBezTo>
                  <a:cubicBezTo>
                    <a:pt x="131" y="23"/>
                    <a:pt x="147" y="43"/>
                    <a:pt x="155" y="39"/>
                  </a:cubicBezTo>
                  <a:cubicBezTo>
                    <a:pt x="155" y="39"/>
                    <a:pt x="164" y="37"/>
                    <a:pt x="164" y="32"/>
                  </a:cubicBezTo>
                  <a:cubicBezTo>
                    <a:pt x="164" y="32"/>
                    <a:pt x="164" y="23"/>
                    <a:pt x="168" y="21"/>
                  </a:cubicBezTo>
                  <a:cubicBezTo>
                    <a:pt x="168" y="21"/>
                    <a:pt x="170" y="18"/>
                    <a:pt x="168" y="14"/>
                  </a:cubicBezTo>
                  <a:cubicBezTo>
                    <a:pt x="168" y="14"/>
                    <a:pt x="166" y="0"/>
                    <a:pt x="174" y="1"/>
                  </a:cubicBezTo>
                  <a:cubicBezTo>
                    <a:pt x="174" y="1"/>
                    <a:pt x="183" y="1"/>
                    <a:pt x="188" y="8"/>
                  </a:cubicBezTo>
                  <a:cubicBezTo>
                    <a:pt x="188" y="8"/>
                    <a:pt x="203" y="11"/>
                    <a:pt x="201" y="17"/>
                  </a:cubicBezTo>
                  <a:cubicBezTo>
                    <a:pt x="201" y="17"/>
                    <a:pt x="198" y="29"/>
                    <a:pt x="195" y="40"/>
                  </a:cubicBezTo>
                  <a:cubicBezTo>
                    <a:pt x="195" y="40"/>
                    <a:pt x="191" y="54"/>
                    <a:pt x="182" y="60"/>
                  </a:cubicBezTo>
                  <a:cubicBezTo>
                    <a:pt x="182" y="60"/>
                    <a:pt x="175" y="66"/>
                    <a:pt x="174" y="73"/>
                  </a:cubicBezTo>
                  <a:cubicBezTo>
                    <a:pt x="174" y="73"/>
                    <a:pt x="176" y="87"/>
                    <a:pt x="151" y="106"/>
                  </a:cubicBezTo>
                  <a:cubicBezTo>
                    <a:pt x="151" y="106"/>
                    <a:pt x="116" y="140"/>
                    <a:pt x="90" y="137"/>
                  </a:cubicBezTo>
                  <a:cubicBezTo>
                    <a:pt x="90" y="137"/>
                    <a:pt x="86" y="141"/>
                    <a:pt x="83" y="146"/>
                  </a:cubicBezTo>
                  <a:cubicBezTo>
                    <a:pt x="83" y="146"/>
                    <a:pt x="72" y="163"/>
                    <a:pt x="58" y="164"/>
                  </a:cubicBezTo>
                  <a:cubicBezTo>
                    <a:pt x="58" y="164"/>
                    <a:pt x="10" y="172"/>
                    <a:pt x="8" y="158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66" name="Freeform 1433"/>
            <p:cNvSpPr>
              <a:spLocks/>
            </p:cNvSpPr>
            <p:nvPr/>
          </p:nvSpPr>
          <p:spPr bwMode="auto">
            <a:xfrm>
              <a:off x="5398" y="1962"/>
              <a:ext cx="197" cy="203"/>
            </a:xfrm>
            <a:custGeom>
              <a:avLst/>
              <a:gdLst>
                <a:gd name="T0" fmla="*/ 3580 w 35"/>
                <a:gd name="T1" fmla="*/ 192 h 36"/>
                <a:gd name="T2" fmla="*/ 1964 w 35"/>
                <a:gd name="T3" fmla="*/ 1782 h 36"/>
                <a:gd name="T4" fmla="*/ 889 w 35"/>
                <a:gd name="T5" fmla="*/ 4675 h 36"/>
                <a:gd name="T6" fmla="*/ 1424 w 35"/>
                <a:gd name="T7" fmla="*/ 5723 h 36"/>
                <a:gd name="T8" fmla="*/ 4627 w 35"/>
                <a:gd name="T9" fmla="*/ 2701 h 36"/>
                <a:gd name="T10" fmla="*/ 3580 w 35"/>
                <a:gd name="T11" fmla="*/ 19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36">
                  <a:moveTo>
                    <a:pt x="20" y="1"/>
                  </a:moveTo>
                  <a:cubicBezTo>
                    <a:pt x="20" y="1"/>
                    <a:pt x="13" y="1"/>
                    <a:pt x="11" y="10"/>
                  </a:cubicBezTo>
                  <a:cubicBezTo>
                    <a:pt x="11" y="10"/>
                    <a:pt x="10" y="19"/>
                    <a:pt x="5" y="26"/>
                  </a:cubicBezTo>
                  <a:cubicBezTo>
                    <a:pt x="5" y="26"/>
                    <a:pt x="0" y="36"/>
                    <a:pt x="8" y="32"/>
                  </a:cubicBezTo>
                  <a:cubicBezTo>
                    <a:pt x="8" y="32"/>
                    <a:pt x="23" y="27"/>
                    <a:pt x="26" y="15"/>
                  </a:cubicBezTo>
                  <a:cubicBezTo>
                    <a:pt x="26" y="15"/>
                    <a:pt x="35" y="0"/>
                    <a:pt x="20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67" name="Freeform 1434"/>
            <p:cNvSpPr>
              <a:spLocks/>
            </p:cNvSpPr>
            <p:nvPr/>
          </p:nvSpPr>
          <p:spPr bwMode="auto">
            <a:xfrm>
              <a:off x="4958" y="2233"/>
              <a:ext cx="474" cy="417"/>
            </a:xfrm>
            <a:custGeom>
              <a:avLst/>
              <a:gdLst>
                <a:gd name="T0" fmla="*/ 14745 w 84"/>
                <a:gd name="T1" fmla="*/ 1431 h 74"/>
                <a:gd name="T2" fmla="*/ 11145 w 84"/>
                <a:gd name="T3" fmla="*/ 7878 h 74"/>
                <a:gd name="T4" fmla="*/ 3250 w 84"/>
                <a:gd name="T5" fmla="*/ 12702 h 74"/>
                <a:gd name="T6" fmla="*/ 734 w 84"/>
                <a:gd name="T7" fmla="*/ 11811 h 74"/>
                <a:gd name="T8" fmla="*/ 2867 w 84"/>
                <a:gd name="T9" fmla="*/ 8571 h 74"/>
                <a:gd name="T10" fmla="*/ 10795 w 84"/>
                <a:gd name="T11" fmla="*/ 1431 h 74"/>
                <a:gd name="T12" fmla="*/ 14203 w 84"/>
                <a:gd name="T13" fmla="*/ 349 h 74"/>
                <a:gd name="T14" fmla="*/ 14745 w 84"/>
                <a:gd name="T15" fmla="*/ 1431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74">
                  <a:moveTo>
                    <a:pt x="82" y="8"/>
                  </a:moveTo>
                  <a:cubicBezTo>
                    <a:pt x="82" y="8"/>
                    <a:pt x="79" y="31"/>
                    <a:pt x="62" y="44"/>
                  </a:cubicBezTo>
                  <a:cubicBezTo>
                    <a:pt x="62" y="44"/>
                    <a:pt x="32" y="71"/>
                    <a:pt x="18" y="71"/>
                  </a:cubicBezTo>
                  <a:cubicBezTo>
                    <a:pt x="18" y="71"/>
                    <a:pt x="0" y="74"/>
                    <a:pt x="4" y="66"/>
                  </a:cubicBezTo>
                  <a:cubicBezTo>
                    <a:pt x="4" y="66"/>
                    <a:pt x="4" y="53"/>
                    <a:pt x="16" y="48"/>
                  </a:cubicBezTo>
                  <a:cubicBezTo>
                    <a:pt x="16" y="48"/>
                    <a:pt x="46" y="26"/>
                    <a:pt x="60" y="8"/>
                  </a:cubicBezTo>
                  <a:cubicBezTo>
                    <a:pt x="60" y="8"/>
                    <a:pt x="71" y="0"/>
                    <a:pt x="79" y="2"/>
                  </a:cubicBezTo>
                  <a:cubicBezTo>
                    <a:pt x="79" y="2"/>
                    <a:pt x="84" y="3"/>
                    <a:pt x="82" y="8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68" name="Freeform 1435"/>
            <p:cNvSpPr>
              <a:spLocks/>
            </p:cNvSpPr>
            <p:nvPr/>
          </p:nvSpPr>
          <p:spPr bwMode="auto">
            <a:xfrm>
              <a:off x="3549" y="1106"/>
              <a:ext cx="1387" cy="1290"/>
            </a:xfrm>
            <a:custGeom>
              <a:avLst/>
              <a:gdLst>
                <a:gd name="T0" fmla="*/ 14688 w 246"/>
                <a:gd name="T1" fmla="*/ 17170 h 229"/>
                <a:gd name="T2" fmla="*/ 18820 w 246"/>
                <a:gd name="T3" fmla="*/ 16280 h 229"/>
                <a:gd name="T4" fmla="*/ 21521 w 246"/>
                <a:gd name="T5" fmla="*/ 16438 h 229"/>
                <a:gd name="T6" fmla="*/ 21521 w 246"/>
                <a:gd name="T7" fmla="*/ 18404 h 229"/>
                <a:gd name="T8" fmla="*/ 23303 w 246"/>
                <a:gd name="T9" fmla="*/ 19834 h 229"/>
                <a:gd name="T10" fmla="*/ 24543 w 246"/>
                <a:gd name="T11" fmla="*/ 21451 h 229"/>
                <a:gd name="T12" fmla="*/ 26161 w 246"/>
                <a:gd name="T13" fmla="*/ 22882 h 229"/>
                <a:gd name="T14" fmla="*/ 27785 w 246"/>
                <a:gd name="T15" fmla="*/ 24116 h 229"/>
                <a:gd name="T16" fmla="*/ 28326 w 246"/>
                <a:gd name="T17" fmla="*/ 29129 h 229"/>
                <a:gd name="T18" fmla="*/ 29567 w 246"/>
                <a:gd name="T19" fmla="*/ 30019 h 229"/>
                <a:gd name="T20" fmla="*/ 31377 w 246"/>
                <a:gd name="T21" fmla="*/ 32177 h 229"/>
                <a:gd name="T22" fmla="*/ 32267 w 246"/>
                <a:gd name="T23" fmla="*/ 31828 h 229"/>
                <a:gd name="T24" fmla="*/ 34049 w 246"/>
                <a:gd name="T25" fmla="*/ 31828 h 229"/>
                <a:gd name="T26" fmla="*/ 35667 w 246"/>
                <a:gd name="T27" fmla="*/ 35224 h 229"/>
                <a:gd name="T28" fmla="*/ 37099 w 246"/>
                <a:gd name="T29" fmla="*/ 36650 h 229"/>
                <a:gd name="T30" fmla="*/ 41774 w 246"/>
                <a:gd name="T31" fmla="*/ 39320 h 229"/>
                <a:gd name="T32" fmla="*/ 43899 w 246"/>
                <a:gd name="T33" fmla="*/ 34492 h 229"/>
                <a:gd name="T34" fmla="*/ 41041 w 246"/>
                <a:gd name="T35" fmla="*/ 36300 h 229"/>
                <a:gd name="T36" fmla="*/ 40691 w 246"/>
                <a:gd name="T37" fmla="*/ 34841 h 229"/>
                <a:gd name="T38" fmla="*/ 39067 w 246"/>
                <a:gd name="T39" fmla="*/ 34492 h 229"/>
                <a:gd name="T40" fmla="*/ 39417 w 246"/>
                <a:gd name="T41" fmla="*/ 32526 h 229"/>
                <a:gd name="T42" fmla="*/ 40499 w 246"/>
                <a:gd name="T43" fmla="*/ 30211 h 229"/>
                <a:gd name="T44" fmla="*/ 39417 w 246"/>
                <a:gd name="T45" fmla="*/ 29862 h 229"/>
                <a:gd name="T46" fmla="*/ 40691 w 246"/>
                <a:gd name="T47" fmla="*/ 26465 h 229"/>
                <a:gd name="T48" fmla="*/ 40150 w 246"/>
                <a:gd name="T49" fmla="*/ 24307 h 229"/>
                <a:gd name="T50" fmla="*/ 38368 w 246"/>
                <a:gd name="T51" fmla="*/ 21451 h 229"/>
                <a:gd name="T52" fmla="*/ 36017 w 246"/>
                <a:gd name="T53" fmla="*/ 18753 h 229"/>
                <a:gd name="T54" fmla="*/ 31918 w 246"/>
                <a:gd name="T55" fmla="*/ 15198 h 229"/>
                <a:gd name="T56" fmla="*/ 31918 w 246"/>
                <a:gd name="T57" fmla="*/ 14122 h 229"/>
                <a:gd name="T58" fmla="*/ 32617 w 246"/>
                <a:gd name="T59" fmla="*/ 11807 h 229"/>
                <a:gd name="T60" fmla="*/ 29026 w 246"/>
                <a:gd name="T61" fmla="*/ 9993 h 229"/>
                <a:gd name="T62" fmla="*/ 20602 w 246"/>
                <a:gd name="T63" fmla="*/ 6980 h 229"/>
                <a:gd name="T64" fmla="*/ 3749 w 246"/>
                <a:gd name="T65" fmla="*/ 1082 h 229"/>
                <a:gd name="T66" fmla="*/ 4674 w 246"/>
                <a:gd name="T67" fmla="*/ 5014 h 229"/>
                <a:gd name="T68" fmla="*/ 5914 w 246"/>
                <a:gd name="T69" fmla="*/ 6794 h 229"/>
                <a:gd name="T70" fmla="*/ 8773 w 246"/>
                <a:gd name="T71" fmla="*/ 11458 h 229"/>
                <a:gd name="T72" fmla="*/ 12906 w 246"/>
                <a:gd name="T73" fmla="*/ 14314 h 22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46" h="229">
                  <a:moveTo>
                    <a:pt x="82" y="91"/>
                  </a:moveTo>
                  <a:cubicBezTo>
                    <a:pt x="78" y="93"/>
                    <a:pt x="78" y="95"/>
                    <a:pt x="82" y="96"/>
                  </a:cubicBezTo>
                  <a:cubicBezTo>
                    <a:pt x="84" y="96"/>
                    <a:pt x="87" y="94"/>
                    <a:pt x="90" y="94"/>
                  </a:cubicBezTo>
                  <a:cubicBezTo>
                    <a:pt x="95" y="92"/>
                    <a:pt x="100" y="93"/>
                    <a:pt x="105" y="91"/>
                  </a:cubicBezTo>
                  <a:cubicBezTo>
                    <a:pt x="102" y="95"/>
                    <a:pt x="95" y="99"/>
                    <a:pt x="92" y="105"/>
                  </a:cubicBezTo>
                  <a:cubicBezTo>
                    <a:pt x="99" y="108"/>
                    <a:pt x="112" y="95"/>
                    <a:pt x="120" y="92"/>
                  </a:cubicBezTo>
                  <a:cubicBezTo>
                    <a:pt x="118" y="97"/>
                    <a:pt x="100" y="107"/>
                    <a:pt x="103" y="113"/>
                  </a:cubicBezTo>
                  <a:cubicBezTo>
                    <a:pt x="106" y="120"/>
                    <a:pt x="117" y="104"/>
                    <a:pt x="120" y="103"/>
                  </a:cubicBezTo>
                  <a:cubicBezTo>
                    <a:pt x="127" y="102"/>
                    <a:pt x="111" y="118"/>
                    <a:pt x="113" y="122"/>
                  </a:cubicBezTo>
                  <a:cubicBezTo>
                    <a:pt x="116" y="127"/>
                    <a:pt x="127" y="113"/>
                    <a:pt x="130" y="111"/>
                  </a:cubicBezTo>
                  <a:cubicBezTo>
                    <a:pt x="131" y="116"/>
                    <a:pt x="122" y="129"/>
                    <a:pt x="125" y="132"/>
                  </a:cubicBezTo>
                  <a:cubicBezTo>
                    <a:pt x="128" y="136"/>
                    <a:pt x="135" y="122"/>
                    <a:pt x="137" y="120"/>
                  </a:cubicBezTo>
                  <a:cubicBezTo>
                    <a:pt x="138" y="125"/>
                    <a:pt x="130" y="135"/>
                    <a:pt x="133" y="140"/>
                  </a:cubicBezTo>
                  <a:cubicBezTo>
                    <a:pt x="137" y="146"/>
                    <a:pt x="142" y="130"/>
                    <a:pt x="146" y="128"/>
                  </a:cubicBezTo>
                  <a:cubicBezTo>
                    <a:pt x="148" y="133"/>
                    <a:pt x="142" y="146"/>
                    <a:pt x="143" y="148"/>
                  </a:cubicBezTo>
                  <a:cubicBezTo>
                    <a:pt x="147" y="152"/>
                    <a:pt x="153" y="137"/>
                    <a:pt x="155" y="135"/>
                  </a:cubicBezTo>
                  <a:cubicBezTo>
                    <a:pt x="158" y="141"/>
                    <a:pt x="152" y="146"/>
                    <a:pt x="153" y="152"/>
                  </a:cubicBezTo>
                  <a:cubicBezTo>
                    <a:pt x="157" y="153"/>
                    <a:pt x="153" y="162"/>
                    <a:pt x="158" y="163"/>
                  </a:cubicBezTo>
                  <a:cubicBezTo>
                    <a:pt x="161" y="163"/>
                    <a:pt x="163" y="152"/>
                    <a:pt x="166" y="150"/>
                  </a:cubicBezTo>
                  <a:cubicBezTo>
                    <a:pt x="168" y="155"/>
                    <a:pt x="165" y="162"/>
                    <a:pt x="165" y="168"/>
                  </a:cubicBezTo>
                  <a:cubicBezTo>
                    <a:pt x="167" y="180"/>
                    <a:pt x="170" y="169"/>
                    <a:pt x="172" y="164"/>
                  </a:cubicBezTo>
                  <a:cubicBezTo>
                    <a:pt x="172" y="169"/>
                    <a:pt x="170" y="178"/>
                    <a:pt x="175" y="180"/>
                  </a:cubicBezTo>
                  <a:cubicBezTo>
                    <a:pt x="177" y="175"/>
                    <a:pt x="177" y="170"/>
                    <a:pt x="179" y="166"/>
                  </a:cubicBezTo>
                  <a:cubicBezTo>
                    <a:pt x="182" y="167"/>
                    <a:pt x="179" y="174"/>
                    <a:pt x="180" y="178"/>
                  </a:cubicBezTo>
                  <a:cubicBezTo>
                    <a:pt x="181" y="181"/>
                    <a:pt x="183" y="188"/>
                    <a:pt x="186" y="188"/>
                  </a:cubicBezTo>
                  <a:cubicBezTo>
                    <a:pt x="188" y="185"/>
                    <a:pt x="187" y="179"/>
                    <a:pt x="190" y="178"/>
                  </a:cubicBezTo>
                  <a:cubicBezTo>
                    <a:pt x="191" y="181"/>
                    <a:pt x="191" y="185"/>
                    <a:pt x="192" y="189"/>
                  </a:cubicBezTo>
                  <a:cubicBezTo>
                    <a:pt x="193" y="193"/>
                    <a:pt x="196" y="195"/>
                    <a:pt x="199" y="197"/>
                  </a:cubicBezTo>
                  <a:cubicBezTo>
                    <a:pt x="200" y="198"/>
                    <a:pt x="201" y="197"/>
                    <a:pt x="203" y="199"/>
                  </a:cubicBezTo>
                  <a:cubicBezTo>
                    <a:pt x="204" y="200"/>
                    <a:pt x="205" y="203"/>
                    <a:pt x="207" y="205"/>
                  </a:cubicBezTo>
                  <a:cubicBezTo>
                    <a:pt x="209" y="207"/>
                    <a:pt x="212" y="210"/>
                    <a:pt x="215" y="214"/>
                  </a:cubicBezTo>
                  <a:cubicBezTo>
                    <a:pt x="220" y="219"/>
                    <a:pt x="228" y="229"/>
                    <a:pt x="233" y="220"/>
                  </a:cubicBezTo>
                  <a:cubicBezTo>
                    <a:pt x="235" y="215"/>
                    <a:pt x="236" y="209"/>
                    <a:pt x="239" y="205"/>
                  </a:cubicBezTo>
                  <a:cubicBezTo>
                    <a:pt x="242" y="201"/>
                    <a:pt x="246" y="199"/>
                    <a:pt x="245" y="193"/>
                  </a:cubicBezTo>
                  <a:cubicBezTo>
                    <a:pt x="241" y="193"/>
                    <a:pt x="238" y="199"/>
                    <a:pt x="235" y="201"/>
                  </a:cubicBezTo>
                  <a:cubicBezTo>
                    <a:pt x="233" y="202"/>
                    <a:pt x="231" y="201"/>
                    <a:pt x="229" y="203"/>
                  </a:cubicBezTo>
                  <a:cubicBezTo>
                    <a:pt x="227" y="204"/>
                    <a:pt x="226" y="206"/>
                    <a:pt x="224" y="207"/>
                  </a:cubicBezTo>
                  <a:cubicBezTo>
                    <a:pt x="222" y="201"/>
                    <a:pt x="228" y="200"/>
                    <a:pt x="227" y="195"/>
                  </a:cubicBezTo>
                  <a:cubicBezTo>
                    <a:pt x="223" y="194"/>
                    <a:pt x="221" y="200"/>
                    <a:pt x="217" y="200"/>
                  </a:cubicBezTo>
                  <a:cubicBezTo>
                    <a:pt x="217" y="198"/>
                    <a:pt x="219" y="196"/>
                    <a:pt x="218" y="193"/>
                  </a:cubicBezTo>
                  <a:cubicBezTo>
                    <a:pt x="214" y="195"/>
                    <a:pt x="212" y="190"/>
                    <a:pt x="215" y="186"/>
                  </a:cubicBezTo>
                  <a:cubicBezTo>
                    <a:pt x="216" y="184"/>
                    <a:pt x="218" y="184"/>
                    <a:pt x="220" y="182"/>
                  </a:cubicBezTo>
                  <a:cubicBezTo>
                    <a:pt x="221" y="180"/>
                    <a:pt x="221" y="179"/>
                    <a:pt x="222" y="177"/>
                  </a:cubicBezTo>
                  <a:cubicBezTo>
                    <a:pt x="224" y="175"/>
                    <a:pt x="231" y="169"/>
                    <a:pt x="226" y="169"/>
                  </a:cubicBezTo>
                  <a:cubicBezTo>
                    <a:pt x="221" y="168"/>
                    <a:pt x="218" y="175"/>
                    <a:pt x="214" y="175"/>
                  </a:cubicBezTo>
                  <a:cubicBezTo>
                    <a:pt x="214" y="171"/>
                    <a:pt x="218" y="170"/>
                    <a:pt x="220" y="167"/>
                  </a:cubicBezTo>
                  <a:cubicBezTo>
                    <a:pt x="221" y="164"/>
                    <a:pt x="222" y="161"/>
                    <a:pt x="224" y="158"/>
                  </a:cubicBezTo>
                  <a:cubicBezTo>
                    <a:pt x="226" y="153"/>
                    <a:pt x="226" y="153"/>
                    <a:pt x="227" y="148"/>
                  </a:cubicBezTo>
                  <a:cubicBezTo>
                    <a:pt x="227" y="147"/>
                    <a:pt x="228" y="141"/>
                    <a:pt x="228" y="140"/>
                  </a:cubicBezTo>
                  <a:cubicBezTo>
                    <a:pt x="227" y="137"/>
                    <a:pt x="225" y="138"/>
                    <a:pt x="224" y="136"/>
                  </a:cubicBezTo>
                  <a:cubicBezTo>
                    <a:pt x="221" y="133"/>
                    <a:pt x="222" y="130"/>
                    <a:pt x="220" y="127"/>
                  </a:cubicBezTo>
                  <a:cubicBezTo>
                    <a:pt x="218" y="124"/>
                    <a:pt x="216" y="124"/>
                    <a:pt x="214" y="120"/>
                  </a:cubicBezTo>
                  <a:cubicBezTo>
                    <a:pt x="213" y="116"/>
                    <a:pt x="213" y="113"/>
                    <a:pt x="210" y="110"/>
                  </a:cubicBezTo>
                  <a:cubicBezTo>
                    <a:pt x="208" y="107"/>
                    <a:pt x="204" y="107"/>
                    <a:pt x="201" y="105"/>
                  </a:cubicBezTo>
                  <a:cubicBezTo>
                    <a:pt x="199" y="102"/>
                    <a:pt x="198" y="99"/>
                    <a:pt x="194" y="97"/>
                  </a:cubicBezTo>
                  <a:cubicBezTo>
                    <a:pt x="188" y="94"/>
                    <a:pt x="181" y="93"/>
                    <a:pt x="178" y="85"/>
                  </a:cubicBezTo>
                  <a:cubicBezTo>
                    <a:pt x="181" y="84"/>
                    <a:pt x="183" y="85"/>
                    <a:pt x="186" y="85"/>
                  </a:cubicBezTo>
                  <a:cubicBezTo>
                    <a:pt x="182" y="84"/>
                    <a:pt x="181" y="80"/>
                    <a:pt x="178" y="79"/>
                  </a:cubicBezTo>
                  <a:cubicBezTo>
                    <a:pt x="181" y="77"/>
                    <a:pt x="186" y="78"/>
                    <a:pt x="188" y="76"/>
                  </a:cubicBezTo>
                  <a:cubicBezTo>
                    <a:pt x="190" y="71"/>
                    <a:pt x="185" y="67"/>
                    <a:pt x="182" y="66"/>
                  </a:cubicBezTo>
                  <a:cubicBezTo>
                    <a:pt x="178" y="65"/>
                    <a:pt x="176" y="65"/>
                    <a:pt x="173" y="63"/>
                  </a:cubicBezTo>
                  <a:cubicBezTo>
                    <a:pt x="169" y="61"/>
                    <a:pt x="166" y="58"/>
                    <a:pt x="162" y="56"/>
                  </a:cubicBezTo>
                  <a:cubicBezTo>
                    <a:pt x="155" y="52"/>
                    <a:pt x="146" y="50"/>
                    <a:pt x="138" y="46"/>
                  </a:cubicBezTo>
                  <a:cubicBezTo>
                    <a:pt x="131" y="43"/>
                    <a:pt x="123" y="41"/>
                    <a:pt x="115" y="39"/>
                  </a:cubicBezTo>
                  <a:cubicBezTo>
                    <a:pt x="101" y="35"/>
                    <a:pt x="87" y="27"/>
                    <a:pt x="72" y="23"/>
                  </a:cubicBezTo>
                  <a:cubicBezTo>
                    <a:pt x="55" y="18"/>
                    <a:pt x="38" y="12"/>
                    <a:pt x="21" y="6"/>
                  </a:cubicBezTo>
                  <a:cubicBezTo>
                    <a:pt x="16" y="4"/>
                    <a:pt x="8" y="0"/>
                    <a:pt x="3" y="2"/>
                  </a:cubicBezTo>
                  <a:cubicBezTo>
                    <a:pt x="0" y="14"/>
                    <a:pt x="21" y="20"/>
                    <a:pt x="26" y="28"/>
                  </a:cubicBezTo>
                  <a:cubicBezTo>
                    <a:pt x="26" y="29"/>
                    <a:pt x="26" y="32"/>
                    <a:pt x="27" y="33"/>
                  </a:cubicBezTo>
                  <a:cubicBezTo>
                    <a:pt x="28" y="36"/>
                    <a:pt x="31" y="36"/>
                    <a:pt x="33" y="38"/>
                  </a:cubicBezTo>
                  <a:cubicBezTo>
                    <a:pt x="36" y="43"/>
                    <a:pt x="35" y="50"/>
                    <a:pt x="38" y="55"/>
                  </a:cubicBezTo>
                  <a:cubicBezTo>
                    <a:pt x="41" y="60"/>
                    <a:pt x="45" y="60"/>
                    <a:pt x="49" y="64"/>
                  </a:cubicBezTo>
                  <a:cubicBezTo>
                    <a:pt x="53" y="68"/>
                    <a:pt x="53" y="73"/>
                    <a:pt x="58" y="76"/>
                  </a:cubicBezTo>
                  <a:cubicBezTo>
                    <a:pt x="62" y="78"/>
                    <a:pt x="68" y="77"/>
                    <a:pt x="72" y="80"/>
                  </a:cubicBezTo>
                  <a:cubicBezTo>
                    <a:pt x="75" y="83"/>
                    <a:pt x="79" y="88"/>
                    <a:pt x="82" y="91"/>
                  </a:cubicBezTo>
                </a:path>
              </a:pathLst>
            </a:custGeom>
            <a:solidFill>
              <a:srgbClr val="DBD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69" name="Freeform 1436"/>
            <p:cNvSpPr>
              <a:spLocks/>
            </p:cNvSpPr>
            <p:nvPr/>
          </p:nvSpPr>
          <p:spPr bwMode="auto">
            <a:xfrm>
              <a:off x="4158" y="1551"/>
              <a:ext cx="225" cy="259"/>
            </a:xfrm>
            <a:custGeom>
              <a:avLst/>
              <a:gdLst>
                <a:gd name="T0" fmla="*/ 1232 w 40"/>
                <a:gd name="T1" fmla="*/ 1075 h 46"/>
                <a:gd name="T2" fmla="*/ 0 w 40"/>
                <a:gd name="T3" fmla="*/ 1965 h 46"/>
                <a:gd name="T4" fmla="*/ 2312 w 40"/>
                <a:gd name="T5" fmla="*/ 1616 h 46"/>
                <a:gd name="T6" fmla="*/ 1963 w 40"/>
                <a:gd name="T7" fmla="*/ 3739 h 46"/>
                <a:gd name="T8" fmla="*/ 3195 w 40"/>
                <a:gd name="T9" fmla="*/ 3581 h 46"/>
                <a:gd name="T10" fmla="*/ 2661 w 40"/>
                <a:gd name="T11" fmla="*/ 5546 h 46"/>
                <a:gd name="T12" fmla="*/ 4084 w 40"/>
                <a:gd name="T13" fmla="*/ 4121 h 46"/>
                <a:gd name="T14" fmla="*/ 3926 w 40"/>
                <a:gd name="T15" fmla="*/ 5360 h 46"/>
                <a:gd name="T16" fmla="*/ 4618 w 40"/>
                <a:gd name="T17" fmla="*/ 5360 h 46"/>
                <a:gd name="T18" fmla="*/ 4461 w 40"/>
                <a:gd name="T19" fmla="*/ 6976 h 46"/>
                <a:gd name="T20" fmla="*/ 5507 w 40"/>
                <a:gd name="T21" fmla="*/ 6976 h 46"/>
                <a:gd name="T22" fmla="*/ 6424 w 40"/>
                <a:gd name="T23" fmla="*/ 8209 h 46"/>
                <a:gd name="T24" fmla="*/ 7121 w 40"/>
                <a:gd name="T25" fmla="*/ 5169 h 46"/>
                <a:gd name="T26" fmla="*/ 5507 w 40"/>
                <a:gd name="T27" fmla="*/ 5704 h 46"/>
                <a:gd name="T28" fmla="*/ 5349 w 40"/>
                <a:gd name="T29" fmla="*/ 4820 h 46"/>
                <a:gd name="T30" fmla="*/ 5001 w 40"/>
                <a:gd name="T31" fmla="*/ 4471 h 46"/>
                <a:gd name="T32" fmla="*/ 5001 w 40"/>
                <a:gd name="T33" fmla="*/ 3581 h 46"/>
                <a:gd name="T34" fmla="*/ 5158 w 40"/>
                <a:gd name="T35" fmla="*/ 1965 h 46"/>
                <a:gd name="T36" fmla="*/ 3195 w 40"/>
                <a:gd name="T37" fmla="*/ 2663 h 46"/>
                <a:gd name="T38" fmla="*/ 3926 w 40"/>
                <a:gd name="T39" fmla="*/ 1616 h 46"/>
                <a:gd name="T40" fmla="*/ 3386 w 40"/>
                <a:gd name="T41" fmla="*/ 1239 h 46"/>
                <a:gd name="T42" fmla="*/ 3735 w 40"/>
                <a:gd name="T43" fmla="*/ 349 h 46"/>
                <a:gd name="T44" fmla="*/ 1772 w 40"/>
                <a:gd name="T45" fmla="*/ 541 h 46"/>
                <a:gd name="T46" fmla="*/ 1232 w 40"/>
                <a:gd name="T47" fmla="*/ 1075 h 4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0" h="46">
                  <a:moveTo>
                    <a:pt x="7" y="6"/>
                  </a:moveTo>
                  <a:cubicBezTo>
                    <a:pt x="4" y="6"/>
                    <a:pt x="2" y="9"/>
                    <a:pt x="0" y="11"/>
                  </a:cubicBezTo>
                  <a:cubicBezTo>
                    <a:pt x="4" y="15"/>
                    <a:pt x="9" y="7"/>
                    <a:pt x="13" y="9"/>
                  </a:cubicBezTo>
                  <a:cubicBezTo>
                    <a:pt x="19" y="12"/>
                    <a:pt x="12" y="17"/>
                    <a:pt x="11" y="21"/>
                  </a:cubicBezTo>
                  <a:cubicBezTo>
                    <a:pt x="13" y="23"/>
                    <a:pt x="15" y="20"/>
                    <a:pt x="18" y="20"/>
                  </a:cubicBezTo>
                  <a:cubicBezTo>
                    <a:pt x="20" y="23"/>
                    <a:pt x="16" y="27"/>
                    <a:pt x="15" y="31"/>
                  </a:cubicBezTo>
                  <a:cubicBezTo>
                    <a:pt x="19" y="30"/>
                    <a:pt x="20" y="24"/>
                    <a:pt x="23" y="23"/>
                  </a:cubicBezTo>
                  <a:cubicBezTo>
                    <a:pt x="24" y="25"/>
                    <a:pt x="23" y="27"/>
                    <a:pt x="22" y="30"/>
                  </a:cubicBezTo>
                  <a:cubicBezTo>
                    <a:pt x="24" y="30"/>
                    <a:pt x="24" y="31"/>
                    <a:pt x="26" y="30"/>
                  </a:cubicBezTo>
                  <a:cubicBezTo>
                    <a:pt x="27" y="34"/>
                    <a:pt x="24" y="36"/>
                    <a:pt x="25" y="39"/>
                  </a:cubicBezTo>
                  <a:cubicBezTo>
                    <a:pt x="26" y="39"/>
                    <a:pt x="32" y="30"/>
                    <a:pt x="31" y="39"/>
                  </a:cubicBezTo>
                  <a:cubicBezTo>
                    <a:pt x="35" y="39"/>
                    <a:pt x="33" y="45"/>
                    <a:pt x="36" y="46"/>
                  </a:cubicBezTo>
                  <a:cubicBezTo>
                    <a:pt x="38" y="42"/>
                    <a:pt x="40" y="34"/>
                    <a:pt x="40" y="29"/>
                  </a:cubicBezTo>
                  <a:cubicBezTo>
                    <a:pt x="35" y="29"/>
                    <a:pt x="34" y="37"/>
                    <a:pt x="31" y="32"/>
                  </a:cubicBezTo>
                  <a:cubicBezTo>
                    <a:pt x="31" y="32"/>
                    <a:pt x="30" y="27"/>
                    <a:pt x="30" y="27"/>
                  </a:cubicBezTo>
                  <a:cubicBezTo>
                    <a:pt x="30" y="26"/>
                    <a:pt x="28" y="26"/>
                    <a:pt x="28" y="25"/>
                  </a:cubicBezTo>
                  <a:cubicBezTo>
                    <a:pt x="27" y="23"/>
                    <a:pt x="28" y="22"/>
                    <a:pt x="28" y="20"/>
                  </a:cubicBezTo>
                  <a:cubicBezTo>
                    <a:pt x="29" y="17"/>
                    <a:pt x="33" y="12"/>
                    <a:pt x="29" y="11"/>
                  </a:cubicBezTo>
                  <a:cubicBezTo>
                    <a:pt x="25" y="9"/>
                    <a:pt x="23" y="17"/>
                    <a:pt x="18" y="15"/>
                  </a:cubicBezTo>
                  <a:cubicBezTo>
                    <a:pt x="19" y="12"/>
                    <a:pt x="20" y="10"/>
                    <a:pt x="22" y="9"/>
                  </a:cubicBezTo>
                  <a:cubicBezTo>
                    <a:pt x="21" y="8"/>
                    <a:pt x="20" y="7"/>
                    <a:pt x="19" y="7"/>
                  </a:cubicBezTo>
                  <a:cubicBezTo>
                    <a:pt x="19" y="5"/>
                    <a:pt x="20" y="3"/>
                    <a:pt x="21" y="2"/>
                  </a:cubicBezTo>
                  <a:cubicBezTo>
                    <a:pt x="19" y="0"/>
                    <a:pt x="13" y="1"/>
                    <a:pt x="10" y="3"/>
                  </a:cubicBezTo>
                  <a:lnTo>
                    <a:pt x="7" y="6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70" name="Freeform 1437"/>
            <p:cNvSpPr>
              <a:spLocks/>
            </p:cNvSpPr>
            <p:nvPr/>
          </p:nvSpPr>
          <p:spPr bwMode="auto">
            <a:xfrm>
              <a:off x="4389" y="1714"/>
              <a:ext cx="282" cy="412"/>
            </a:xfrm>
            <a:custGeom>
              <a:avLst/>
              <a:gdLst>
                <a:gd name="T0" fmla="*/ 3051 w 50"/>
                <a:gd name="T1" fmla="*/ 350 h 73"/>
                <a:gd name="T2" fmla="*/ 0 w 50"/>
                <a:gd name="T3" fmla="*/ 4492 h 73"/>
                <a:gd name="T4" fmla="*/ 1083 w 50"/>
                <a:gd name="T5" fmla="*/ 3409 h 73"/>
                <a:gd name="T6" fmla="*/ 1974 w 50"/>
                <a:gd name="T7" fmla="*/ 2867 h 73"/>
                <a:gd name="T8" fmla="*/ 2515 w 50"/>
                <a:gd name="T9" fmla="*/ 2167 h 73"/>
                <a:gd name="T10" fmla="*/ 2324 w 50"/>
                <a:gd name="T11" fmla="*/ 4492 h 73"/>
                <a:gd name="T12" fmla="*/ 3243 w 50"/>
                <a:gd name="T13" fmla="*/ 3793 h 73"/>
                <a:gd name="T14" fmla="*/ 2702 w 50"/>
                <a:gd name="T15" fmla="*/ 6660 h 73"/>
                <a:gd name="T16" fmla="*/ 4484 w 50"/>
                <a:gd name="T17" fmla="*/ 4143 h 73"/>
                <a:gd name="T18" fmla="*/ 3756 w 50"/>
                <a:gd name="T19" fmla="*/ 7738 h 73"/>
                <a:gd name="T20" fmla="*/ 4484 w 50"/>
                <a:gd name="T21" fmla="*/ 6468 h 73"/>
                <a:gd name="T22" fmla="*/ 4484 w 50"/>
                <a:gd name="T23" fmla="*/ 8093 h 73"/>
                <a:gd name="T24" fmla="*/ 5567 w 50"/>
                <a:gd name="T25" fmla="*/ 7360 h 73"/>
                <a:gd name="T26" fmla="*/ 5725 w 50"/>
                <a:gd name="T27" fmla="*/ 8821 h 73"/>
                <a:gd name="T28" fmla="*/ 6807 w 50"/>
                <a:gd name="T29" fmla="*/ 7010 h 73"/>
                <a:gd name="T30" fmla="*/ 6650 w 50"/>
                <a:gd name="T31" fmla="*/ 9171 h 73"/>
                <a:gd name="T32" fmla="*/ 6807 w 50"/>
                <a:gd name="T33" fmla="*/ 10955 h 73"/>
                <a:gd name="T34" fmla="*/ 7732 w 50"/>
                <a:gd name="T35" fmla="*/ 10063 h 73"/>
                <a:gd name="T36" fmla="*/ 8432 w 50"/>
                <a:gd name="T37" fmla="*/ 13122 h 73"/>
                <a:gd name="T38" fmla="*/ 8432 w 50"/>
                <a:gd name="T39" fmla="*/ 9877 h 73"/>
                <a:gd name="T40" fmla="*/ 8082 w 50"/>
                <a:gd name="T41" fmla="*/ 10605 h 73"/>
                <a:gd name="T42" fmla="*/ 6999 w 50"/>
                <a:gd name="T43" fmla="*/ 9527 h 73"/>
                <a:gd name="T44" fmla="*/ 6999 w 50"/>
                <a:gd name="T45" fmla="*/ 6118 h 73"/>
                <a:gd name="T46" fmla="*/ 5916 w 50"/>
                <a:gd name="T47" fmla="*/ 6818 h 73"/>
                <a:gd name="T48" fmla="*/ 6266 w 50"/>
                <a:gd name="T49" fmla="*/ 5576 h 73"/>
                <a:gd name="T50" fmla="*/ 5025 w 50"/>
                <a:gd name="T51" fmla="*/ 5926 h 73"/>
                <a:gd name="T52" fmla="*/ 5567 w 50"/>
                <a:gd name="T53" fmla="*/ 3951 h 73"/>
                <a:gd name="T54" fmla="*/ 3756 w 50"/>
                <a:gd name="T55" fmla="*/ 3793 h 73"/>
                <a:gd name="T56" fmla="*/ 3942 w 50"/>
                <a:gd name="T57" fmla="*/ 1625 h 73"/>
                <a:gd name="T58" fmla="*/ 3756 w 50"/>
                <a:gd name="T59" fmla="*/ 0 h 73"/>
                <a:gd name="T60" fmla="*/ 3243 w 50"/>
                <a:gd name="T61" fmla="*/ 350 h 73"/>
                <a:gd name="T62" fmla="*/ 3051 w 50"/>
                <a:gd name="T63" fmla="*/ 350 h 7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0" h="73">
                  <a:moveTo>
                    <a:pt x="17" y="2"/>
                  </a:moveTo>
                  <a:cubicBezTo>
                    <a:pt x="11" y="4"/>
                    <a:pt x="3" y="18"/>
                    <a:pt x="0" y="25"/>
                  </a:cubicBezTo>
                  <a:cubicBezTo>
                    <a:pt x="4" y="25"/>
                    <a:pt x="4" y="21"/>
                    <a:pt x="6" y="19"/>
                  </a:cubicBezTo>
                  <a:cubicBezTo>
                    <a:pt x="8" y="17"/>
                    <a:pt x="9" y="17"/>
                    <a:pt x="11" y="16"/>
                  </a:cubicBezTo>
                  <a:cubicBezTo>
                    <a:pt x="11" y="15"/>
                    <a:pt x="13" y="13"/>
                    <a:pt x="14" y="12"/>
                  </a:cubicBezTo>
                  <a:cubicBezTo>
                    <a:pt x="23" y="5"/>
                    <a:pt x="13" y="21"/>
                    <a:pt x="13" y="25"/>
                  </a:cubicBezTo>
                  <a:cubicBezTo>
                    <a:pt x="16" y="25"/>
                    <a:pt x="17" y="23"/>
                    <a:pt x="18" y="21"/>
                  </a:cubicBezTo>
                  <a:cubicBezTo>
                    <a:pt x="23" y="26"/>
                    <a:pt x="15" y="32"/>
                    <a:pt x="15" y="37"/>
                  </a:cubicBezTo>
                  <a:cubicBezTo>
                    <a:pt x="18" y="38"/>
                    <a:pt x="24" y="27"/>
                    <a:pt x="25" y="23"/>
                  </a:cubicBezTo>
                  <a:cubicBezTo>
                    <a:pt x="29" y="26"/>
                    <a:pt x="21" y="38"/>
                    <a:pt x="21" y="43"/>
                  </a:cubicBezTo>
                  <a:cubicBezTo>
                    <a:pt x="23" y="42"/>
                    <a:pt x="24" y="38"/>
                    <a:pt x="25" y="36"/>
                  </a:cubicBezTo>
                  <a:cubicBezTo>
                    <a:pt x="28" y="39"/>
                    <a:pt x="24" y="42"/>
                    <a:pt x="25" y="45"/>
                  </a:cubicBezTo>
                  <a:cubicBezTo>
                    <a:pt x="27" y="50"/>
                    <a:pt x="29" y="42"/>
                    <a:pt x="31" y="41"/>
                  </a:cubicBezTo>
                  <a:cubicBezTo>
                    <a:pt x="32" y="43"/>
                    <a:pt x="31" y="46"/>
                    <a:pt x="32" y="49"/>
                  </a:cubicBezTo>
                  <a:cubicBezTo>
                    <a:pt x="34" y="48"/>
                    <a:pt x="37" y="42"/>
                    <a:pt x="38" y="39"/>
                  </a:cubicBezTo>
                  <a:cubicBezTo>
                    <a:pt x="41" y="42"/>
                    <a:pt x="38" y="47"/>
                    <a:pt x="37" y="51"/>
                  </a:cubicBezTo>
                  <a:cubicBezTo>
                    <a:pt x="36" y="55"/>
                    <a:pt x="38" y="56"/>
                    <a:pt x="38" y="61"/>
                  </a:cubicBezTo>
                  <a:cubicBezTo>
                    <a:pt x="40" y="60"/>
                    <a:pt x="39" y="55"/>
                    <a:pt x="43" y="56"/>
                  </a:cubicBezTo>
                  <a:cubicBezTo>
                    <a:pt x="43" y="58"/>
                    <a:pt x="45" y="73"/>
                    <a:pt x="47" y="73"/>
                  </a:cubicBezTo>
                  <a:cubicBezTo>
                    <a:pt x="50" y="73"/>
                    <a:pt x="48" y="56"/>
                    <a:pt x="47" y="55"/>
                  </a:cubicBezTo>
                  <a:cubicBezTo>
                    <a:pt x="47" y="56"/>
                    <a:pt x="45" y="58"/>
                    <a:pt x="45" y="59"/>
                  </a:cubicBezTo>
                  <a:cubicBezTo>
                    <a:pt x="43" y="58"/>
                    <a:pt x="44" y="45"/>
                    <a:pt x="39" y="53"/>
                  </a:cubicBezTo>
                  <a:cubicBezTo>
                    <a:pt x="38" y="50"/>
                    <a:pt x="43" y="36"/>
                    <a:pt x="39" y="34"/>
                  </a:cubicBezTo>
                  <a:cubicBezTo>
                    <a:pt x="36" y="33"/>
                    <a:pt x="36" y="41"/>
                    <a:pt x="33" y="38"/>
                  </a:cubicBezTo>
                  <a:cubicBezTo>
                    <a:pt x="30" y="37"/>
                    <a:pt x="35" y="33"/>
                    <a:pt x="35" y="31"/>
                  </a:cubicBezTo>
                  <a:cubicBezTo>
                    <a:pt x="33" y="30"/>
                    <a:pt x="30" y="32"/>
                    <a:pt x="28" y="33"/>
                  </a:cubicBezTo>
                  <a:cubicBezTo>
                    <a:pt x="28" y="29"/>
                    <a:pt x="31" y="26"/>
                    <a:pt x="31" y="22"/>
                  </a:cubicBezTo>
                  <a:cubicBezTo>
                    <a:pt x="30" y="10"/>
                    <a:pt x="26" y="21"/>
                    <a:pt x="21" y="21"/>
                  </a:cubicBezTo>
                  <a:cubicBezTo>
                    <a:pt x="20" y="17"/>
                    <a:pt x="23" y="13"/>
                    <a:pt x="22" y="9"/>
                  </a:cubicBezTo>
                  <a:cubicBezTo>
                    <a:pt x="22" y="5"/>
                    <a:pt x="17" y="6"/>
                    <a:pt x="21" y="0"/>
                  </a:cubicBezTo>
                  <a:cubicBezTo>
                    <a:pt x="19" y="0"/>
                    <a:pt x="19" y="1"/>
                    <a:pt x="18" y="2"/>
                  </a:cubicBezTo>
                  <a:lnTo>
                    <a:pt x="17" y="2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71" name="Freeform 1438"/>
            <p:cNvSpPr>
              <a:spLocks/>
            </p:cNvSpPr>
            <p:nvPr/>
          </p:nvSpPr>
          <p:spPr bwMode="auto">
            <a:xfrm>
              <a:off x="2867" y="717"/>
              <a:ext cx="1347" cy="924"/>
            </a:xfrm>
            <a:custGeom>
              <a:avLst/>
              <a:gdLst>
                <a:gd name="T0" fmla="*/ 25063 w 239"/>
                <a:gd name="T1" fmla="*/ 22728 h 164"/>
                <a:gd name="T2" fmla="*/ 27380 w 239"/>
                <a:gd name="T3" fmla="*/ 24509 h 164"/>
                <a:gd name="T4" fmla="*/ 33128 w 239"/>
                <a:gd name="T5" fmla="*/ 24317 h 164"/>
                <a:gd name="T6" fmla="*/ 31860 w 239"/>
                <a:gd name="T7" fmla="*/ 25934 h 164"/>
                <a:gd name="T8" fmla="*/ 35800 w 239"/>
                <a:gd name="T9" fmla="*/ 25934 h 164"/>
                <a:gd name="T10" fmla="*/ 37226 w 239"/>
                <a:gd name="T11" fmla="*/ 26475 h 164"/>
                <a:gd name="T12" fmla="*/ 33478 w 239"/>
                <a:gd name="T13" fmla="*/ 27173 h 164"/>
                <a:gd name="T14" fmla="*/ 35800 w 239"/>
                <a:gd name="T15" fmla="*/ 27551 h 164"/>
                <a:gd name="T16" fmla="*/ 37417 w 239"/>
                <a:gd name="T17" fmla="*/ 27551 h 164"/>
                <a:gd name="T18" fmla="*/ 37068 w 239"/>
                <a:gd name="T19" fmla="*/ 28790 h 164"/>
                <a:gd name="T20" fmla="*/ 42788 w 239"/>
                <a:gd name="T21" fmla="*/ 27016 h 164"/>
                <a:gd name="T22" fmla="*/ 41165 w 239"/>
                <a:gd name="T23" fmla="*/ 26633 h 164"/>
                <a:gd name="T24" fmla="*/ 41007 w 239"/>
                <a:gd name="T25" fmla="*/ 26824 h 164"/>
                <a:gd name="T26" fmla="*/ 40624 w 239"/>
                <a:gd name="T27" fmla="*/ 25585 h 164"/>
                <a:gd name="T28" fmla="*/ 40089 w 239"/>
                <a:gd name="T29" fmla="*/ 24694 h 164"/>
                <a:gd name="T30" fmla="*/ 38849 w 239"/>
                <a:gd name="T31" fmla="*/ 23968 h 164"/>
                <a:gd name="T32" fmla="*/ 37417 w 239"/>
                <a:gd name="T33" fmla="*/ 22537 h 164"/>
                <a:gd name="T34" fmla="*/ 35642 w 239"/>
                <a:gd name="T35" fmla="*/ 21460 h 164"/>
                <a:gd name="T36" fmla="*/ 34909 w 239"/>
                <a:gd name="T37" fmla="*/ 20221 h 164"/>
                <a:gd name="T38" fmla="*/ 33827 w 239"/>
                <a:gd name="T39" fmla="*/ 18255 h 164"/>
                <a:gd name="T40" fmla="*/ 32942 w 239"/>
                <a:gd name="T41" fmla="*/ 16824 h 164"/>
                <a:gd name="T42" fmla="*/ 6797 w 239"/>
                <a:gd name="T43" fmla="*/ 5364 h 164"/>
                <a:gd name="T44" fmla="*/ 5557 w 239"/>
                <a:gd name="T45" fmla="*/ 3048 h 164"/>
                <a:gd name="T46" fmla="*/ 2159 w 239"/>
                <a:gd name="T47" fmla="*/ 890 h 164"/>
                <a:gd name="T48" fmla="*/ 4289 w 239"/>
                <a:gd name="T49" fmla="*/ 4637 h 164"/>
                <a:gd name="T50" fmla="*/ 4131 w 239"/>
                <a:gd name="T51" fmla="*/ 5364 h 164"/>
                <a:gd name="T52" fmla="*/ 6989 w 239"/>
                <a:gd name="T53" fmla="*/ 8412 h 164"/>
                <a:gd name="T54" fmla="*/ 11278 w 239"/>
                <a:gd name="T55" fmla="*/ 13235 h 164"/>
                <a:gd name="T56" fmla="*/ 15944 w 239"/>
                <a:gd name="T57" fmla="*/ 16824 h 164"/>
                <a:gd name="T58" fmla="*/ 16485 w 239"/>
                <a:gd name="T59" fmla="*/ 16981 h 164"/>
                <a:gd name="T60" fmla="*/ 20583 w 239"/>
                <a:gd name="T61" fmla="*/ 20221 h 164"/>
                <a:gd name="T62" fmla="*/ 24872 w 239"/>
                <a:gd name="T63" fmla="*/ 22537 h 16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39" h="164">
                  <a:moveTo>
                    <a:pt x="140" y="127"/>
                  </a:moveTo>
                  <a:cubicBezTo>
                    <a:pt x="140" y="127"/>
                    <a:pt x="139" y="136"/>
                    <a:pt x="153" y="137"/>
                  </a:cubicBezTo>
                  <a:cubicBezTo>
                    <a:pt x="153" y="137"/>
                    <a:pt x="176" y="140"/>
                    <a:pt x="185" y="136"/>
                  </a:cubicBezTo>
                  <a:cubicBezTo>
                    <a:pt x="185" y="136"/>
                    <a:pt x="161" y="144"/>
                    <a:pt x="178" y="145"/>
                  </a:cubicBezTo>
                  <a:cubicBezTo>
                    <a:pt x="178" y="145"/>
                    <a:pt x="189" y="147"/>
                    <a:pt x="200" y="145"/>
                  </a:cubicBezTo>
                  <a:cubicBezTo>
                    <a:pt x="200" y="145"/>
                    <a:pt x="219" y="147"/>
                    <a:pt x="208" y="148"/>
                  </a:cubicBezTo>
                  <a:cubicBezTo>
                    <a:pt x="208" y="148"/>
                    <a:pt x="180" y="148"/>
                    <a:pt x="187" y="152"/>
                  </a:cubicBezTo>
                  <a:cubicBezTo>
                    <a:pt x="187" y="152"/>
                    <a:pt x="190" y="157"/>
                    <a:pt x="200" y="154"/>
                  </a:cubicBezTo>
                  <a:cubicBezTo>
                    <a:pt x="209" y="154"/>
                    <a:pt x="209" y="154"/>
                    <a:pt x="209" y="154"/>
                  </a:cubicBezTo>
                  <a:cubicBezTo>
                    <a:pt x="209" y="154"/>
                    <a:pt x="198" y="164"/>
                    <a:pt x="207" y="161"/>
                  </a:cubicBezTo>
                  <a:cubicBezTo>
                    <a:pt x="207" y="161"/>
                    <a:pt x="236" y="159"/>
                    <a:pt x="239" y="151"/>
                  </a:cubicBezTo>
                  <a:cubicBezTo>
                    <a:pt x="239" y="151"/>
                    <a:pt x="235" y="148"/>
                    <a:pt x="230" y="149"/>
                  </a:cubicBezTo>
                  <a:cubicBezTo>
                    <a:pt x="230" y="150"/>
                    <a:pt x="230" y="150"/>
                    <a:pt x="229" y="150"/>
                  </a:cubicBezTo>
                  <a:cubicBezTo>
                    <a:pt x="224" y="152"/>
                    <a:pt x="234" y="146"/>
                    <a:pt x="227" y="143"/>
                  </a:cubicBezTo>
                  <a:cubicBezTo>
                    <a:pt x="227" y="143"/>
                    <a:pt x="221" y="143"/>
                    <a:pt x="224" y="138"/>
                  </a:cubicBezTo>
                  <a:cubicBezTo>
                    <a:pt x="224" y="138"/>
                    <a:pt x="222" y="134"/>
                    <a:pt x="217" y="134"/>
                  </a:cubicBezTo>
                  <a:cubicBezTo>
                    <a:pt x="217" y="134"/>
                    <a:pt x="214" y="127"/>
                    <a:pt x="209" y="126"/>
                  </a:cubicBezTo>
                  <a:cubicBezTo>
                    <a:pt x="209" y="126"/>
                    <a:pt x="200" y="129"/>
                    <a:pt x="199" y="120"/>
                  </a:cubicBezTo>
                  <a:cubicBezTo>
                    <a:pt x="199" y="120"/>
                    <a:pt x="200" y="115"/>
                    <a:pt x="195" y="113"/>
                  </a:cubicBezTo>
                  <a:cubicBezTo>
                    <a:pt x="195" y="113"/>
                    <a:pt x="188" y="109"/>
                    <a:pt x="189" y="102"/>
                  </a:cubicBezTo>
                  <a:cubicBezTo>
                    <a:pt x="189" y="102"/>
                    <a:pt x="190" y="96"/>
                    <a:pt x="184" y="94"/>
                  </a:cubicBezTo>
                  <a:cubicBezTo>
                    <a:pt x="184" y="94"/>
                    <a:pt x="56" y="48"/>
                    <a:pt x="38" y="30"/>
                  </a:cubicBezTo>
                  <a:cubicBezTo>
                    <a:pt x="38" y="30"/>
                    <a:pt x="33" y="27"/>
                    <a:pt x="31" y="17"/>
                  </a:cubicBezTo>
                  <a:cubicBezTo>
                    <a:pt x="31" y="17"/>
                    <a:pt x="15" y="0"/>
                    <a:pt x="12" y="5"/>
                  </a:cubicBezTo>
                  <a:cubicBezTo>
                    <a:pt x="12" y="5"/>
                    <a:pt x="14" y="20"/>
                    <a:pt x="24" y="26"/>
                  </a:cubicBezTo>
                  <a:cubicBezTo>
                    <a:pt x="24" y="26"/>
                    <a:pt x="30" y="31"/>
                    <a:pt x="23" y="30"/>
                  </a:cubicBezTo>
                  <a:cubicBezTo>
                    <a:pt x="23" y="30"/>
                    <a:pt x="0" y="28"/>
                    <a:pt x="39" y="47"/>
                  </a:cubicBezTo>
                  <a:cubicBezTo>
                    <a:pt x="39" y="47"/>
                    <a:pt x="35" y="62"/>
                    <a:pt x="63" y="74"/>
                  </a:cubicBezTo>
                  <a:cubicBezTo>
                    <a:pt x="63" y="74"/>
                    <a:pt x="78" y="89"/>
                    <a:pt x="89" y="94"/>
                  </a:cubicBezTo>
                  <a:cubicBezTo>
                    <a:pt x="90" y="94"/>
                    <a:pt x="91" y="94"/>
                    <a:pt x="92" y="95"/>
                  </a:cubicBezTo>
                  <a:cubicBezTo>
                    <a:pt x="103" y="98"/>
                    <a:pt x="102" y="109"/>
                    <a:pt x="115" y="113"/>
                  </a:cubicBezTo>
                  <a:cubicBezTo>
                    <a:pt x="115" y="113"/>
                    <a:pt x="98" y="120"/>
                    <a:pt x="139" y="126"/>
                  </a:cubicBezTo>
                </a:path>
              </a:pathLst>
            </a:custGeom>
            <a:solidFill>
              <a:srgbClr val="8A8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72" name="Freeform 1439"/>
            <p:cNvSpPr>
              <a:spLocks/>
            </p:cNvSpPr>
            <p:nvPr/>
          </p:nvSpPr>
          <p:spPr bwMode="auto">
            <a:xfrm>
              <a:off x="5398" y="1906"/>
              <a:ext cx="79" cy="79"/>
            </a:xfrm>
            <a:custGeom>
              <a:avLst/>
              <a:gdLst>
                <a:gd name="T0" fmla="*/ 192 w 14"/>
                <a:gd name="T1" fmla="*/ 1275 h 14"/>
                <a:gd name="T2" fmla="*/ 350 w 14"/>
                <a:gd name="T3" fmla="*/ 892 h 14"/>
                <a:gd name="T4" fmla="*/ 1625 w 14"/>
                <a:gd name="T5" fmla="*/ 542 h 14"/>
                <a:gd name="T6" fmla="*/ 1975 w 14"/>
                <a:gd name="T7" fmla="*/ 1083 h 14"/>
                <a:gd name="T8" fmla="*/ 2167 w 14"/>
                <a:gd name="T9" fmla="*/ 1433 h 14"/>
                <a:gd name="T10" fmla="*/ 1083 w 14"/>
                <a:gd name="T11" fmla="*/ 2325 h 14"/>
                <a:gd name="T12" fmla="*/ 192 w 14"/>
                <a:gd name="T13" fmla="*/ 1275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4">
                  <a:moveTo>
                    <a:pt x="1" y="7"/>
                  </a:moveTo>
                  <a:cubicBezTo>
                    <a:pt x="1" y="7"/>
                    <a:pt x="0" y="5"/>
                    <a:pt x="2" y="5"/>
                  </a:cubicBezTo>
                  <a:cubicBezTo>
                    <a:pt x="2" y="5"/>
                    <a:pt x="4" y="0"/>
                    <a:pt x="9" y="3"/>
                  </a:cubicBezTo>
                  <a:cubicBezTo>
                    <a:pt x="9" y="3"/>
                    <a:pt x="11" y="3"/>
                    <a:pt x="11" y="6"/>
                  </a:cubicBezTo>
                  <a:cubicBezTo>
                    <a:pt x="11" y="6"/>
                    <a:pt x="14" y="8"/>
                    <a:pt x="12" y="8"/>
                  </a:cubicBezTo>
                  <a:cubicBezTo>
                    <a:pt x="12" y="8"/>
                    <a:pt x="9" y="14"/>
                    <a:pt x="6" y="13"/>
                  </a:cubicBezTo>
                  <a:cubicBezTo>
                    <a:pt x="6" y="13"/>
                    <a:pt x="2" y="12"/>
                    <a:pt x="1" y="7"/>
                  </a:cubicBezTo>
                  <a:close/>
                </a:path>
              </a:pathLst>
            </a:custGeom>
            <a:solidFill>
              <a:srgbClr val="63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73" name="Oval 1440"/>
            <p:cNvSpPr>
              <a:spLocks noChangeArrowheads="1"/>
            </p:cNvSpPr>
            <p:nvPr/>
          </p:nvSpPr>
          <p:spPr bwMode="auto">
            <a:xfrm>
              <a:off x="5415" y="1923"/>
              <a:ext cx="39" cy="45"/>
            </a:xfrm>
            <a:prstGeom prst="ellipse">
              <a:avLst/>
            </a:pr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8774" name="Freeform 1441"/>
            <p:cNvSpPr>
              <a:spLocks/>
            </p:cNvSpPr>
            <p:nvPr/>
          </p:nvSpPr>
          <p:spPr bwMode="auto">
            <a:xfrm>
              <a:off x="5499" y="1968"/>
              <a:ext cx="181" cy="85"/>
            </a:xfrm>
            <a:custGeom>
              <a:avLst/>
              <a:gdLst>
                <a:gd name="T0" fmla="*/ 351 w 32"/>
                <a:gd name="T1" fmla="*/ 544 h 15"/>
                <a:gd name="T2" fmla="*/ 1278 w 32"/>
                <a:gd name="T3" fmla="*/ 0 h 15"/>
                <a:gd name="T4" fmla="*/ 4700 w 32"/>
                <a:gd name="T5" fmla="*/ 901 h 15"/>
                <a:gd name="T6" fmla="*/ 4700 w 32"/>
                <a:gd name="T7" fmla="*/ 1830 h 15"/>
                <a:gd name="T8" fmla="*/ 1442 w 32"/>
                <a:gd name="T9" fmla="*/ 2374 h 15"/>
                <a:gd name="T10" fmla="*/ 1086 w 32"/>
                <a:gd name="T11" fmla="*/ 1989 h 15"/>
                <a:gd name="T12" fmla="*/ 351 w 32"/>
                <a:gd name="T13" fmla="*/ 544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15">
                  <a:moveTo>
                    <a:pt x="2" y="3"/>
                  </a:moveTo>
                  <a:cubicBezTo>
                    <a:pt x="2" y="3"/>
                    <a:pt x="0" y="0"/>
                    <a:pt x="7" y="0"/>
                  </a:cubicBezTo>
                  <a:cubicBezTo>
                    <a:pt x="7" y="0"/>
                    <a:pt x="23" y="0"/>
                    <a:pt x="26" y="5"/>
                  </a:cubicBezTo>
                  <a:cubicBezTo>
                    <a:pt x="26" y="5"/>
                    <a:pt x="32" y="10"/>
                    <a:pt x="26" y="10"/>
                  </a:cubicBezTo>
                  <a:cubicBezTo>
                    <a:pt x="26" y="10"/>
                    <a:pt x="14" y="10"/>
                    <a:pt x="8" y="13"/>
                  </a:cubicBezTo>
                  <a:cubicBezTo>
                    <a:pt x="8" y="13"/>
                    <a:pt x="6" y="15"/>
                    <a:pt x="6" y="11"/>
                  </a:cubicBezTo>
                  <a:cubicBezTo>
                    <a:pt x="6" y="11"/>
                    <a:pt x="1" y="7"/>
                    <a:pt x="2" y="3"/>
                  </a:cubicBezTo>
                  <a:close/>
                </a:path>
              </a:pathLst>
            </a:custGeom>
            <a:solidFill>
              <a:srgbClr val="BC9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75" name="Freeform 1442"/>
            <p:cNvSpPr>
              <a:spLocks/>
            </p:cNvSpPr>
            <p:nvPr/>
          </p:nvSpPr>
          <p:spPr bwMode="auto">
            <a:xfrm>
              <a:off x="5516" y="1974"/>
              <a:ext cx="113" cy="22"/>
            </a:xfrm>
            <a:custGeom>
              <a:avLst/>
              <a:gdLst>
                <a:gd name="T0" fmla="*/ 542 w 20"/>
                <a:gd name="T1" fmla="*/ 336 h 4"/>
                <a:gd name="T2" fmla="*/ 1435 w 20"/>
                <a:gd name="T3" fmla="*/ 0 h 4"/>
                <a:gd name="T4" fmla="*/ 3254 w 20"/>
                <a:gd name="T5" fmla="*/ 517 h 4"/>
                <a:gd name="T6" fmla="*/ 2328 w 20"/>
                <a:gd name="T7" fmla="*/ 517 h 4"/>
                <a:gd name="T8" fmla="*/ 542 w 20"/>
                <a:gd name="T9" fmla="*/ 33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">
                  <a:moveTo>
                    <a:pt x="3" y="2"/>
                  </a:moveTo>
                  <a:cubicBezTo>
                    <a:pt x="3" y="2"/>
                    <a:pt x="3" y="0"/>
                    <a:pt x="8" y="0"/>
                  </a:cubicBezTo>
                  <a:cubicBezTo>
                    <a:pt x="8" y="0"/>
                    <a:pt x="20" y="1"/>
                    <a:pt x="18" y="3"/>
                  </a:cubicBezTo>
                  <a:cubicBezTo>
                    <a:pt x="18" y="3"/>
                    <a:pt x="16" y="4"/>
                    <a:pt x="13" y="3"/>
                  </a:cubicBezTo>
                  <a:cubicBezTo>
                    <a:pt x="13" y="3"/>
                    <a:pt x="0" y="4"/>
                    <a:pt x="3" y="2"/>
                  </a:cubicBezTo>
                  <a:close/>
                </a:path>
              </a:pathLst>
            </a:custGeom>
            <a:solidFill>
              <a:srgbClr val="DDB5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76" name="Freeform 1443"/>
            <p:cNvSpPr>
              <a:spLocks/>
            </p:cNvSpPr>
            <p:nvPr/>
          </p:nvSpPr>
          <p:spPr bwMode="auto">
            <a:xfrm>
              <a:off x="5516" y="2002"/>
              <a:ext cx="147" cy="45"/>
            </a:xfrm>
            <a:custGeom>
              <a:avLst/>
              <a:gdLst>
                <a:gd name="T0" fmla="*/ 735 w 26"/>
                <a:gd name="T1" fmla="*/ 1423 h 8"/>
                <a:gd name="T2" fmla="*/ 735 w 26"/>
                <a:gd name="T3" fmla="*/ 349 h 8"/>
                <a:gd name="T4" fmla="*/ 3963 w 26"/>
                <a:gd name="T5" fmla="*/ 191 h 8"/>
                <a:gd name="T6" fmla="*/ 3963 w 26"/>
                <a:gd name="T7" fmla="*/ 726 h 8"/>
                <a:gd name="T8" fmla="*/ 735 w 26"/>
                <a:gd name="T9" fmla="*/ 142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8">
                  <a:moveTo>
                    <a:pt x="4" y="8"/>
                  </a:moveTo>
                  <a:cubicBezTo>
                    <a:pt x="4" y="8"/>
                    <a:pt x="0" y="5"/>
                    <a:pt x="4" y="2"/>
                  </a:cubicBezTo>
                  <a:cubicBezTo>
                    <a:pt x="4" y="2"/>
                    <a:pt x="16" y="0"/>
                    <a:pt x="22" y="1"/>
                  </a:cubicBezTo>
                  <a:cubicBezTo>
                    <a:pt x="22" y="1"/>
                    <a:pt x="26" y="4"/>
                    <a:pt x="22" y="4"/>
                  </a:cubicBezTo>
                  <a:cubicBezTo>
                    <a:pt x="22" y="4"/>
                    <a:pt x="8" y="4"/>
                    <a:pt x="4" y="8"/>
                  </a:cubicBezTo>
                  <a:close/>
                </a:path>
              </a:pathLst>
            </a:custGeom>
            <a:solidFill>
              <a:srgbClr val="A07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77" name="Freeform 1444"/>
            <p:cNvSpPr>
              <a:spLocks/>
            </p:cNvSpPr>
            <p:nvPr/>
          </p:nvSpPr>
          <p:spPr bwMode="auto">
            <a:xfrm>
              <a:off x="4879" y="2058"/>
              <a:ext cx="310" cy="457"/>
            </a:xfrm>
            <a:custGeom>
              <a:avLst/>
              <a:gdLst>
                <a:gd name="T0" fmla="*/ 0 w 55"/>
                <a:gd name="T1" fmla="*/ 12576 h 81"/>
                <a:gd name="T2" fmla="*/ 541 w 55"/>
                <a:gd name="T3" fmla="*/ 10793 h 81"/>
                <a:gd name="T4" fmla="*/ 1432 w 55"/>
                <a:gd name="T5" fmla="*/ 9168 h 81"/>
                <a:gd name="T6" fmla="*/ 3399 w 55"/>
                <a:gd name="T7" fmla="*/ 6268 h 81"/>
                <a:gd name="T8" fmla="*/ 6099 w 55"/>
                <a:gd name="T9" fmla="*/ 4136 h 81"/>
                <a:gd name="T10" fmla="*/ 8229 w 55"/>
                <a:gd name="T11" fmla="*/ 1083 h 81"/>
                <a:gd name="T12" fmla="*/ 9120 w 55"/>
                <a:gd name="T13" fmla="*/ 0 h 81"/>
                <a:gd name="T14" fmla="*/ 9306 w 55"/>
                <a:gd name="T15" fmla="*/ 1433 h 81"/>
                <a:gd name="T16" fmla="*/ 8421 w 55"/>
                <a:gd name="T17" fmla="*/ 4841 h 81"/>
                <a:gd name="T18" fmla="*/ 7147 w 55"/>
                <a:gd name="T19" fmla="*/ 8085 h 81"/>
                <a:gd name="T20" fmla="*/ 4830 w 55"/>
                <a:gd name="T21" fmla="*/ 10793 h 81"/>
                <a:gd name="T22" fmla="*/ 2700 w 55"/>
                <a:gd name="T23" fmla="*/ 12762 h 81"/>
                <a:gd name="T24" fmla="*/ 349 w 55"/>
                <a:gd name="T25" fmla="*/ 13654 h 81"/>
                <a:gd name="T26" fmla="*/ 0 w 55"/>
                <a:gd name="T27" fmla="*/ 12576 h 8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5" h="81">
                  <a:moveTo>
                    <a:pt x="0" y="70"/>
                  </a:moveTo>
                  <a:cubicBezTo>
                    <a:pt x="1" y="67"/>
                    <a:pt x="1" y="63"/>
                    <a:pt x="3" y="60"/>
                  </a:cubicBezTo>
                  <a:cubicBezTo>
                    <a:pt x="4" y="57"/>
                    <a:pt x="6" y="54"/>
                    <a:pt x="8" y="51"/>
                  </a:cubicBezTo>
                  <a:cubicBezTo>
                    <a:pt x="11" y="46"/>
                    <a:pt x="15" y="40"/>
                    <a:pt x="19" y="35"/>
                  </a:cubicBezTo>
                  <a:cubicBezTo>
                    <a:pt x="24" y="30"/>
                    <a:pt x="30" y="29"/>
                    <a:pt x="34" y="23"/>
                  </a:cubicBezTo>
                  <a:cubicBezTo>
                    <a:pt x="38" y="16"/>
                    <a:pt x="41" y="11"/>
                    <a:pt x="46" y="6"/>
                  </a:cubicBezTo>
                  <a:cubicBezTo>
                    <a:pt x="47" y="5"/>
                    <a:pt x="50" y="0"/>
                    <a:pt x="51" y="0"/>
                  </a:cubicBezTo>
                  <a:cubicBezTo>
                    <a:pt x="55" y="1"/>
                    <a:pt x="52" y="6"/>
                    <a:pt x="52" y="8"/>
                  </a:cubicBezTo>
                  <a:cubicBezTo>
                    <a:pt x="51" y="15"/>
                    <a:pt x="50" y="20"/>
                    <a:pt x="47" y="27"/>
                  </a:cubicBezTo>
                  <a:cubicBezTo>
                    <a:pt x="44" y="32"/>
                    <a:pt x="43" y="40"/>
                    <a:pt x="40" y="45"/>
                  </a:cubicBezTo>
                  <a:cubicBezTo>
                    <a:pt x="36" y="50"/>
                    <a:pt x="31" y="56"/>
                    <a:pt x="27" y="60"/>
                  </a:cubicBezTo>
                  <a:cubicBezTo>
                    <a:pt x="24" y="64"/>
                    <a:pt x="19" y="67"/>
                    <a:pt x="15" y="71"/>
                  </a:cubicBezTo>
                  <a:cubicBezTo>
                    <a:pt x="12" y="74"/>
                    <a:pt x="6" y="81"/>
                    <a:pt x="2" y="76"/>
                  </a:cubicBezTo>
                  <a:lnTo>
                    <a:pt x="0" y="7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78" name="Freeform 1445"/>
            <p:cNvSpPr>
              <a:spLocks/>
            </p:cNvSpPr>
            <p:nvPr/>
          </p:nvSpPr>
          <p:spPr bwMode="auto">
            <a:xfrm>
              <a:off x="2873" y="818"/>
              <a:ext cx="947" cy="423"/>
            </a:xfrm>
            <a:custGeom>
              <a:avLst/>
              <a:gdLst>
                <a:gd name="T0" fmla="*/ 4673 w 168"/>
                <a:gd name="T1" fmla="*/ 1974 h 75"/>
                <a:gd name="T2" fmla="*/ 2858 w 168"/>
                <a:gd name="T3" fmla="*/ 3051 h 75"/>
                <a:gd name="T4" fmla="*/ 30090 w 168"/>
                <a:gd name="T5" fmla="*/ 13457 h 75"/>
                <a:gd name="T6" fmla="*/ 4673 w 168"/>
                <a:gd name="T7" fmla="*/ 1974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8" h="75">
                  <a:moveTo>
                    <a:pt x="26" y="11"/>
                  </a:moveTo>
                  <a:cubicBezTo>
                    <a:pt x="26" y="11"/>
                    <a:pt x="0" y="0"/>
                    <a:pt x="16" y="17"/>
                  </a:cubicBezTo>
                  <a:cubicBezTo>
                    <a:pt x="16" y="17"/>
                    <a:pt x="18" y="41"/>
                    <a:pt x="168" y="75"/>
                  </a:cubicBezTo>
                  <a:cubicBezTo>
                    <a:pt x="168" y="75"/>
                    <a:pt x="31" y="11"/>
                    <a:pt x="26" y="11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79" name="Freeform 1446"/>
            <p:cNvSpPr>
              <a:spLocks/>
            </p:cNvSpPr>
            <p:nvPr/>
          </p:nvSpPr>
          <p:spPr bwMode="auto">
            <a:xfrm>
              <a:off x="3053" y="1055"/>
              <a:ext cx="710" cy="214"/>
            </a:xfrm>
            <a:custGeom>
              <a:avLst/>
              <a:gdLst>
                <a:gd name="T0" fmla="*/ 1617 w 126"/>
                <a:gd name="T1" fmla="*/ 0 h 38"/>
                <a:gd name="T2" fmla="*/ 5364 w 126"/>
                <a:gd name="T3" fmla="*/ 3204 h 38"/>
                <a:gd name="T4" fmla="*/ 22545 w 126"/>
                <a:gd name="T5" fmla="*/ 6786 h 38"/>
                <a:gd name="T6" fmla="*/ 1617 w 126"/>
                <a:gd name="T7" fmla="*/ 0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6" h="38">
                  <a:moveTo>
                    <a:pt x="9" y="0"/>
                  </a:moveTo>
                  <a:cubicBezTo>
                    <a:pt x="9" y="0"/>
                    <a:pt x="0" y="11"/>
                    <a:pt x="30" y="18"/>
                  </a:cubicBezTo>
                  <a:cubicBezTo>
                    <a:pt x="30" y="18"/>
                    <a:pt x="95" y="38"/>
                    <a:pt x="126" y="38"/>
                  </a:cubicBezTo>
                  <a:cubicBezTo>
                    <a:pt x="126" y="38"/>
                    <a:pt x="8" y="10"/>
                    <a:pt x="9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80" name="Freeform 1447"/>
            <p:cNvSpPr>
              <a:spLocks/>
            </p:cNvSpPr>
            <p:nvPr/>
          </p:nvSpPr>
          <p:spPr bwMode="auto">
            <a:xfrm>
              <a:off x="3284" y="1224"/>
              <a:ext cx="603" cy="141"/>
            </a:xfrm>
            <a:custGeom>
              <a:avLst/>
              <a:gdLst>
                <a:gd name="T0" fmla="*/ 1431 w 107"/>
                <a:gd name="T1" fmla="*/ 0 h 25"/>
                <a:gd name="T2" fmla="*/ 4480 w 107"/>
                <a:gd name="T3" fmla="*/ 2324 h 25"/>
                <a:gd name="T4" fmla="*/ 19149 w 107"/>
                <a:gd name="T5" fmla="*/ 3401 h 25"/>
                <a:gd name="T6" fmla="*/ 1431 w 107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7" h="25">
                  <a:moveTo>
                    <a:pt x="8" y="0"/>
                  </a:moveTo>
                  <a:cubicBezTo>
                    <a:pt x="8" y="0"/>
                    <a:pt x="0" y="8"/>
                    <a:pt x="25" y="13"/>
                  </a:cubicBezTo>
                  <a:cubicBezTo>
                    <a:pt x="25" y="13"/>
                    <a:pt x="88" y="25"/>
                    <a:pt x="107" y="19"/>
                  </a:cubicBezTo>
                  <a:cubicBezTo>
                    <a:pt x="107" y="19"/>
                    <a:pt x="8" y="8"/>
                    <a:pt x="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81" name="Freeform 1448"/>
            <p:cNvSpPr>
              <a:spLocks/>
            </p:cNvSpPr>
            <p:nvPr/>
          </p:nvSpPr>
          <p:spPr bwMode="auto">
            <a:xfrm>
              <a:off x="3414" y="1354"/>
              <a:ext cx="575" cy="118"/>
            </a:xfrm>
            <a:custGeom>
              <a:avLst/>
              <a:gdLst>
                <a:gd name="T0" fmla="*/ 3208 w 102"/>
                <a:gd name="T1" fmla="*/ 0 h 21"/>
                <a:gd name="T2" fmla="*/ 5023 w 102"/>
                <a:gd name="T3" fmla="*/ 2495 h 21"/>
                <a:gd name="T4" fmla="*/ 18270 w 102"/>
                <a:gd name="T5" fmla="*/ 1613 h 21"/>
                <a:gd name="T6" fmla="*/ 3208 w 102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2" h="21">
                  <a:moveTo>
                    <a:pt x="18" y="0"/>
                  </a:moveTo>
                  <a:cubicBezTo>
                    <a:pt x="18" y="0"/>
                    <a:pt x="0" y="5"/>
                    <a:pt x="28" y="14"/>
                  </a:cubicBezTo>
                  <a:cubicBezTo>
                    <a:pt x="28" y="14"/>
                    <a:pt x="74" y="21"/>
                    <a:pt x="102" y="9"/>
                  </a:cubicBezTo>
                  <a:cubicBezTo>
                    <a:pt x="102" y="9"/>
                    <a:pt x="19" y="20"/>
                    <a:pt x="1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82" name="Freeform 1449"/>
            <p:cNvSpPr>
              <a:spLocks/>
            </p:cNvSpPr>
            <p:nvPr/>
          </p:nvSpPr>
          <p:spPr bwMode="auto">
            <a:xfrm>
              <a:off x="3684" y="1432"/>
              <a:ext cx="316" cy="102"/>
            </a:xfrm>
            <a:custGeom>
              <a:avLst/>
              <a:gdLst>
                <a:gd name="T0" fmla="*/ 0 w 56"/>
                <a:gd name="T1" fmla="*/ 1286 h 18"/>
                <a:gd name="T2" fmla="*/ 5575 w 56"/>
                <a:gd name="T3" fmla="*/ 1989 h 18"/>
                <a:gd name="T4" fmla="*/ 10061 w 56"/>
                <a:gd name="T5" fmla="*/ 0 h 18"/>
                <a:gd name="T6" fmla="*/ 0 w 56"/>
                <a:gd name="T7" fmla="*/ 1286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18">
                  <a:moveTo>
                    <a:pt x="0" y="7"/>
                  </a:moveTo>
                  <a:cubicBezTo>
                    <a:pt x="0" y="7"/>
                    <a:pt x="8" y="18"/>
                    <a:pt x="31" y="11"/>
                  </a:cubicBezTo>
                  <a:cubicBezTo>
                    <a:pt x="31" y="11"/>
                    <a:pt x="45" y="7"/>
                    <a:pt x="56" y="0"/>
                  </a:cubicBezTo>
                  <a:cubicBezTo>
                    <a:pt x="56" y="0"/>
                    <a:pt x="8" y="16"/>
                    <a:pt x="0" y="7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83" name="Freeform 1450"/>
            <p:cNvSpPr>
              <a:spLocks/>
            </p:cNvSpPr>
            <p:nvPr/>
          </p:nvSpPr>
          <p:spPr bwMode="auto">
            <a:xfrm>
              <a:off x="3758" y="1506"/>
              <a:ext cx="343" cy="62"/>
            </a:xfrm>
            <a:custGeom>
              <a:avLst/>
              <a:gdLst>
                <a:gd name="T0" fmla="*/ 3194 w 61"/>
                <a:gd name="T1" fmla="*/ 0 h 11"/>
                <a:gd name="T2" fmla="*/ 3385 w 61"/>
                <a:gd name="T3" fmla="*/ 1618 h 11"/>
                <a:gd name="T4" fmla="*/ 10847 w 61"/>
                <a:gd name="T5" fmla="*/ 0 h 11"/>
                <a:gd name="T6" fmla="*/ 3194 w 61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1" h="11">
                  <a:moveTo>
                    <a:pt x="18" y="0"/>
                  </a:moveTo>
                  <a:cubicBezTo>
                    <a:pt x="18" y="0"/>
                    <a:pt x="0" y="7"/>
                    <a:pt x="19" y="9"/>
                  </a:cubicBezTo>
                  <a:cubicBezTo>
                    <a:pt x="19" y="9"/>
                    <a:pt x="36" y="11"/>
                    <a:pt x="61" y="0"/>
                  </a:cubicBezTo>
                  <a:cubicBezTo>
                    <a:pt x="61" y="0"/>
                    <a:pt x="19" y="9"/>
                    <a:pt x="1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84" name="Freeform 1451"/>
            <p:cNvSpPr>
              <a:spLocks/>
            </p:cNvSpPr>
            <p:nvPr/>
          </p:nvSpPr>
          <p:spPr bwMode="auto">
            <a:xfrm>
              <a:off x="4085" y="1308"/>
              <a:ext cx="732" cy="637"/>
            </a:xfrm>
            <a:custGeom>
              <a:avLst/>
              <a:gdLst>
                <a:gd name="T0" fmla="*/ 1075 w 130"/>
                <a:gd name="T1" fmla="*/ 192 h 113"/>
                <a:gd name="T2" fmla="*/ 4628 w 130"/>
                <a:gd name="T3" fmla="*/ 1240 h 113"/>
                <a:gd name="T4" fmla="*/ 8942 w 130"/>
                <a:gd name="T5" fmla="*/ 2323 h 113"/>
                <a:gd name="T6" fmla="*/ 12331 w 130"/>
                <a:gd name="T7" fmla="*/ 3940 h 113"/>
                <a:gd name="T8" fmla="*/ 15535 w 130"/>
                <a:gd name="T9" fmla="*/ 6263 h 113"/>
                <a:gd name="T10" fmla="*/ 14111 w 130"/>
                <a:gd name="T11" fmla="*/ 6641 h 113"/>
                <a:gd name="T12" fmla="*/ 13570 w 130"/>
                <a:gd name="T13" fmla="*/ 6990 h 113"/>
                <a:gd name="T14" fmla="*/ 13762 w 130"/>
                <a:gd name="T15" fmla="*/ 8072 h 113"/>
                <a:gd name="T16" fmla="*/ 14809 w 130"/>
                <a:gd name="T17" fmla="*/ 9662 h 113"/>
                <a:gd name="T18" fmla="*/ 16425 w 130"/>
                <a:gd name="T19" fmla="*/ 10930 h 113"/>
                <a:gd name="T20" fmla="*/ 19466 w 130"/>
                <a:gd name="T21" fmla="*/ 13445 h 113"/>
                <a:gd name="T22" fmla="*/ 21971 w 130"/>
                <a:gd name="T23" fmla="*/ 20243 h 113"/>
                <a:gd name="T24" fmla="*/ 20704 w 130"/>
                <a:gd name="T25" fmla="*/ 17921 h 113"/>
                <a:gd name="T26" fmla="*/ 19815 w 130"/>
                <a:gd name="T27" fmla="*/ 17193 h 113"/>
                <a:gd name="T28" fmla="*/ 19088 w 130"/>
                <a:gd name="T29" fmla="*/ 15953 h 113"/>
                <a:gd name="T30" fmla="*/ 18390 w 130"/>
                <a:gd name="T31" fmla="*/ 15762 h 113"/>
                <a:gd name="T32" fmla="*/ 17500 w 130"/>
                <a:gd name="T33" fmla="*/ 15762 h 113"/>
                <a:gd name="T34" fmla="*/ 17151 w 130"/>
                <a:gd name="T35" fmla="*/ 13794 h 113"/>
                <a:gd name="T36" fmla="*/ 11796 w 130"/>
                <a:gd name="T37" fmla="*/ 11629 h 113"/>
                <a:gd name="T38" fmla="*/ 13221 w 130"/>
                <a:gd name="T39" fmla="*/ 10203 h 113"/>
                <a:gd name="T40" fmla="*/ 13919 w 130"/>
                <a:gd name="T41" fmla="*/ 8963 h 113"/>
                <a:gd name="T42" fmla="*/ 13030 w 130"/>
                <a:gd name="T43" fmla="*/ 8771 h 113"/>
                <a:gd name="T44" fmla="*/ 11796 w 130"/>
                <a:gd name="T45" fmla="*/ 6798 h 113"/>
                <a:gd name="T46" fmla="*/ 9831 w 130"/>
                <a:gd name="T47" fmla="*/ 5564 h 113"/>
                <a:gd name="T48" fmla="*/ 11796 w 130"/>
                <a:gd name="T49" fmla="*/ 5564 h 113"/>
                <a:gd name="T50" fmla="*/ 9831 w 130"/>
                <a:gd name="T51" fmla="*/ 4290 h 113"/>
                <a:gd name="T52" fmla="*/ 8024 w 130"/>
                <a:gd name="T53" fmla="*/ 3749 h 113"/>
                <a:gd name="T54" fmla="*/ 6594 w 130"/>
                <a:gd name="T55" fmla="*/ 2858 h 113"/>
                <a:gd name="T56" fmla="*/ 3390 w 130"/>
                <a:gd name="T57" fmla="*/ 1432 h 113"/>
                <a:gd name="T58" fmla="*/ 0 w 130"/>
                <a:gd name="T59" fmla="*/ 0 h 113"/>
                <a:gd name="T60" fmla="*/ 732 w 130"/>
                <a:gd name="T61" fmla="*/ 0 h 113"/>
                <a:gd name="T62" fmla="*/ 1075 w 130"/>
                <a:gd name="T63" fmla="*/ 192 h 11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30" h="113">
                  <a:moveTo>
                    <a:pt x="6" y="1"/>
                  </a:moveTo>
                  <a:cubicBezTo>
                    <a:pt x="13" y="2"/>
                    <a:pt x="19" y="4"/>
                    <a:pt x="26" y="7"/>
                  </a:cubicBezTo>
                  <a:cubicBezTo>
                    <a:pt x="34" y="10"/>
                    <a:pt x="42" y="10"/>
                    <a:pt x="50" y="13"/>
                  </a:cubicBezTo>
                  <a:cubicBezTo>
                    <a:pt x="56" y="15"/>
                    <a:pt x="63" y="18"/>
                    <a:pt x="69" y="22"/>
                  </a:cubicBezTo>
                  <a:cubicBezTo>
                    <a:pt x="75" y="26"/>
                    <a:pt x="80" y="32"/>
                    <a:pt x="87" y="35"/>
                  </a:cubicBezTo>
                  <a:cubicBezTo>
                    <a:pt x="86" y="39"/>
                    <a:pt x="82" y="37"/>
                    <a:pt x="79" y="37"/>
                  </a:cubicBezTo>
                  <a:cubicBezTo>
                    <a:pt x="79" y="39"/>
                    <a:pt x="78" y="40"/>
                    <a:pt x="76" y="39"/>
                  </a:cubicBezTo>
                  <a:cubicBezTo>
                    <a:pt x="76" y="41"/>
                    <a:pt x="79" y="42"/>
                    <a:pt x="77" y="45"/>
                  </a:cubicBezTo>
                  <a:cubicBezTo>
                    <a:pt x="81" y="47"/>
                    <a:pt x="81" y="51"/>
                    <a:pt x="83" y="54"/>
                  </a:cubicBezTo>
                  <a:cubicBezTo>
                    <a:pt x="86" y="58"/>
                    <a:pt x="88" y="59"/>
                    <a:pt x="92" y="61"/>
                  </a:cubicBezTo>
                  <a:cubicBezTo>
                    <a:pt x="99" y="64"/>
                    <a:pt x="103" y="70"/>
                    <a:pt x="109" y="75"/>
                  </a:cubicBezTo>
                  <a:cubicBezTo>
                    <a:pt x="113" y="78"/>
                    <a:pt x="130" y="108"/>
                    <a:pt x="123" y="113"/>
                  </a:cubicBezTo>
                  <a:cubicBezTo>
                    <a:pt x="123" y="109"/>
                    <a:pt x="118" y="102"/>
                    <a:pt x="116" y="100"/>
                  </a:cubicBezTo>
                  <a:cubicBezTo>
                    <a:pt x="114" y="97"/>
                    <a:pt x="113" y="97"/>
                    <a:pt x="111" y="96"/>
                  </a:cubicBezTo>
                  <a:cubicBezTo>
                    <a:pt x="108" y="93"/>
                    <a:pt x="109" y="92"/>
                    <a:pt x="107" y="89"/>
                  </a:cubicBezTo>
                  <a:cubicBezTo>
                    <a:pt x="105" y="85"/>
                    <a:pt x="107" y="87"/>
                    <a:pt x="103" y="88"/>
                  </a:cubicBezTo>
                  <a:cubicBezTo>
                    <a:pt x="100" y="89"/>
                    <a:pt x="99" y="94"/>
                    <a:pt x="98" y="88"/>
                  </a:cubicBezTo>
                  <a:cubicBezTo>
                    <a:pt x="98" y="87"/>
                    <a:pt x="103" y="70"/>
                    <a:pt x="96" y="77"/>
                  </a:cubicBezTo>
                  <a:cubicBezTo>
                    <a:pt x="95" y="60"/>
                    <a:pt x="76" y="63"/>
                    <a:pt x="66" y="65"/>
                  </a:cubicBezTo>
                  <a:cubicBezTo>
                    <a:pt x="69" y="61"/>
                    <a:pt x="70" y="60"/>
                    <a:pt x="74" y="57"/>
                  </a:cubicBezTo>
                  <a:cubicBezTo>
                    <a:pt x="75" y="56"/>
                    <a:pt x="79" y="52"/>
                    <a:pt x="78" y="50"/>
                  </a:cubicBezTo>
                  <a:cubicBezTo>
                    <a:pt x="77" y="49"/>
                    <a:pt x="74" y="50"/>
                    <a:pt x="73" y="49"/>
                  </a:cubicBezTo>
                  <a:cubicBezTo>
                    <a:pt x="70" y="46"/>
                    <a:pt x="70" y="41"/>
                    <a:pt x="66" y="38"/>
                  </a:cubicBezTo>
                  <a:cubicBezTo>
                    <a:pt x="63" y="36"/>
                    <a:pt x="59" y="33"/>
                    <a:pt x="55" y="31"/>
                  </a:cubicBezTo>
                  <a:cubicBezTo>
                    <a:pt x="60" y="28"/>
                    <a:pt x="62" y="31"/>
                    <a:pt x="66" y="31"/>
                  </a:cubicBezTo>
                  <a:cubicBezTo>
                    <a:pt x="66" y="27"/>
                    <a:pt x="58" y="25"/>
                    <a:pt x="55" y="24"/>
                  </a:cubicBezTo>
                  <a:cubicBezTo>
                    <a:pt x="52" y="22"/>
                    <a:pt x="49" y="22"/>
                    <a:pt x="45" y="21"/>
                  </a:cubicBezTo>
                  <a:cubicBezTo>
                    <a:pt x="42" y="20"/>
                    <a:pt x="41" y="18"/>
                    <a:pt x="37" y="16"/>
                  </a:cubicBezTo>
                  <a:cubicBezTo>
                    <a:pt x="31" y="12"/>
                    <a:pt x="25" y="12"/>
                    <a:pt x="19" y="8"/>
                  </a:cubicBezTo>
                  <a:cubicBezTo>
                    <a:pt x="14" y="4"/>
                    <a:pt x="4" y="5"/>
                    <a:pt x="0" y="0"/>
                  </a:cubicBezTo>
                  <a:cubicBezTo>
                    <a:pt x="1" y="0"/>
                    <a:pt x="3" y="0"/>
                    <a:pt x="4" y="0"/>
                  </a:cubicBezTo>
                  <a:lnTo>
                    <a:pt x="6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85" name="Freeform 1452"/>
            <p:cNvSpPr>
              <a:spLocks/>
            </p:cNvSpPr>
            <p:nvPr/>
          </p:nvSpPr>
          <p:spPr bwMode="auto">
            <a:xfrm>
              <a:off x="4552" y="2509"/>
              <a:ext cx="389" cy="316"/>
            </a:xfrm>
            <a:custGeom>
              <a:avLst/>
              <a:gdLst>
                <a:gd name="T0" fmla="*/ 9663 w 69"/>
                <a:gd name="T1" fmla="*/ 1625 h 56"/>
                <a:gd name="T2" fmla="*/ 8073 w 69"/>
                <a:gd name="T3" fmla="*/ 734 h 56"/>
                <a:gd name="T4" fmla="*/ 7532 w 69"/>
                <a:gd name="T5" fmla="*/ 2167 h 56"/>
                <a:gd name="T6" fmla="*/ 6263 w 69"/>
                <a:gd name="T7" fmla="*/ 3950 h 56"/>
                <a:gd name="T8" fmla="*/ 2858 w 69"/>
                <a:gd name="T9" fmla="*/ 6303 h 56"/>
                <a:gd name="T10" fmla="*/ 1624 w 69"/>
                <a:gd name="T11" fmla="*/ 7358 h 56"/>
                <a:gd name="T12" fmla="*/ 1432 w 69"/>
                <a:gd name="T13" fmla="*/ 8086 h 56"/>
                <a:gd name="T14" fmla="*/ 891 w 69"/>
                <a:gd name="T15" fmla="*/ 8628 h 56"/>
                <a:gd name="T16" fmla="*/ 3400 w 69"/>
                <a:gd name="T17" fmla="*/ 9328 h 56"/>
                <a:gd name="T18" fmla="*/ 5722 w 69"/>
                <a:gd name="T19" fmla="*/ 7736 h 56"/>
                <a:gd name="T20" fmla="*/ 5023 w 69"/>
                <a:gd name="T21" fmla="*/ 9170 h 56"/>
                <a:gd name="T22" fmla="*/ 6641 w 69"/>
                <a:gd name="T23" fmla="*/ 9170 h 56"/>
                <a:gd name="T24" fmla="*/ 7881 w 69"/>
                <a:gd name="T25" fmla="*/ 8628 h 56"/>
                <a:gd name="T26" fmla="*/ 9156 w 69"/>
                <a:gd name="T27" fmla="*/ 8436 h 56"/>
                <a:gd name="T28" fmla="*/ 11631 w 69"/>
                <a:gd name="T29" fmla="*/ 5925 h 56"/>
                <a:gd name="T30" fmla="*/ 12172 w 69"/>
                <a:gd name="T31" fmla="*/ 5220 h 56"/>
                <a:gd name="T32" fmla="*/ 11281 w 69"/>
                <a:gd name="T33" fmla="*/ 4842 h 56"/>
                <a:gd name="T34" fmla="*/ 10204 w 69"/>
                <a:gd name="T35" fmla="*/ 3408 h 56"/>
                <a:gd name="T36" fmla="*/ 9663 w 69"/>
                <a:gd name="T37" fmla="*/ 1625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9" h="56">
                  <a:moveTo>
                    <a:pt x="54" y="9"/>
                  </a:moveTo>
                  <a:cubicBezTo>
                    <a:pt x="52" y="6"/>
                    <a:pt x="47" y="0"/>
                    <a:pt x="45" y="4"/>
                  </a:cubicBezTo>
                  <a:cubicBezTo>
                    <a:pt x="43" y="7"/>
                    <a:pt x="46" y="9"/>
                    <a:pt x="42" y="12"/>
                  </a:cubicBezTo>
                  <a:cubicBezTo>
                    <a:pt x="40" y="15"/>
                    <a:pt x="37" y="19"/>
                    <a:pt x="35" y="22"/>
                  </a:cubicBezTo>
                  <a:cubicBezTo>
                    <a:pt x="30" y="28"/>
                    <a:pt x="22" y="32"/>
                    <a:pt x="16" y="35"/>
                  </a:cubicBezTo>
                  <a:cubicBezTo>
                    <a:pt x="13" y="37"/>
                    <a:pt x="10" y="38"/>
                    <a:pt x="9" y="41"/>
                  </a:cubicBezTo>
                  <a:cubicBezTo>
                    <a:pt x="8" y="42"/>
                    <a:pt x="8" y="44"/>
                    <a:pt x="8" y="45"/>
                  </a:cubicBezTo>
                  <a:cubicBezTo>
                    <a:pt x="7" y="46"/>
                    <a:pt x="6" y="47"/>
                    <a:pt x="5" y="48"/>
                  </a:cubicBezTo>
                  <a:cubicBezTo>
                    <a:pt x="0" y="56"/>
                    <a:pt x="14" y="52"/>
                    <a:pt x="19" y="52"/>
                  </a:cubicBezTo>
                  <a:cubicBezTo>
                    <a:pt x="25" y="52"/>
                    <a:pt x="27" y="45"/>
                    <a:pt x="32" y="43"/>
                  </a:cubicBezTo>
                  <a:cubicBezTo>
                    <a:pt x="34" y="47"/>
                    <a:pt x="27" y="48"/>
                    <a:pt x="28" y="51"/>
                  </a:cubicBezTo>
                  <a:cubicBezTo>
                    <a:pt x="29" y="52"/>
                    <a:pt x="35" y="51"/>
                    <a:pt x="37" y="51"/>
                  </a:cubicBezTo>
                  <a:cubicBezTo>
                    <a:pt x="39" y="51"/>
                    <a:pt x="41" y="48"/>
                    <a:pt x="44" y="48"/>
                  </a:cubicBezTo>
                  <a:cubicBezTo>
                    <a:pt x="47" y="47"/>
                    <a:pt x="49" y="48"/>
                    <a:pt x="51" y="47"/>
                  </a:cubicBezTo>
                  <a:cubicBezTo>
                    <a:pt x="56" y="43"/>
                    <a:pt x="62" y="37"/>
                    <a:pt x="65" y="33"/>
                  </a:cubicBezTo>
                  <a:cubicBezTo>
                    <a:pt x="66" y="32"/>
                    <a:pt x="69" y="31"/>
                    <a:pt x="68" y="29"/>
                  </a:cubicBezTo>
                  <a:cubicBezTo>
                    <a:pt x="68" y="26"/>
                    <a:pt x="64" y="28"/>
                    <a:pt x="63" y="27"/>
                  </a:cubicBezTo>
                  <a:cubicBezTo>
                    <a:pt x="60" y="25"/>
                    <a:pt x="58" y="22"/>
                    <a:pt x="57" y="19"/>
                  </a:cubicBezTo>
                  <a:lnTo>
                    <a:pt x="54" y="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86" name="Freeform 1453"/>
            <p:cNvSpPr>
              <a:spLocks/>
            </p:cNvSpPr>
            <p:nvPr/>
          </p:nvSpPr>
          <p:spPr bwMode="auto">
            <a:xfrm>
              <a:off x="4800" y="2526"/>
              <a:ext cx="215" cy="265"/>
            </a:xfrm>
            <a:custGeom>
              <a:avLst/>
              <a:gdLst>
                <a:gd name="T0" fmla="*/ 894 w 38"/>
                <a:gd name="T1" fmla="*/ 1624 h 47"/>
                <a:gd name="T2" fmla="*/ 1279 w 38"/>
                <a:gd name="T3" fmla="*/ 541 h 47"/>
                <a:gd name="T4" fmla="*/ 2721 w 38"/>
                <a:gd name="T5" fmla="*/ 2323 h 47"/>
                <a:gd name="T6" fmla="*/ 4515 w 38"/>
                <a:gd name="T7" fmla="*/ 3941 h 47"/>
                <a:gd name="T8" fmla="*/ 4351 w 38"/>
                <a:gd name="T9" fmla="*/ 4832 h 47"/>
                <a:gd name="T10" fmla="*/ 1986 w 38"/>
                <a:gd name="T11" fmla="*/ 5915 h 47"/>
                <a:gd name="T12" fmla="*/ 736 w 38"/>
                <a:gd name="T13" fmla="*/ 6106 h 47"/>
                <a:gd name="T14" fmla="*/ 894 w 38"/>
                <a:gd name="T15" fmla="*/ 1624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" h="47">
                  <a:moveTo>
                    <a:pt x="5" y="9"/>
                  </a:moveTo>
                  <a:cubicBezTo>
                    <a:pt x="5" y="9"/>
                    <a:pt x="0" y="0"/>
                    <a:pt x="7" y="3"/>
                  </a:cubicBezTo>
                  <a:cubicBezTo>
                    <a:pt x="7" y="3"/>
                    <a:pt x="11" y="2"/>
                    <a:pt x="15" y="13"/>
                  </a:cubicBezTo>
                  <a:cubicBezTo>
                    <a:pt x="15" y="13"/>
                    <a:pt x="16" y="23"/>
                    <a:pt x="25" y="22"/>
                  </a:cubicBezTo>
                  <a:cubicBezTo>
                    <a:pt x="25" y="22"/>
                    <a:pt x="38" y="22"/>
                    <a:pt x="24" y="27"/>
                  </a:cubicBezTo>
                  <a:cubicBezTo>
                    <a:pt x="24" y="27"/>
                    <a:pt x="17" y="27"/>
                    <a:pt x="11" y="33"/>
                  </a:cubicBezTo>
                  <a:cubicBezTo>
                    <a:pt x="11" y="33"/>
                    <a:pt x="1" y="47"/>
                    <a:pt x="4" y="34"/>
                  </a:cubicBezTo>
                  <a:cubicBezTo>
                    <a:pt x="4" y="34"/>
                    <a:pt x="11" y="13"/>
                    <a:pt x="5" y="9"/>
                  </a:cubicBezTo>
                  <a:close/>
                </a:path>
              </a:pathLst>
            </a:custGeom>
            <a:solidFill>
              <a:srgbClr val="A1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87" name="Freeform 1454"/>
            <p:cNvSpPr>
              <a:spLocks/>
            </p:cNvSpPr>
            <p:nvPr/>
          </p:nvSpPr>
          <p:spPr bwMode="auto">
            <a:xfrm>
              <a:off x="4783" y="2644"/>
              <a:ext cx="232" cy="271"/>
            </a:xfrm>
            <a:custGeom>
              <a:avLst/>
              <a:gdLst>
                <a:gd name="T0" fmla="*/ 6886 w 41"/>
                <a:gd name="T1" fmla="*/ 734 h 48"/>
                <a:gd name="T2" fmla="*/ 4516 w 41"/>
                <a:gd name="T3" fmla="*/ 4494 h 48"/>
                <a:gd name="T4" fmla="*/ 736 w 41"/>
                <a:gd name="T5" fmla="*/ 8638 h 48"/>
                <a:gd name="T6" fmla="*/ 736 w 41"/>
                <a:gd name="T7" fmla="*/ 7746 h 48"/>
                <a:gd name="T8" fmla="*/ 1279 w 41"/>
                <a:gd name="T9" fmla="*/ 5770 h 48"/>
                <a:gd name="T10" fmla="*/ 1986 w 41"/>
                <a:gd name="T11" fmla="*/ 4686 h 48"/>
                <a:gd name="T12" fmla="*/ 4708 w 41"/>
                <a:gd name="T13" fmla="*/ 3410 h 48"/>
                <a:gd name="T14" fmla="*/ 6145 w 41"/>
                <a:gd name="T15" fmla="*/ 892 h 48"/>
                <a:gd name="T16" fmla="*/ 6886 w 41"/>
                <a:gd name="T17" fmla="*/ 734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" h="48">
                  <a:moveTo>
                    <a:pt x="38" y="4"/>
                  </a:moveTo>
                  <a:cubicBezTo>
                    <a:pt x="38" y="4"/>
                    <a:pt x="30" y="22"/>
                    <a:pt x="25" y="25"/>
                  </a:cubicBezTo>
                  <a:cubicBezTo>
                    <a:pt x="25" y="25"/>
                    <a:pt x="12" y="46"/>
                    <a:pt x="4" y="48"/>
                  </a:cubicBezTo>
                  <a:cubicBezTo>
                    <a:pt x="4" y="48"/>
                    <a:pt x="0" y="48"/>
                    <a:pt x="4" y="43"/>
                  </a:cubicBezTo>
                  <a:cubicBezTo>
                    <a:pt x="4" y="43"/>
                    <a:pt x="7" y="38"/>
                    <a:pt x="7" y="32"/>
                  </a:cubicBezTo>
                  <a:cubicBezTo>
                    <a:pt x="7" y="32"/>
                    <a:pt x="7" y="28"/>
                    <a:pt x="11" y="26"/>
                  </a:cubicBezTo>
                  <a:cubicBezTo>
                    <a:pt x="11" y="26"/>
                    <a:pt x="24" y="22"/>
                    <a:pt x="26" y="19"/>
                  </a:cubicBezTo>
                  <a:cubicBezTo>
                    <a:pt x="26" y="19"/>
                    <a:pt x="32" y="11"/>
                    <a:pt x="34" y="5"/>
                  </a:cubicBezTo>
                  <a:cubicBezTo>
                    <a:pt x="34" y="5"/>
                    <a:pt x="41" y="0"/>
                    <a:pt x="38" y="4"/>
                  </a:cubicBezTo>
                  <a:close/>
                </a:path>
              </a:pathLst>
            </a:custGeom>
            <a:solidFill>
              <a:srgbClr val="B389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88" name="Freeform 1455"/>
            <p:cNvSpPr>
              <a:spLocks/>
            </p:cNvSpPr>
            <p:nvPr/>
          </p:nvSpPr>
          <p:spPr bwMode="auto">
            <a:xfrm>
              <a:off x="4795" y="2780"/>
              <a:ext cx="101" cy="112"/>
            </a:xfrm>
            <a:custGeom>
              <a:avLst/>
              <a:gdLst>
                <a:gd name="T0" fmla="*/ 690 w 18"/>
                <a:gd name="T1" fmla="*/ 1943 h 20"/>
                <a:gd name="T2" fmla="*/ 2486 w 18"/>
                <a:gd name="T3" fmla="*/ 879 h 20"/>
                <a:gd name="T4" fmla="*/ 0 w 18"/>
                <a:gd name="T5" fmla="*/ 3511 h 20"/>
                <a:gd name="T6" fmla="*/ 690 w 18"/>
                <a:gd name="T7" fmla="*/ 194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0">
                  <a:moveTo>
                    <a:pt x="4" y="11"/>
                  </a:moveTo>
                  <a:cubicBezTo>
                    <a:pt x="4" y="11"/>
                    <a:pt x="18" y="0"/>
                    <a:pt x="14" y="5"/>
                  </a:cubicBezTo>
                  <a:cubicBezTo>
                    <a:pt x="14" y="5"/>
                    <a:pt x="7" y="18"/>
                    <a:pt x="0" y="20"/>
                  </a:cubicBezTo>
                  <a:cubicBezTo>
                    <a:pt x="0" y="20"/>
                    <a:pt x="3" y="14"/>
                    <a:pt x="4" y="11"/>
                  </a:cubicBezTo>
                  <a:close/>
                </a:path>
              </a:pathLst>
            </a:custGeom>
            <a:solidFill>
              <a:srgbClr val="A07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89" name="Freeform 1456"/>
            <p:cNvSpPr>
              <a:spLocks/>
            </p:cNvSpPr>
            <p:nvPr/>
          </p:nvSpPr>
          <p:spPr bwMode="auto">
            <a:xfrm>
              <a:off x="4716" y="2549"/>
              <a:ext cx="169" cy="428"/>
            </a:xfrm>
            <a:custGeom>
              <a:avLst/>
              <a:gdLst>
                <a:gd name="T0" fmla="*/ 4124 w 30"/>
                <a:gd name="T1" fmla="*/ 541 h 76"/>
                <a:gd name="T2" fmla="*/ 4631 w 30"/>
                <a:gd name="T3" fmla="*/ 191 h 76"/>
                <a:gd name="T4" fmla="*/ 4822 w 30"/>
                <a:gd name="T5" fmla="*/ 3204 h 76"/>
                <a:gd name="T6" fmla="*/ 3938 w 30"/>
                <a:gd name="T7" fmla="*/ 6437 h 76"/>
                <a:gd name="T8" fmla="*/ 3588 w 30"/>
                <a:gd name="T9" fmla="*/ 8566 h 76"/>
                <a:gd name="T10" fmla="*/ 2158 w 30"/>
                <a:gd name="T11" fmla="*/ 13223 h 76"/>
                <a:gd name="T12" fmla="*/ 1775 w 30"/>
                <a:gd name="T13" fmla="*/ 12688 h 76"/>
                <a:gd name="T14" fmla="*/ 1775 w 30"/>
                <a:gd name="T15" fmla="*/ 11066 h 76"/>
                <a:gd name="T16" fmla="*/ 1239 w 30"/>
                <a:gd name="T17" fmla="*/ 11258 h 76"/>
                <a:gd name="T18" fmla="*/ 192 w 30"/>
                <a:gd name="T19" fmla="*/ 11415 h 76"/>
                <a:gd name="T20" fmla="*/ 732 w 30"/>
                <a:gd name="T21" fmla="*/ 10182 h 76"/>
                <a:gd name="T22" fmla="*/ 2507 w 30"/>
                <a:gd name="T23" fmla="*/ 7327 h 76"/>
                <a:gd name="T24" fmla="*/ 3205 w 30"/>
                <a:gd name="T25" fmla="*/ 6060 h 76"/>
                <a:gd name="T26" fmla="*/ 4124 w 30"/>
                <a:gd name="T27" fmla="*/ 2506 h 76"/>
                <a:gd name="T28" fmla="*/ 4124 w 30"/>
                <a:gd name="T29" fmla="*/ 541 h 7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" h="76">
                  <a:moveTo>
                    <a:pt x="23" y="3"/>
                  </a:moveTo>
                  <a:cubicBezTo>
                    <a:pt x="23" y="3"/>
                    <a:pt x="23" y="0"/>
                    <a:pt x="26" y="1"/>
                  </a:cubicBezTo>
                  <a:cubicBezTo>
                    <a:pt x="26" y="1"/>
                    <a:pt x="30" y="12"/>
                    <a:pt x="27" y="18"/>
                  </a:cubicBezTo>
                  <a:cubicBezTo>
                    <a:pt x="27" y="18"/>
                    <a:pt x="23" y="31"/>
                    <a:pt x="22" y="36"/>
                  </a:cubicBezTo>
                  <a:cubicBezTo>
                    <a:pt x="22" y="36"/>
                    <a:pt x="21" y="43"/>
                    <a:pt x="20" y="48"/>
                  </a:cubicBezTo>
                  <a:cubicBezTo>
                    <a:pt x="20" y="48"/>
                    <a:pt x="15" y="72"/>
                    <a:pt x="12" y="74"/>
                  </a:cubicBezTo>
                  <a:cubicBezTo>
                    <a:pt x="12" y="74"/>
                    <a:pt x="9" y="76"/>
                    <a:pt x="10" y="71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2"/>
                    <a:pt x="8" y="60"/>
                    <a:pt x="7" y="63"/>
                  </a:cubicBezTo>
                  <a:cubicBezTo>
                    <a:pt x="7" y="63"/>
                    <a:pt x="0" y="67"/>
                    <a:pt x="1" y="64"/>
                  </a:cubicBezTo>
                  <a:cubicBezTo>
                    <a:pt x="1" y="64"/>
                    <a:pt x="1" y="60"/>
                    <a:pt x="4" y="57"/>
                  </a:cubicBezTo>
                  <a:cubicBezTo>
                    <a:pt x="4" y="57"/>
                    <a:pt x="12" y="49"/>
                    <a:pt x="14" y="41"/>
                  </a:cubicBezTo>
                  <a:cubicBezTo>
                    <a:pt x="14" y="41"/>
                    <a:pt x="17" y="36"/>
                    <a:pt x="18" y="34"/>
                  </a:cubicBezTo>
                  <a:cubicBezTo>
                    <a:pt x="18" y="34"/>
                    <a:pt x="23" y="22"/>
                    <a:pt x="23" y="14"/>
                  </a:cubicBezTo>
                  <a:cubicBezTo>
                    <a:pt x="23" y="14"/>
                    <a:pt x="22" y="7"/>
                    <a:pt x="23" y="3"/>
                  </a:cubicBezTo>
                  <a:close/>
                </a:path>
              </a:pathLst>
            </a:custGeom>
            <a:solidFill>
              <a:srgbClr val="BC9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90" name="Freeform 1457"/>
            <p:cNvSpPr>
              <a:spLocks/>
            </p:cNvSpPr>
            <p:nvPr/>
          </p:nvSpPr>
          <p:spPr bwMode="auto">
            <a:xfrm>
              <a:off x="4727" y="2616"/>
              <a:ext cx="135" cy="288"/>
            </a:xfrm>
            <a:custGeom>
              <a:avLst/>
              <a:gdLst>
                <a:gd name="T0" fmla="*/ 349 w 24"/>
                <a:gd name="T1" fmla="*/ 8990 h 51"/>
                <a:gd name="T2" fmla="*/ 726 w 24"/>
                <a:gd name="T3" fmla="*/ 7906 h 51"/>
                <a:gd name="T4" fmla="*/ 3386 w 24"/>
                <a:gd name="T5" fmla="*/ 2711 h 51"/>
                <a:gd name="T6" fmla="*/ 3735 w 24"/>
                <a:gd name="T7" fmla="*/ 542 h 51"/>
                <a:gd name="T8" fmla="*/ 3926 w 24"/>
                <a:gd name="T9" fmla="*/ 1434 h 51"/>
                <a:gd name="T10" fmla="*/ 2661 w 24"/>
                <a:gd name="T11" fmla="*/ 5771 h 51"/>
                <a:gd name="T12" fmla="*/ 1074 w 24"/>
                <a:gd name="T13" fmla="*/ 8448 h 51"/>
                <a:gd name="T14" fmla="*/ 349 w 24"/>
                <a:gd name="T15" fmla="*/ 899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51">
                  <a:moveTo>
                    <a:pt x="2" y="50"/>
                  </a:moveTo>
                  <a:cubicBezTo>
                    <a:pt x="2" y="50"/>
                    <a:pt x="0" y="47"/>
                    <a:pt x="4" y="44"/>
                  </a:cubicBezTo>
                  <a:cubicBezTo>
                    <a:pt x="4" y="44"/>
                    <a:pt x="17" y="24"/>
                    <a:pt x="19" y="15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4" y="0"/>
                    <a:pt x="22" y="8"/>
                  </a:cubicBezTo>
                  <a:cubicBezTo>
                    <a:pt x="22" y="8"/>
                    <a:pt x="18" y="26"/>
                    <a:pt x="15" y="32"/>
                  </a:cubicBezTo>
                  <a:cubicBezTo>
                    <a:pt x="15" y="32"/>
                    <a:pt x="9" y="45"/>
                    <a:pt x="6" y="47"/>
                  </a:cubicBezTo>
                  <a:cubicBezTo>
                    <a:pt x="6" y="47"/>
                    <a:pt x="1" y="51"/>
                    <a:pt x="2" y="50"/>
                  </a:cubicBezTo>
                  <a:close/>
                </a:path>
              </a:pathLst>
            </a:custGeom>
            <a:solidFill>
              <a:srgbClr val="DDB5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91" name="Freeform 1458"/>
            <p:cNvSpPr>
              <a:spLocks/>
            </p:cNvSpPr>
            <p:nvPr/>
          </p:nvSpPr>
          <p:spPr bwMode="auto">
            <a:xfrm>
              <a:off x="4738" y="2808"/>
              <a:ext cx="74" cy="141"/>
            </a:xfrm>
            <a:custGeom>
              <a:avLst/>
              <a:gdLst>
                <a:gd name="T0" fmla="*/ 0 w 13"/>
                <a:gd name="T1" fmla="*/ 3243 h 25"/>
                <a:gd name="T2" fmla="*/ 1104 w 13"/>
                <a:gd name="T3" fmla="*/ 4484 h 25"/>
                <a:gd name="T4" fmla="*/ 2396 w 13"/>
                <a:gd name="T5" fmla="*/ 733 h 25"/>
                <a:gd name="T6" fmla="*/ 1844 w 13"/>
                <a:gd name="T7" fmla="*/ 1083 h 25"/>
                <a:gd name="T8" fmla="*/ 0 w 13"/>
                <a:gd name="T9" fmla="*/ 3243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5">
                  <a:moveTo>
                    <a:pt x="0" y="18"/>
                  </a:moveTo>
                  <a:cubicBezTo>
                    <a:pt x="0" y="18"/>
                    <a:pt x="8" y="12"/>
                    <a:pt x="6" y="25"/>
                  </a:cubicBezTo>
                  <a:cubicBezTo>
                    <a:pt x="6" y="25"/>
                    <a:pt x="12" y="12"/>
                    <a:pt x="13" y="4"/>
                  </a:cubicBezTo>
                  <a:cubicBezTo>
                    <a:pt x="13" y="4"/>
                    <a:pt x="13" y="0"/>
                    <a:pt x="10" y="6"/>
                  </a:cubicBezTo>
                  <a:cubicBezTo>
                    <a:pt x="10" y="6"/>
                    <a:pt x="5" y="18"/>
                    <a:pt x="0" y="18"/>
                  </a:cubicBezTo>
                  <a:close/>
                </a:path>
              </a:pathLst>
            </a:custGeom>
            <a:solidFill>
              <a:srgbClr val="9461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92" name="Freeform 1459"/>
            <p:cNvSpPr>
              <a:spLocks/>
            </p:cNvSpPr>
            <p:nvPr/>
          </p:nvSpPr>
          <p:spPr bwMode="auto">
            <a:xfrm>
              <a:off x="4699" y="1940"/>
              <a:ext cx="169" cy="259"/>
            </a:xfrm>
            <a:custGeom>
              <a:avLst/>
              <a:gdLst>
                <a:gd name="T0" fmla="*/ 732 w 30"/>
                <a:gd name="T1" fmla="*/ 6785 h 46"/>
                <a:gd name="T2" fmla="*/ 890 w 30"/>
                <a:gd name="T3" fmla="*/ 5360 h 46"/>
                <a:gd name="T4" fmla="*/ 4473 w 30"/>
                <a:gd name="T5" fmla="*/ 1239 h 46"/>
                <a:gd name="T6" fmla="*/ 3938 w 30"/>
                <a:gd name="T7" fmla="*/ 2506 h 46"/>
                <a:gd name="T8" fmla="*/ 732 w 30"/>
                <a:gd name="T9" fmla="*/ 6785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46">
                  <a:moveTo>
                    <a:pt x="4" y="38"/>
                  </a:moveTo>
                  <a:cubicBezTo>
                    <a:pt x="4" y="38"/>
                    <a:pt x="0" y="35"/>
                    <a:pt x="5" y="30"/>
                  </a:cubicBezTo>
                  <a:cubicBezTo>
                    <a:pt x="5" y="30"/>
                    <a:pt x="30" y="0"/>
                    <a:pt x="25" y="7"/>
                  </a:cubicBezTo>
                  <a:cubicBezTo>
                    <a:pt x="25" y="7"/>
                    <a:pt x="25" y="10"/>
                    <a:pt x="22" y="14"/>
                  </a:cubicBezTo>
                  <a:cubicBezTo>
                    <a:pt x="22" y="14"/>
                    <a:pt x="3" y="46"/>
                    <a:pt x="4" y="38"/>
                  </a:cubicBez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93" name="Freeform 1460"/>
            <p:cNvSpPr>
              <a:spLocks/>
            </p:cNvSpPr>
            <p:nvPr/>
          </p:nvSpPr>
          <p:spPr bwMode="auto">
            <a:xfrm>
              <a:off x="3493" y="1314"/>
              <a:ext cx="456" cy="130"/>
            </a:xfrm>
            <a:custGeom>
              <a:avLst/>
              <a:gdLst>
                <a:gd name="T0" fmla="*/ 1239 w 81"/>
                <a:gd name="T1" fmla="*/ 893 h 23"/>
                <a:gd name="T2" fmla="*/ 3389 w 81"/>
                <a:gd name="T3" fmla="*/ 3069 h 23"/>
                <a:gd name="T4" fmla="*/ 14451 w 81"/>
                <a:gd name="T5" fmla="*/ 2527 h 23"/>
                <a:gd name="T6" fmla="*/ 2854 w 81"/>
                <a:gd name="T7" fmla="*/ 1436 h 23"/>
                <a:gd name="T8" fmla="*/ 1239 w 81"/>
                <a:gd name="T9" fmla="*/ 893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23">
                  <a:moveTo>
                    <a:pt x="7" y="5"/>
                  </a:moveTo>
                  <a:cubicBezTo>
                    <a:pt x="7" y="5"/>
                    <a:pt x="0" y="14"/>
                    <a:pt x="19" y="17"/>
                  </a:cubicBezTo>
                  <a:cubicBezTo>
                    <a:pt x="19" y="17"/>
                    <a:pt x="53" y="23"/>
                    <a:pt x="81" y="14"/>
                  </a:cubicBezTo>
                  <a:cubicBezTo>
                    <a:pt x="81" y="14"/>
                    <a:pt x="25" y="21"/>
                    <a:pt x="16" y="8"/>
                  </a:cubicBezTo>
                  <a:cubicBezTo>
                    <a:pt x="16" y="8"/>
                    <a:pt x="8" y="0"/>
                    <a:pt x="7" y="5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94" name="Freeform 1461"/>
            <p:cNvSpPr>
              <a:spLocks/>
            </p:cNvSpPr>
            <p:nvPr/>
          </p:nvSpPr>
          <p:spPr bwMode="auto">
            <a:xfrm>
              <a:off x="3296" y="1190"/>
              <a:ext cx="580" cy="118"/>
            </a:xfrm>
            <a:custGeom>
              <a:avLst/>
              <a:gdLst>
                <a:gd name="T0" fmla="*/ 349 w 103"/>
                <a:gd name="T1" fmla="*/ 0 h 21"/>
                <a:gd name="T2" fmla="*/ 2663 w 103"/>
                <a:gd name="T3" fmla="*/ 2113 h 21"/>
                <a:gd name="T4" fmla="*/ 18391 w 103"/>
                <a:gd name="T5" fmla="*/ 3725 h 21"/>
                <a:gd name="T6" fmla="*/ 349 w 103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21">
                  <a:moveTo>
                    <a:pt x="2" y="0"/>
                  </a:moveTo>
                  <a:cubicBezTo>
                    <a:pt x="2" y="0"/>
                    <a:pt x="0" y="9"/>
                    <a:pt x="15" y="12"/>
                  </a:cubicBezTo>
                  <a:cubicBezTo>
                    <a:pt x="15" y="12"/>
                    <a:pt x="43" y="21"/>
                    <a:pt x="103" y="21"/>
                  </a:cubicBezTo>
                  <a:cubicBezTo>
                    <a:pt x="103" y="21"/>
                    <a:pt x="7" y="17"/>
                    <a:pt x="2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95" name="Freeform 1462"/>
            <p:cNvSpPr>
              <a:spLocks/>
            </p:cNvSpPr>
            <p:nvPr/>
          </p:nvSpPr>
          <p:spPr bwMode="auto">
            <a:xfrm>
              <a:off x="3053" y="1004"/>
              <a:ext cx="665" cy="248"/>
            </a:xfrm>
            <a:custGeom>
              <a:avLst/>
              <a:gdLst>
                <a:gd name="T0" fmla="*/ 1240 w 118"/>
                <a:gd name="T1" fmla="*/ 0 h 44"/>
                <a:gd name="T2" fmla="*/ 4289 w 118"/>
                <a:gd name="T3" fmla="*/ 3748 h 44"/>
                <a:gd name="T4" fmla="*/ 21122 w 118"/>
                <a:gd name="T5" fmla="*/ 7880 h 44"/>
                <a:gd name="T6" fmla="*/ 1240 w 118"/>
                <a:gd name="T7" fmla="*/ 0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8" h="44">
                  <a:moveTo>
                    <a:pt x="7" y="0"/>
                  </a:moveTo>
                  <a:cubicBezTo>
                    <a:pt x="7" y="0"/>
                    <a:pt x="0" y="13"/>
                    <a:pt x="24" y="21"/>
                  </a:cubicBezTo>
                  <a:cubicBezTo>
                    <a:pt x="24" y="21"/>
                    <a:pt x="87" y="41"/>
                    <a:pt x="118" y="44"/>
                  </a:cubicBezTo>
                  <a:cubicBezTo>
                    <a:pt x="118" y="44"/>
                    <a:pt x="13" y="21"/>
                    <a:pt x="7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96" name="Freeform 1463"/>
            <p:cNvSpPr>
              <a:spLocks/>
            </p:cNvSpPr>
            <p:nvPr/>
          </p:nvSpPr>
          <p:spPr bwMode="auto">
            <a:xfrm>
              <a:off x="6074" y="2210"/>
              <a:ext cx="564" cy="215"/>
            </a:xfrm>
            <a:custGeom>
              <a:avLst/>
              <a:gdLst>
                <a:gd name="T0" fmla="*/ 6650 w 100"/>
                <a:gd name="T1" fmla="*/ 736 h 38"/>
                <a:gd name="T2" fmla="*/ 6108 w 100"/>
                <a:gd name="T3" fmla="*/ 192 h 38"/>
                <a:gd name="T4" fmla="*/ 8781 w 100"/>
                <a:gd name="T5" fmla="*/ 1279 h 38"/>
                <a:gd name="T6" fmla="*/ 12216 w 100"/>
                <a:gd name="T7" fmla="*/ 2529 h 38"/>
                <a:gd name="T8" fmla="*/ 15425 w 100"/>
                <a:gd name="T9" fmla="*/ 4707 h 38"/>
                <a:gd name="T10" fmla="*/ 17941 w 100"/>
                <a:gd name="T11" fmla="*/ 5986 h 38"/>
                <a:gd name="T12" fmla="*/ 13265 w 100"/>
                <a:gd name="T13" fmla="*/ 4351 h 38"/>
                <a:gd name="T14" fmla="*/ 8432 w 100"/>
                <a:gd name="T15" fmla="*/ 1828 h 38"/>
                <a:gd name="T16" fmla="*/ 12724 w 100"/>
                <a:gd name="T17" fmla="*/ 5251 h 38"/>
                <a:gd name="T18" fmla="*/ 10050 w 100"/>
                <a:gd name="T19" fmla="*/ 4164 h 38"/>
                <a:gd name="T20" fmla="*/ 7191 w 100"/>
                <a:gd name="T21" fmla="*/ 2914 h 38"/>
                <a:gd name="T22" fmla="*/ 8432 w 100"/>
                <a:gd name="T23" fmla="*/ 3808 h 38"/>
                <a:gd name="T24" fmla="*/ 9701 w 100"/>
                <a:gd name="T25" fmla="*/ 5251 h 38"/>
                <a:gd name="T26" fmla="*/ 6999 w 100"/>
                <a:gd name="T27" fmla="*/ 3972 h 38"/>
                <a:gd name="T28" fmla="*/ 5916 w 100"/>
                <a:gd name="T29" fmla="*/ 3972 h 38"/>
                <a:gd name="T30" fmla="*/ 6266 w 100"/>
                <a:gd name="T31" fmla="*/ 5443 h 38"/>
                <a:gd name="T32" fmla="*/ 5025 w 100"/>
                <a:gd name="T33" fmla="*/ 4515 h 38"/>
                <a:gd name="T34" fmla="*/ 3756 w 100"/>
                <a:gd name="T35" fmla="*/ 4164 h 38"/>
                <a:gd name="T36" fmla="*/ 1974 w 100"/>
                <a:gd name="T37" fmla="*/ 3808 h 38"/>
                <a:gd name="T38" fmla="*/ 0 w 100"/>
                <a:gd name="T39" fmla="*/ 3265 h 38"/>
                <a:gd name="T40" fmla="*/ 1624 w 100"/>
                <a:gd name="T41" fmla="*/ 3265 h 38"/>
                <a:gd name="T42" fmla="*/ 3051 w 100"/>
                <a:gd name="T43" fmla="*/ 3615 h 38"/>
                <a:gd name="T44" fmla="*/ 2702 w 100"/>
                <a:gd name="T45" fmla="*/ 2529 h 38"/>
                <a:gd name="T46" fmla="*/ 4833 w 100"/>
                <a:gd name="T47" fmla="*/ 3615 h 38"/>
                <a:gd name="T48" fmla="*/ 5217 w 100"/>
                <a:gd name="T49" fmla="*/ 2529 h 38"/>
                <a:gd name="T50" fmla="*/ 6458 w 100"/>
                <a:gd name="T51" fmla="*/ 2721 h 38"/>
                <a:gd name="T52" fmla="*/ 6266 w 100"/>
                <a:gd name="T53" fmla="*/ 1828 h 38"/>
                <a:gd name="T54" fmla="*/ 7890 w 100"/>
                <a:gd name="T55" fmla="*/ 2178 h 38"/>
                <a:gd name="T56" fmla="*/ 6999 w 100"/>
                <a:gd name="T57" fmla="*/ 1279 h 38"/>
                <a:gd name="T58" fmla="*/ 6650 w 100"/>
                <a:gd name="T59" fmla="*/ 736 h 3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00" h="38">
                  <a:moveTo>
                    <a:pt x="37" y="4"/>
                  </a:moveTo>
                  <a:cubicBezTo>
                    <a:pt x="35" y="5"/>
                    <a:pt x="34" y="3"/>
                    <a:pt x="34" y="1"/>
                  </a:cubicBezTo>
                  <a:cubicBezTo>
                    <a:pt x="38" y="0"/>
                    <a:pt x="44" y="6"/>
                    <a:pt x="49" y="7"/>
                  </a:cubicBezTo>
                  <a:cubicBezTo>
                    <a:pt x="56" y="8"/>
                    <a:pt x="62" y="10"/>
                    <a:pt x="68" y="14"/>
                  </a:cubicBezTo>
                  <a:cubicBezTo>
                    <a:pt x="74" y="18"/>
                    <a:pt x="79" y="22"/>
                    <a:pt x="86" y="26"/>
                  </a:cubicBezTo>
                  <a:cubicBezTo>
                    <a:pt x="90" y="28"/>
                    <a:pt x="97" y="29"/>
                    <a:pt x="100" y="33"/>
                  </a:cubicBezTo>
                  <a:cubicBezTo>
                    <a:pt x="93" y="38"/>
                    <a:pt x="81" y="27"/>
                    <a:pt x="74" y="24"/>
                  </a:cubicBezTo>
                  <a:cubicBezTo>
                    <a:pt x="66" y="19"/>
                    <a:pt x="56" y="12"/>
                    <a:pt x="47" y="10"/>
                  </a:cubicBezTo>
                  <a:cubicBezTo>
                    <a:pt x="53" y="19"/>
                    <a:pt x="64" y="20"/>
                    <a:pt x="71" y="29"/>
                  </a:cubicBezTo>
                  <a:cubicBezTo>
                    <a:pt x="68" y="33"/>
                    <a:pt x="59" y="25"/>
                    <a:pt x="56" y="23"/>
                  </a:cubicBezTo>
                  <a:cubicBezTo>
                    <a:pt x="51" y="19"/>
                    <a:pt x="47" y="17"/>
                    <a:pt x="40" y="16"/>
                  </a:cubicBezTo>
                  <a:cubicBezTo>
                    <a:pt x="41" y="20"/>
                    <a:pt x="44" y="20"/>
                    <a:pt x="47" y="21"/>
                  </a:cubicBezTo>
                  <a:cubicBezTo>
                    <a:pt x="50" y="23"/>
                    <a:pt x="52" y="26"/>
                    <a:pt x="54" y="29"/>
                  </a:cubicBezTo>
                  <a:cubicBezTo>
                    <a:pt x="51" y="31"/>
                    <a:pt x="42" y="24"/>
                    <a:pt x="39" y="22"/>
                  </a:cubicBezTo>
                  <a:cubicBezTo>
                    <a:pt x="37" y="21"/>
                    <a:pt x="35" y="19"/>
                    <a:pt x="33" y="22"/>
                  </a:cubicBezTo>
                  <a:cubicBezTo>
                    <a:pt x="32" y="25"/>
                    <a:pt x="35" y="27"/>
                    <a:pt x="35" y="30"/>
                  </a:cubicBezTo>
                  <a:cubicBezTo>
                    <a:pt x="32" y="28"/>
                    <a:pt x="31" y="26"/>
                    <a:pt x="28" y="25"/>
                  </a:cubicBezTo>
                  <a:cubicBezTo>
                    <a:pt x="26" y="24"/>
                    <a:pt x="22" y="23"/>
                    <a:pt x="21" y="23"/>
                  </a:cubicBezTo>
                  <a:cubicBezTo>
                    <a:pt x="22" y="31"/>
                    <a:pt x="13" y="24"/>
                    <a:pt x="11" y="21"/>
                  </a:cubicBezTo>
                  <a:cubicBezTo>
                    <a:pt x="10" y="29"/>
                    <a:pt x="3" y="19"/>
                    <a:pt x="0" y="18"/>
                  </a:cubicBezTo>
                  <a:cubicBezTo>
                    <a:pt x="4" y="18"/>
                    <a:pt x="8" y="23"/>
                    <a:pt x="9" y="18"/>
                  </a:cubicBezTo>
                  <a:cubicBezTo>
                    <a:pt x="11" y="20"/>
                    <a:pt x="14" y="23"/>
                    <a:pt x="17" y="20"/>
                  </a:cubicBezTo>
                  <a:cubicBezTo>
                    <a:pt x="17" y="17"/>
                    <a:pt x="16" y="15"/>
                    <a:pt x="15" y="14"/>
                  </a:cubicBezTo>
                  <a:cubicBezTo>
                    <a:pt x="19" y="12"/>
                    <a:pt x="23" y="19"/>
                    <a:pt x="27" y="20"/>
                  </a:cubicBezTo>
                  <a:cubicBezTo>
                    <a:pt x="34" y="21"/>
                    <a:pt x="29" y="18"/>
                    <a:pt x="29" y="14"/>
                  </a:cubicBezTo>
                  <a:cubicBezTo>
                    <a:pt x="31" y="14"/>
                    <a:pt x="33" y="16"/>
                    <a:pt x="36" y="15"/>
                  </a:cubicBezTo>
                  <a:cubicBezTo>
                    <a:pt x="36" y="13"/>
                    <a:pt x="36" y="11"/>
                    <a:pt x="35" y="10"/>
                  </a:cubicBezTo>
                  <a:cubicBezTo>
                    <a:pt x="38" y="9"/>
                    <a:pt x="41" y="11"/>
                    <a:pt x="44" y="12"/>
                  </a:cubicBezTo>
                  <a:cubicBezTo>
                    <a:pt x="45" y="8"/>
                    <a:pt x="42" y="6"/>
                    <a:pt x="39" y="7"/>
                  </a:cubicBezTo>
                  <a:lnTo>
                    <a:pt x="37" y="4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97" name="Freeform 1464"/>
            <p:cNvSpPr>
              <a:spLocks/>
            </p:cNvSpPr>
            <p:nvPr/>
          </p:nvSpPr>
          <p:spPr bwMode="auto">
            <a:xfrm>
              <a:off x="6367" y="2210"/>
              <a:ext cx="722" cy="288"/>
            </a:xfrm>
            <a:custGeom>
              <a:avLst/>
              <a:gdLst>
                <a:gd name="T0" fmla="*/ 7000 w 128"/>
                <a:gd name="T1" fmla="*/ 3061 h 51"/>
                <a:gd name="T2" fmla="*/ 19218 w 128"/>
                <a:gd name="T3" fmla="*/ 5771 h 51"/>
                <a:gd name="T4" fmla="*/ 20650 w 128"/>
                <a:gd name="T5" fmla="*/ 6856 h 51"/>
                <a:gd name="T6" fmla="*/ 6109 w 128"/>
                <a:gd name="T7" fmla="*/ 3795 h 51"/>
                <a:gd name="T8" fmla="*/ 0 w 128"/>
                <a:gd name="T9" fmla="*/ 0 h 51"/>
                <a:gd name="T10" fmla="*/ 7000 w 128"/>
                <a:gd name="T11" fmla="*/ 3061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8" h="51">
                  <a:moveTo>
                    <a:pt x="39" y="17"/>
                  </a:moveTo>
                  <a:cubicBezTo>
                    <a:pt x="39" y="17"/>
                    <a:pt x="81" y="38"/>
                    <a:pt x="107" y="32"/>
                  </a:cubicBezTo>
                  <a:cubicBezTo>
                    <a:pt x="107" y="32"/>
                    <a:pt x="128" y="32"/>
                    <a:pt x="115" y="38"/>
                  </a:cubicBezTo>
                  <a:cubicBezTo>
                    <a:pt x="115" y="38"/>
                    <a:pt x="85" y="51"/>
                    <a:pt x="34" y="21"/>
                  </a:cubicBezTo>
                  <a:cubicBezTo>
                    <a:pt x="34" y="21"/>
                    <a:pt x="9" y="4"/>
                    <a:pt x="0" y="0"/>
                  </a:cubicBezTo>
                  <a:cubicBezTo>
                    <a:pt x="0" y="0"/>
                    <a:pt x="20" y="5"/>
                    <a:pt x="39" y="17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98" name="Freeform 1465"/>
            <p:cNvSpPr>
              <a:spLocks/>
            </p:cNvSpPr>
            <p:nvPr/>
          </p:nvSpPr>
          <p:spPr bwMode="auto">
            <a:xfrm>
              <a:off x="5223" y="1861"/>
              <a:ext cx="147" cy="214"/>
            </a:xfrm>
            <a:custGeom>
              <a:avLst/>
              <a:gdLst>
                <a:gd name="T0" fmla="*/ 192 w 26"/>
                <a:gd name="T1" fmla="*/ 4122 h 38"/>
                <a:gd name="T2" fmla="*/ 735 w 26"/>
                <a:gd name="T3" fmla="*/ 3204 h 38"/>
                <a:gd name="T4" fmla="*/ 2171 w 26"/>
                <a:gd name="T5" fmla="*/ 2315 h 38"/>
                <a:gd name="T6" fmla="*/ 4506 w 26"/>
                <a:gd name="T7" fmla="*/ 890 h 38"/>
                <a:gd name="T8" fmla="*/ 3963 w 26"/>
                <a:gd name="T9" fmla="*/ 2315 h 38"/>
                <a:gd name="T10" fmla="*/ 3070 w 26"/>
                <a:gd name="T11" fmla="*/ 5553 h 38"/>
                <a:gd name="T12" fmla="*/ 2527 w 26"/>
                <a:gd name="T13" fmla="*/ 6060 h 38"/>
                <a:gd name="T14" fmla="*/ 543 w 26"/>
                <a:gd name="T15" fmla="*/ 5012 h 38"/>
                <a:gd name="T16" fmla="*/ 192 w 26"/>
                <a:gd name="T17" fmla="*/ 4122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38">
                  <a:moveTo>
                    <a:pt x="1" y="23"/>
                  </a:moveTo>
                  <a:cubicBezTo>
                    <a:pt x="1" y="23"/>
                    <a:pt x="0" y="18"/>
                    <a:pt x="4" y="18"/>
                  </a:cubicBezTo>
                  <a:cubicBezTo>
                    <a:pt x="4" y="18"/>
                    <a:pt x="8" y="18"/>
                    <a:pt x="12" y="13"/>
                  </a:cubicBezTo>
                  <a:cubicBezTo>
                    <a:pt x="12" y="13"/>
                    <a:pt x="25" y="0"/>
                    <a:pt x="25" y="5"/>
                  </a:cubicBezTo>
                  <a:cubicBezTo>
                    <a:pt x="25" y="5"/>
                    <a:pt x="26" y="8"/>
                    <a:pt x="22" y="13"/>
                  </a:cubicBezTo>
                  <a:cubicBezTo>
                    <a:pt x="22" y="13"/>
                    <a:pt x="17" y="24"/>
                    <a:pt x="17" y="31"/>
                  </a:cubicBezTo>
                  <a:cubicBezTo>
                    <a:pt x="17" y="31"/>
                    <a:pt x="18" y="38"/>
                    <a:pt x="14" y="34"/>
                  </a:cubicBezTo>
                  <a:cubicBezTo>
                    <a:pt x="14" y="34"/>
                    <a:pt x="8" y="30"/>
                    <a:pt x="3" y="28"/>
                  </a:cubicBezTo>
                  <a:cubicBezTo>
                    <a:pt x="3" y="28"/>
                    <a:pt x="1" y="24"/>
                    <a:pt x="1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99" name="Freeform 1466"/>
            <p:cNvSpPr>
              <a:spLocks/>
            </p:cNvSpPr>
            <p:nvPr/>
          </p:nvSpPr>
          <p:spPr bwMode="auto">
            <a:xfrm>
              <a:off x="5370" y="1838"/>
              <a:ext cx="191" cy="113"/>
            </a:xfrm>
            <a:custGeom>
              <a:avLst/>
              <a:gdLst>
                <a:gd name="T0" fmla="*/ 1073 w 34"/>
                <a:gd name="T1" fmla="*/ 735 h 20"/>
                <a:gd name="T2" fmla="*/ 6028 w 34"/>
                <a:gd name="T3" fmla="*/ 3062 h 20"/>
                <a:gd name="T4" fmla="*/ 5331 w 34"/>
                <a:gd name="T5" fmla="*/ 2876 h 20"/>
                <a:gd name="T6" fmla="*/ 1955 w 34"/>
                <a:gd name="T7" fmla="*/ 1277 h 20"/>
                <a:gd name="T8" fmla="*/ 1073 w 34"/>
                <a:gd name="T9" fmla="*/ 735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6" y="4"/>
                  </a:moveTo>
                  <a:cubicBezTo>
                    <a:pt x="6" y="4"/>
                    <a:pt x="29" y="0"/>
                    <a:pt x="34" y="17"/>
                  </a:cubicBezTo>
                  <a:cubicBezTo>
                    <a:pt x="34" y="17"/>
                    <a:pt x="32" y="20"/>
                    <a:pt x="30" y="16"/>
                  </a:cubicBezTo>
                  <a:cubicBezTo>
                    <a:pt x="30" y="16"/>
                    <a:pt x="25" y="9"/>
                    <a:pt x="11" y="7"/>
                  </a:cubicBezTo>
                  <a:cubicBezTo>
                    <a:pt x="11" y="7"/>
                    <a:pt x="0" y="6"/>
                    <a:pt x="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800" name="Oval 1467"/>
            <p:cNvSpPr>
              <a:spLocks noChangeArrowheads="1"/>
            </p:cNvSpPr>
            <p:nvPr/>
          </p:nvSpPr>
          <p:spPr bwMode="auto">
            <a:xfrm>
              <a:off x="5437" y="1940"/>
              <a:ext cx="17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209340" name="Group 1468"/>
          <p:cNvGrpSpPr>
            <a:grpSpLocks/>
          </p:cNvGrpSpPr>
          <p:nvPr/>
        </p:nvGrpSpPr>
        <p:grpSpPr bwMode="auto">
          <a:xfrm>
            <a:off x="-2076449" y="157166"/>
            <a:ext cx="1982787" cy="1008460"/>
            <a:chOff x="19364" y="2733"/>
            <a:chExt cx="2017" cy="1111"/>
          </a:xfrm>
        </p:grpSpPr>
        <p:sp>
          <p:nvSpPr>
            <p:cNvPr id="98642" name="Freeform 1469"/>
            <p:cNvSpPr>
              <a:spLocks/>
            </p:cNvSpPr>
            <p:nvPr/>
          </p:nvSpPr>
          <p:spPr bwMode="auto">
            <a:xfrm>
              <a:off x="19364" y="3297"/>
              <a:ext cx="884" cy="214"/>
            </a:xfrm>
            <a:custGeom>
              <a:avLst/>
              <a:gdLst>
                <a:gd name="T0" fmla="*/ 28023 w 157"/>
                <a:gd name="T1" fmla="*/ 5896 h 38"/>
                <a:gd name="T2" fmla="*/ 26948 w 157"/>
                <a:gd name="T3" fmla="*/ 6060 h 38"/>
                <a:gd name="T4" fmla="*/ 26058 w 157"/>
                <a:gd name="T5" fmla="*/ 5896 h 38"/>
                <a:gd name="T6" fmla="*/ 25360 w 157"/>
                <a:gd name="T7" fmla="*/ 5710 h 38"/>
                <a:gd name="T8" fmla="*/ 24634 w 157"/>
                <a:gd name="T9" fmla="*/ 5710 h 38"/>
                <a:gd name="T10" fmla="*/ 23744 w 157"/>
                <a:gd name="T11" fmla="*/ 5361 h 38"/>
                <a:gd name="T12" fmla="*/ 23018 w 157"/>
                <a:gd name="T13" fmla="*/ 5361 h 38"/>
                <a:gd name="T14" fmla="*/ 22669 w 157"/>
                <a:gd name="T15" fmla="*/ 5361 h 38"/>
                <a:gd name="T16" fmla="*/ 21779 w 157"/>
                <a:gd name="T17" fmla="*/ 5553 h 38"/>
                <a:gd name="T18" fmla="*/ 20895 w 157"/>
                <a:gd name="T19" fmla="*/ 5553 h 38"/>
                <a:gd name="T20" fmla="*/ 20546 w 157"/>
                <a:gd name="T21" fmla="*/ 5553 h 38"/>
                <a:gd name="T22" fmla="*/ 19623 w 157"/>
                <a:gd name="T23" fmla="*/ 5170 h 38"/>
                <a:gd name="T24" fmla="*/ 19273 w 157"/>
                <a:gd name="T25" fmla="*/ 5361 h 38"/>
                <a:gd name="T26" fmla="*/ 18581 w 157"/>
                <a:gd name="T27" fmla="*/ 5553 h 38"/>
                <a:gd name="T28" fmla="*/ 18198 w 157"/>
                <a:gd name="T29" fmla="*/ 5170 h 38"/>
                <a:gd name="T30" fmla="*/ 16773 w 157"/>
                <a:gd name="T31" fmla="*/ 4821 h 38"/>
                <a:gd name="T32" fmla="*/ 15692 w 157"/>
                <a:gd name="T33" fmla="*/ 4629 h 38"/>
                <a:gd name="T34" fmla="*/ 14268 w 157"/>
                <a:gd name="T35" fmla="*/ 5012 h 38"/>
                <a:gd name="T36" fmla="*/ 13378 w 157"/>
                <a:gd name="T37" fmla="*/ 4821 h 38"/>
                <a:gd name="T38" fmla="*/ 12680 w 157"/>
                <a:gd name="T39" fmla="*/ 4821 h 38"/>
                <a:gd name="T40" fmla="*/ 11413 w 157"/>
                <a:gd name="T41" fmla="*/ 4471 h 38"/>
                <a:gd name="T42" fmla="*/ 11064 w 157"/>
                <a:gd name="T43" fmla="*/ 4122 h 38"/>
                <a:gd name="T44" fmla="*/ 10366 w 157"/>
                <a:gd name="T45" fmla="*/ 4280 h 38"/>
                <a:gd name="T46" fmla="*/ 9290 w 157"/>
                <a:gd name="T47" fmla="*/ 3931 h 38"/>
                <a:gd name="T48" fmla="*/ 8558 w 157"/>
                <a:gd name="T49" fmla="*/ 3745 h 38"/>
                <a:gd name="T50" fmla="*/ 8024 w 157"/>
                <a:gd name="T51" fmla="*/ 3745 h 38"/>
                <a:gd name="T52" fmla="*/ 7674 w 157"/>
                <a:gd name="T53" fmla="*/ 3582 h 38"/>
                <a:gd name="T54" fmla="*/ 6785 w 157"/>
                <a:gd name="T55" fmla="*/ 3204 h 38"/>
                <a:gd name="T56" fmla="*/ 6593 w 157"/>
                <a:gd name="T57" fmla="*/ 3047 h 38"/>
                <a:gd name="T58" fmla="*/ 5169 w 157"/>
                <a:gd name="T59" fmla="*/ 2506 h 38"/>
                <a:gd name="T60" fmla="*/ 4820 w 157"/>
                <a:gd name="T61" fmla="*/ 2315 h 38"/>
                <a:gd name="T62" fmla="*/ 541 w 157"/>
                <a:gd name="T63" fmla="*/ 732 h 38"/>
                <a:gd name="T64" fmla="*/ 1616 w 157"/>
                <a:gd name="T65" fmla="*/ 732 h 38"/>
                <a:gd name="T66" fmla="*/ 6436 w 157"/>
                <a:gd name="T67" fmla="*/ 1965 h 38"/>
                <a:gd name="T68" fmla="*/ 11064 w 157"/>
                <a:gd name="T69" fmla="*/ 1425 h 38"/>
                <a:gd name="T70" fmla="*/ 26407 w 157"/>
                <a:gd name="T71" fmla="*/ 1616 h 38"/>
                <a:gd name="T72" fmla="*/ 28023 w 157"/>
                <a:gd name="T73" fmla="*/ 5896 h 3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57" h="38">
                  <a:moveTo>
                    <a:pt x="157" y="33"/>
                  </a:moveTo>
                  <a:cubicBezTo>
                    <a:pt x="157" y="33"/>
                    <a:pt x="154" y="38"/>
                    <a:pt x="151" y="34"/>
                  </a:cubicBezTo>
                  <a:cubicBezTo>
                    <a:pt x="151" y="34"/>
                    <a:pt x="148" y="35"/>
                    <a:pt x="146" y="33"/>
                  </a:cubicBezTo>
                  <a:cubicBezTo>
                    <a:pt x="146" y="33"/>
                    <a:pt x="143" y="35"/>
                    <a:pt x="142" y="32"/>
                  </a:cubicBezTo>
                  <a:cubicBezTo>
                    <a:pt x="142" y="32"/>
                    <a:pt x="142" y="38"/>
                    <a:pt x="138" y="32"/>
                  </a:cubicBezTo>
                  <a:cubicBezTo>
                    <a:pt x="138" y="32"/>
                    <a:pt x="138" y="35"/>
                    <a:pt x="133" y="30"/>
                  </a:cubicBezTo>
                  <a:cubicBezTo>
                    <a:pt x="133" y="30"/>
                    <a:pt x="131" y="31"/>
                    <a:pt x="129" y="30"/>
                  </a:cubicBezTo>
                  <a:cubicBezTo>
                    <a:pt x="129" y="30"/>
                    <a:pt x="128" y="28"/>
                    <a:pt x="127" y="30"/>
                  </a:cubicBezTo>
                  <a:cubicBezTo>
                    <a:pt x="127" y="30"/>
                    <a:pt x="124" y="33"/>
                    <a:pt x="122" y="31"/>
                  </a:cubicBezTo>
                  <a:cubicBezTo>
                    <a:pt x="122" y="31"/>
                    <a:pt x="119" y="34"/>
                    <a:pt x="117" y="31"/>
                  </a:cubicBezTo>
                  <a:cubicBezTo>
                    <a:pt x="117" y="31"/>
                    <a:pt x="116" y="30"/>
                    <a:pt x="115" y="31"/>
                  </a:cubicBezTo>
                  <a:cubicBezTo>
                    <a:pt x="115" y="31"/>
                    <a:pt x="116" y="34"/>
                    <a:pt x="110" y="29"/>
                  </a:cubicBezTo>
                  <a:cubicBezTo>
                    <a:pt x="110" y="29"/>
                    <a:pt x="109" y="29"/>
                    <a:pt x="108" y="30"/>
                  </a:cubicBezTo>
                  <a:cubicBezTo>
                    <a:pt x="108" y="30"/>
                    <a:pt x="107" y="34"/>
                    <a:pt x="104" y="31"/>
                  </a:cubicBezTo>
                  <a:cubicBezTo>
                    <a:pt x="104" y="31"/>
                    <a:pt x="103" y="28"/>
                    <a:pt x="102" y="29"/>
                  </a:cubicBezTo>
                  <a:cubicBezTo>
                    <a:pt x="102" y="29"/>
                    <a:pt x="96" y="30"/>
                    <a:pt x="94" y="27"/>
                  </a:cubicBezTo>
                  <a:cubicBezTo>
                    <a:pt x="94" y="27"/>
                    <a:pt x="88" y="28"/>
                    <a:pt x="88" y="26"/>
                  </a:cubicBezTo>
                  <a:cubicBezTo>
                    <a:pt x="88" y="26"/>
                    <a:pt x="81" y="30"/>
                    <a:pt x="80" y="28"/>
                  </a:cubicBezTo>
                  <a:cubicBezTo>
                    <a:pt x="80" y="28"/>
                    <a:pt x="75" y="30"/>
                    <a:pt x="75" y="27"/>
                  </a:cubicBezTo>
                  <a:cubicBezTo>
                    <a:pt x="75" y="27"/>
                    <a:pt x="71" y="28"/>
                    <a:pt x="71" y="27"/>
                  </a:cubicBezTo>
                  <a:cubicBezTo>
                    <a:pt x="71" y="27"/>
                    <a:pt x="64" y="27"/>
                    <a:pt x="64" y="25"/>
                  </a:cubicBezTo>
                  <a:cubicBezTo>
                    <a:pt x="64" y="25"/>
                    <a:pt x="66" y="21"/>
                    <a:pt x="62" y="23"/>
                  </a:cubicBezTo>
                  <a:cubicBezTo>
                    <a:pt x="62" y="23"/>
                    <a:pt x="59" y="26"/>
                    <a:pt x="58" y="24"/>
                  </a:cubicBezTo>
                  <a:cubicBezTo>
                    <a:pt x="58" y="24"/>
                    <a:pt x="53" y="25"/>
                    <a:pt x="52" y="22"/>
                  </a:cubicBezTo>
                  <a:cubicBezTo>
                    <a:pt x="52" y="22"/>
                    <a:pt x="47" y="23"/>
                    <a:pt x="48" y="21"/>
                  </a:cubicBezTo>
                  <a:cubicBezTo>
                    <a:pt x="48" y="21"/>
                    <a:pt x="48" y="20"/>
                    <a:pt x="45" y="21"/>
                  </a:cubicBezTo>
                  <a:cubicBezTo>
                    <a:pt x="45" y="21"/>
                    <a:pt x="41" y="21"/>
                    <a:pt x="43" y="20"/>
                  </a:cubicBezTo>
                  <a:cubicBezTo>
                    <a:pt x="43" y="20"/>
                    <a:pt x="34" y="20"/>
                    <a:pt x="38" y="18"/>
                  </a:cubicBezTo>
                  <a:cubicBezTo>
                    <a:pt x="38" y="18"/>
                    <a:pt x="40" y="16"/>
                    <a:pt x="37" y="17"/>
                  </a:cubicBezTo>
                  <a:cubicBezTo>
                    <a:pt x="37" y="17"/>
                    <a:pt x="29" y="16"/>
                    <a:pt x="29" y="14"/>
                  </a:cubicBezTo>
                  <a:cubicBezTo>
                    <a:pt x="29" y="14"/>
                    <a:pt x="29" y="12"/>
                    <a:pt x="27" y="13"/>
                  </a:cubicBezTo>
                  <a:cubicBezTo>
                    <a:pt x="27" y="13"/>
                    <a:pt x="6" y="10"/>
                    <a:pt x="3" y="4"/>
                  </a:cubicBezTo>
                  <a:cubicBezTo>
                    <a:pt x="3" y="4"/>
                    <a:pt x="0" y="1"/>
                    <a:pt x="9" y="4"/>
                  </a:cubicBezTo>
                  <a:cubicBezTo>
                    <a:pt x="9" y="4"/>
                    <a:pt x="18" y="9"/>
                    <a:pt x="36" y="11"/>
                  </a:cubicBezTo>
                  <a:cubicBezTo>
                    <a:pt x="36" y="11"/>
                    <a:pt x="53" y="9"/>
                    <a:pt x="62" y="8"/>
                  </a:cubicBezTo>
                  <a:cubicBezTo>
                    <a:pt x="62" y="8"/>
                    <a:pt x="137" y="0"/>
                    <a:pt x="148" y="9"/>
                  </a:cubicBezTo>
                  <a:lnTo>
                    <a:pt x="157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43" name="Freeform 1470"/>
            <p:cNvSpPr>
              <a:spLocks/>
            </p:cNvSpPr>
            <p:nvPr/>
          </p:nvSpPr>
          <p:spPr bwMode="auto">
            <a:xfrm>
              <a:off x="19623" y="3337"/>
              <a:ext cx="603" cy="140"/>
            </a:xfrm>
            <a:custGeom>
              <a:avLst/>
              <a:gdLst>
                <a:gd name="T0" fmla="*/ 0 w 107"/>
                <a:gd name="T1" fmla="*/ 1758 h 25"/>
                <a:gd name="T2" fmla="*/ 733 w 107"/>
                <a:gd name="T3" fmla="*/ 2100 h 25"/>
                <a:gd name="T4" fmla="*/ 1082 w 107"/>
                <a:gd name="T5" fmla="*/ 2100 h 25"/>
                <a:gd name="T6" fmla="*/ 2699 w 107"/>
                <a:gd name="T7" fmla="*/ 2100 h 25"/>
                <a:gd name="T8" fmla="*/ 3398 w 107"/>
                <a:gd name="T9" fmla="*/ 2290 h 25"/>
                <a:gd name="T10" fmla="*/ 4480 w 107"/>
                <a:gd name="T11" fmla="*/ 2979 h 25"/>
                <a:gd name="T12" fmla="*/ 5179 w 107"/>
                <a:gd name="T13" fmla="*/ 2979 h 25"/>
                <a:gd name="T14" fmla="*/ 5365 w 107"/>
                <a:gd name="T15" fmla="*/ 3326 h 25"/>
                <a:gd name="T16" fmla="*/ 6255 w 107"/>
                <a:gd name="T17" fmla="*/ 3170 h 25"/>
                <a:gd name="T18" fmla="*/ 7337 w 107"/>
                <a:gd name="T19" fmla="*/ 2979 h 25"/>
                <a:gd name="T20" fmla="*/ 7878 w 107"/>
                <a:gd name="T21" fmla="*/ 2822 h 25"/>
                <a:gd name="T22" fmla="*/ 8605 w 107"/>
                <a:gd name="T23" fmla="*/ 3170 h 25"/>
                <a:gd name="T24" fmla="*/ 9304 w 107"/>
                <a:gd name="T25" fmla="*/ 3326 h 25"/>
                <a:gd name="T26" fmla="*/ 10037 w 107"/>
                <a:gd name="T27" fmla="*/ 3326 h 25"/>
                <a:gd name="T28" fmla="*/ 10736 w 107"/>
                <a:gd name="T29" fmla="*/ 3326 h 25"/>
                <a:gd name="T30" fmla="*/ 11626 w 107"/>
                <a:gd name="T31" fmla="*/ 3326 h 25"/>
                <a:gd name="T32" fmla="*/ 12353 w 107"/>
                <a:gd name="T33" fmla="*/ 3511 h 25"/>
                <a:gd name="T34" fmla="*/ 12702 w 107"/>
                <a:gd name="T35" fmla="*/ 3511 h 25"/>
                <a:gd name="T36" fmla="*/ 13243 w 107"/>
                <a:gd name="T37" fmla="*/ 3326 h 25"/>
                <a:gd name="T38" fmla="*/ 13976 w 107"/>
                <a:gd name="T39" fmla="*/ 3170 h 25"/>
                <a:gd name="T40" fmla="*/ 14325 w 107"/>
                <a:gd name="T41" fmla="*/ 3170 h 25"/>
                <a:gd name="T42" fmla="*/ 15210 w 107"/>
                <a:gd name="T43" fmla="*/ 3326 h 25"/>
                <a:gd name="T44" fmla="*/ 16292 w 107"/>
                <a:gd name="T45" fmla="*/ 3702 h 25"/>
                <a:gd name="T46" fmla="*/ 17532 w 107"/>
                <a:gd name="T47" fmla="*/ 3858 h 25"/>
                <a:gd name="T48" fmla="*/ 18958 w 107"/>
                <a:gd name="T49" fmla="*/ 3702 h 25"/>
                <a:gd name="T50" fmla="*/ 17910 w 107"/>
                <a:gd name="T51" fmla="*/ 1411 h 25"/>
                <a:gd name="T52" fmla="*/ 6447 w 107"/>
                <a:gd name="T53" fmla="*/ 532 h 25"/>
                <a:gd name="T54" fmla="*/ 0 w 107"/>
                <a:gd name="T55" fmla="*/ 1758 h 25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07" h="25">
                  <a:moveTo>
                    <a:pt x="0" y="10"/>
                  </a:moveTo>
                  <a:cubicBezTo>
                    <a:pt x="0" y="10"/>
                    <a:pt x="0" y="13"/>
                    <a:pt x="4" y="12"/>
                  </a:cubicBezTo>
                  <a:cubicBezTo>
                    <a:pt x="4" y="12"/>
                    <a:pt x="6" y="10"/>
                    <a:pt x="6" y="12"/>
                  </a:cubicBezTo>
                  <a:cubicBezTo>
                    <a:pt x="6" y="12"/>
                    <a:pt x="10" y="15"/>
                    <a:pt x="15" y="12"/>
                  </a:cubicBezTo>
                  <a:cubicBezTo>
                    <a:pt x="15" y="12"/>
                    <a:pt x="21" y="10"/>
                    <a:pt x="19" y="13"/>
                  </a:cubicBezTo>
                  <a:cubicBezTo>
                    <a:pt x="19" y="13"/>
                    <a:pt x="20" y="20"/>
                    <a:pt x="25" y="17"/>
                  </a:cubicBezTo>
                  <a:cubicBezTo>
                    <a:pt x="25" y="17"/>
                    <a:pt x="28" y="16"/>
                    <a:pt x="29" y="17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2" y="21"/>
                    <a:pt x="35" y="18"/>
                  </a:cubicBezTo>
                  <a:cubicBezTo>
                    <a:pt x="35" y="18"/>
                    <a:pt x="40" y="15"/>
                    <a:pt x="41" y="17"/>
                  </a:cubicBezTo>
                  <a:cubicBezTo>
                    <a:pt x="41" y="17"/>
                    <a:pt x="44" y="19"/>
                    <a:pt x="44" y="16"/>
                  </a:cubicBezTo>
                  <a:cubicBezTo>
                    <a:pt x="44" y="16"/>
                    <a:pt x="45" y="15"/>
                    <a:pt x="48" y="18"/>
                  </a:cubicBezTo>
                  <a:cubicBezTo>
                    <a:pt x="48" y="18"/>
                    <a:pt x="52" y="22"/>
                    <a:pt x="52" y="19"/>
                  </a:cubicBezTo>
                  <a:cubicBezTo>
                    <a:pt x="52" y="19"/>
                    <a:pt x="52" y="16"/>
                    <a:pt x="56" y="19"/>
                  </a:cubicBezTo>
                  <a:cubicBezTo>
                    <a:pt x="56" y="19"/>
                    <a:pt x="61" y="22"/>
                    <a:pt x="60" y="19"/>
                  </a:cubicBezTo>
                  <a:cubicBezTo>
                    <a:pt x="60" y="19"/>
                    <a:pt x="65" y="23"/>
                    <a:pt x="65" y="19"/>
                  </a:cubicBezTo>
                  <a:cubicBezTo>
                    <a:pt x="65" y="19"/>
                    <a:pt x="65" y="18"/>
                    <a:pt x="69" y="20"/>
                  </a:cubicBezTo>
                  <a:cubicBezTo>
                    <a:pt x="69" y="20"/>
                    <a:pt x="73" y="24"/>
                    <a:pt x="71" y="20"/>
                  </a:cubicBezTo>
                  <a:cubicBezTo>
                    <a:pt x="71" y="20"/>
                    <a:pt x="71" y="18"/>
                    <a:pt x="74" y="19"/>
                  </a:cubicBezTo>
                  <a:cubicBezTo>
                    <a:pt x="74" y="19"/>
                    <a:pt x="79" y="23"/>
                    <a:pt x="78" y="18"/>
                  </a:cubicBezTo>
                  <a:cubicBezTo>
                    <a:pt x="78" y="18"/>
                    <a:pt x="75" y="15"/>
                    <a:pt x="80" y="18"/>
                  </a:cubicBezTo>
                  <a:cubicBezTo>
                    <a:pt x="80" y="18"/>
                    <a:pt x="83" y="20"/>
                    <a:pt x="85" y="19"/>
                  </a:cubicBezTo>
                  <a:cubicBezTo>
                    <a:pt x="85" y="19"/>
                    <a:pt x="92" y="25"/>
                    <a:pt x="91" y="21"/>
                  </a:cubicBezTo>
                  <a:cubicBezTo>
                    <a:pt x="91" y="21"/>
                    <a:pt x="99" y="24"/>
                    <a:pt x="98" y="22"/>
                  </a:cubicBezTo>
                  <a:cubicBezTo>
                    <a:pt x="98" y="22"/>
                    <a:pt x="107" y="25"/>
                    <a:pt x="106" y="21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11" y="0"/>
                    <a:pt x="0" y="10"/>
                  </a:cubicBez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44" name="Freeform 1471"/>
            <p:cNvSpPr>
              <a:spLocks/>
            </p:cNvSpPr>
            <p:nvPr/>
          </p:nvSpPr>
          <p:spPr bwMode="auto">
            <a:xfrm>
              <a:off x="19555" y="3314"/>
              <a:ext cx="648" cy="124"/>
            </a:xfrm>
            <a:custGeom>
              <a:avLst/>
              <a:gdLst>
                <a:gd name="T0" fmla="*/ 1617 w 115"/>
                <a:gd name="T1" fmla="*/ 1967 h 22"/>
                <a:gd name="T2" fmla="*/ 2507 w 115"/>
                <a:gd name="T3" fmla="*/ 2508 h 22"/>
                <a:gd name="T4" fmla="*/ 3048 w 115"/>
                <a:gd name="T5" fmla="*/ 2317 h 22"/>
                <a:gd name="T6" fmla="*/ 3939 w 115"/>
                <a:gd name="T7" fmla="*/ 2508 h 22"/>
                <a:gd name="T8" fmla="*/ 4288 w 115"/>
                <a:gd name="T9" fmla="*/ 2317 h 22"/>
                <a:gd name="T10" fmla="*/ 4666 w 115"/>
                <a:gd name="T11" fmla="*/ 2508 h 22"/>
                <a:gd name="T12" fmla="*/ 5173 w 115"/>
                <a:gd name="T13" fmla="*/ 2508 h 22"/>
                <a:gd name="T14" fmla="*/ 6446 w 115"/>
                <a:gd name="T15" fmla="*/ 1967 h 22"/>
                <a:gd name="T16" fmla="*/ 6097 w 115"/>
                <a:gd name="T17" fmla="*/ 3207 h 22"/>
                <a:gd name="T18" fmla="*/ 7522 w 115"/>
                <a:gd name="T19" fmla="*/ 2508 h 22"/>
                <a:gd name="T20" fmla="*/ 7872 w 115"/>
                <a:gd name="T21" fmla="*/ 2700 h 22"/>
                <a:gd name="T22" fmla="*/ 7872 w 115"/>
                <a:gd name="T23" fmla="*/ 3590 h 22"/>
                <a:gd name="T24" fmla="*/ 8762 w 115"/>
                <a:gd name="T25" fmla="*/ 2700 h 22"/>
                <a:gd name="T26" fmla="*/ 9303 w 115"/>
                <a:gd name="T27" fmla="*/ 3399 h 22"/>
                <a:gd name="T28" fmla="*/ 10036 w 115"/>
                <a:gd name="T29" fmla="*/ 2858 h 22"/>
                <a:gd name="T30" fmla="*/ 10734 w 115"/>
                <a:gd name="T31" fmla="*/ 3590 h 22"/>
                <a:gd name="T32" fmla="*/ 10920 w 115"/>
                <a:gd name="T33" fmla="*/ 2858 h 22"/>
                <a:gd name="T34" fmla="*/ 12002 w 115"/>
                <a:gd name="T35" fmla="*/ 3590 h 22"/>
                <a:gd name="T36" fmla="*/ 12509 w 115"/>
                <a:gd name="T37" fmla="*/ 3207 h 22"/>
                <a:gd name="T38" fmla="*/ 13050 w 115"/>
                <a:gd name="T39" fmla="*/ 3207 h 22"/>
                <a:gd name="T40" fmla="*/ 13969 w 115"/>
                <a:gd name="T41" fmla="*/ 3207 h 22"/>
                <a:gd name="T42" fmla="*/ 14126 w 115"/>
                <a:gd name="T43" fmla="*/ 3399 h 22"/>
                <a:gd name="T44" fmla="*/ 14476 w 115"/>
                <a:gd name="T45" fmla="*/ 3399 h 22"/>
                <a:gd name="T46" fmla="*/ 14667 w 115"/>
                <a:gd name="T47" fmla="*/ 3207 h 22"/>
                <a:gd name="T48" fmla="*/ 15208 w 115"/>
                <a:gd name="T49" fmla="*/ 3399 h 22"/>
                <a:gd name="T50" fmla="*/ 15400 w 115"/>
                <a:gd name="T51" fmla="*/ 3748 h 22"/>
                <a:gd name="T52" fmla="*/ 15749 w 115"/>
                <a:gd name="T53" fmla="*/ 3049 h 22"/>
                <a:gd name="T54" fmla="*/ 16099 w 115"/>
                <a:gd name="T55" fmla="*/ 3207 h 22"/>
                <a:gd name="T56" fmla="*/ 16640 w 115"/>
                <a:gd name="T57" fmla="*/ 3207 h 22"/>
                <a:gd name="T58" fmla="*/ 16989 w 115"/>
                <a:gd name="T59" fmla="*/ 3590 h 22"/>
                <a:gd name="T60" fmla="*/ 17524 w 115"/>
                <a:gd name="T61" fmla="*/ 3399 h 22"/>
                <a:gd name="T62" fmla="*/ 18414 w 115"/>
                <a:gd name="T63" fmla="*/ 3748 h 22"/>
                <a:gd name="T64" fmla="*/ 20573 w 115"/>
                <a:gd name="T65" fmla="*/ 3940 h 22"/>
                <a:gd name="T66" fmla="*/ 19846 w 115"/>
                <a:gd name="T67" fmla="*/ 2317 h 22"/>
                <a:gd name="T68" fmla="*/ 19496 w 115"/>
                <a:gd name="T69" fmla="*/ 1618 h 22"/>
                <a:gd name="T70" fmla="*/ 19339 w 115"/>
                <a:gd name="T71" fmla="*/ 541 h 22"/>
                <a:gd name="T72" fmla="*/ 17716 w 115"/>
                <a:gd name="T73" fmla="*/ 541 h 22"/>
                <a:gd name="T74" fmla="*/ 15907 w 115"/>
                <a:gd name="T75" fmla="*/ 192 h 22"/>
                <a:gd name="T76" fmla="*/ 7336 w 115"/>
                <a:gd name="T77" fmla="*/ 541 h 22"/>
                <a:gd name="T78" fmla="*/ 5364 w 115"/>
                <a:gd name="T79" fmla="*/ 733 h 22"/>
                <a:gd name="T80" fmla="*/ 3589 w 115"/>
                <a:gd name="T81" fmla="*/ 1082 h 22"/>
                <a:gd name="T82" fmla="*/ 0 w 115"/>
                <a:gd name="T83" fmla="*/ 1432 h 22"/>
                <a:gd name="T84" fmla="*/ 1431 w 115"/>
                <a:gd name="T85" fmla="*/ 1781 h 22"/>
                <a:gd name="T86" fmla="*/ 1617 w 115"/>
                <a:gd name="T87" fmla="*/ 1967 h 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5" h="22">
                  <a:moveTo>
                    <a:pt x="9" y="11"/>
                  </a:moveTo>
                  <a:cubicBezTo>
                    <a:pt x="11" y="13"/>
                    <a:pt x="11" y="15"/>
                    <a:pt x="14" y="14"/>
                  </a:cubicBezTo>
                  <a:cubicBezTo>
                    <a:pt x="15" y="14"/>
                    <a:pt x="16" y="13"/>
                    <a:pt x="17" y="13"/>
                  </a:cubicBezTo>
                  <a:cubicBezTo>
                    <a:pt x="19" y="13"/>
                    <a:pt x="21" y="14"/>
                    <a:pt x="22" y="14"/>
                  </a:cubicBezTo>
                  <a:cubicBezTo>
                    <a:pt x="23" y="14"/>
                    <a:pt x="23" y="13"/>
                    <a:pt x="24" y="13"/>
                  </a:cubicBezTo>
                  <a:cubicBezTo>
                    <a:pt x="24" y="13"/>
                    <a:pt x="25" y="14"/>
                    <a:pt x="26" y="14"/>
                  </a:cubicBezTo>
                  <a:cubicBezTo>
                    <a:pt x="27" y="14"/>
                    <a:pt x="28" y="14"/>
                    <a:pt x="29" y="14"/>
                  </a:cubicBezTo>
                  <a:cubicBezTo>
                    <a:pt x="31" y="13"/>
                    <a:pt x="33" y="12"/>
                    <a:pt x="36" y="11"/>
                  </a:cubicBezTo>
                  <a:cubicBezTo>
                    <a:pt x="37" y="13"/>
                    <a:pt x="35" y="16"/>
                    <a:pt x="34" y="18"/>
                  </a:cubicBezTo>
                  <a:cubicBezTo>
                    <a:pt x="37" y="19"/>
                    <a:pt x="39" y="15"/>
                    <a:pt x="42" y="14"/>
                  </a:cubicBezTo>
                  <a:cubicBezTo>
                    <a:pt x="45" y="13"/>
                    <a:pt x="43" y="13"/>
                    <a:pt x="44" y="15"/>
                  </a:cubicBezTo>
                  <a:cubicBezTo>
                    <a:pt x="44" y="17"/>
                    <a:pt x="45" y="18"/>
                    <a:pt x="44" y="20"/>
                  </a:cubicBezTo>
                  <a:cubicBezTo>
                    <a:pt x="48" y="21"/>
                    <a:pt x="47" y="17"/>
                    <a:pt x="49" y="15"/>
                  </a:cubicBezTo>
                  <a:cubicBezTo>
                    <a:pt x="51" y="14"/>
                    <a:pt x="52" y="17"/>
                    <a:pt x="52" y="19"/>
                  </a:cubicBezTo>
                  <a:cubicBezTo>
                    <a:pt x="55" y="19"/>
                    <a:pt x="53" y="16"/>
                    <a:pt x="56" y="16"/>
                  </a:cubicBezTo>
                  <a:cubicBezTo>
                    <a:pt x="58" y="16"/>
                    <a:pt x="57" y="19"/>
                    <a:pt x="60" y="20"/>
                  </a:cubicBezTo>
                  <a:cubicBezTo>
                    <a:pt x="63" y="21"/>
                    <a:pt x="60" y="18"/>
                    <a:pt x="61" y="16"/>
                  </a:cubicBezTo>
                  <a:cubicBezTo>
                    <a:pt x="62" y="15"/>
                    <a:pt x="66" y="20"/>
                    <a:pt x="67" y="20"/>
                  </a:cubicBezTo>
                  <a:cubicBezTo>
                    <a:pt x="67" y="17"/>
                    <a:pt x="67" y="16"/>
                    <a:pt x="70" y="18"/>
                  </a:cubicBezTo>
                  <a:cubicBezTo>
                    <a:pt x="71" y="19"/>
                    <a:pt x="73" y="22"/>
                    <a:pt x="73" y="18"/>
                  </a:cubicBezTo>
                  <a:cubicBezTo>
                    <a:pt x="75" y="18"/>
                    <a:pt x="77" y="22"/>
                    <a:pt x="78" y="18"/>
                  </a:cubicBezTo>
                  <a:cubicBezTo>
                    <a:pt x="79" y="18"/>
                    <a:pt x="79" y="19"/>
                    <a:pt x="79" y="19"/>
                  </a:cubicBezTo>
                  <a:cubicBezTo>
                    <a:pt x="80" y="19"/>
                    <a:pt x="80" y="19"/>
                    <a:pt x="81" y="19"/>
                  </a:cubicBezTo>
                  <a:cubicBezTo>
                    <a:pt x="81" y="19"/>
                    <a:pt x="81" y="18"/>
                    <a:pt x="82" y="18"/>
                  </a:cubicBezTo>
                  <a:cubicBezTo>
                    <a:pt x="83" y="18"/>
                    <a:pt x="83" y="18"/>
                    <a:pt x="85" y="19"/>
                  </a:cubicBezTo>
                  <a:cubicBezTo>
                    <a:pt x="85" y="19"/>
                    <a:pt x="85" y="21"/>
                    <a:pt x="86" y="21"/>
                  </a:cubicBezTo>
                  <a:cubicBezTo>
                    <a:pt x="89" y="21"/>
                    <a:pt x="86" y="18"/>
                    <a:pt x="88" y="17"/>
                  </a:cubicBezTo>
                  <a:cubicBezTo>
                    <a:pt x="89" y="16"/>
                    <a:pt x="89" y="18"/>
                    <a:pt x="90" y="18"/>
                  </a:cubicBezTo>
                  <a:cubicBezTo>
                    <a:pt x="91" y="19"/>
                    <a:pt x="92" y="18"/>
                    <a:pt x="93" y="18"/>
                  </a:cubicBezTo>
                  <a:cubicBezTo>
                    <a:pt x="94" y="18"/>
                    <a:pt x="94" y="20"/>
                    <a:pt x="95" y="20"/>
                  </a:cubicBezTo>
                  <a:cubicBezTo>
                    <a:pt x="96" y="20"/>
                    <a:pt x="96" y="19"/>
                    <a:pt x="98" y="19"/>
                  </a:cubicBezTo>
                  <a:cubicBezTo>
                    <a:pt x="100" y="20"/>
                    <a:pt x="101" y="21"/>
                    <a:pt x="103" y="21"/>
                  </a:cubicBezTo>
                  <a:cubicBezTo>
                    <a:pt x="107" y="21"/>
                    <a:pt x="111" y="21"/>
                    <a:pt x="115" y="22"/>
                  </a:cubicBezTo>
                  <a:cubicBezTo>
                    <a:pt x="114" y="19"/>
                    <a:pt x="112" y="16"/>
                    <a:pt x="111" y="13"/>
                  </a:cubicBezTo>
                  <a:cubicBezTo>
                    <a:pt x="110" y="12"/>
                    <a:pt x="110" y="10"/>
                    <a:pt x="109" y="9"/>
                  </a:cubicBezTo>
                  <a:cubicBezTo>
                    <a:pt x="109" y="7"/>
                    <a:pt x="109" y="4"/>
                    <a:pt x="108" y="3"/>
                  </a:cubicBezTo>
                  <a:cubicBezTo>
                    <a:pt x="107" y="2"/>
                    <a:pt x="101" y="3"/>
                    <a:pt x="99" y="3"/>
                  </a:cubicBezTo>
                  <a:cubicBezTo>
                    <a:pt x="96" y="3"/>
                    <a:pt x="92" y="2"/>
                    <a:pt x="89" y="1"/>
                  </a:cubicBezTo>
                  <a:cubicBezTo>
                    <a:pt x="73" y="0"/>
                    <a:pt x="56" y="1"/>
                    <a:pt x="41" y="3"/>
                  </a:cubicBezTo>
                  <a:cubicBezTo>
                    <a:pt x="38" y="3"/>
                    <a:pt x="34" y="4"/>
                    <a:pt x="30" y="4"/>
                  </a:cubicBezTo>
                  <a:cubicBezTo>
                    <a:pt x="27" y="4"/>
                    <a:pt x="23" y="5"/>
                    <a:pt x="20" y="6"/>
                  </a:cubicBezTo>
                  <a:cubicBezTo>
                    <a:pt x="13" y="7"/>
                    <a:pt x="7" y="7"/>
                    <a:pt x="0" y="8"/>
                  </a:cubicBezTo>
                  <a:cubicBezTo>
                    <a:pt x="1" y="11"/>
                    <a:pt x="6" y="10"/>
                    <a:pt x="8" y="10"/>
                  </a:cubicBezTo>
                  <a:lnTo>
                    <a:pt x="9" y="11"/>
                  </a:ln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45" name="Freeform 1472"/>
            <p:cNvSpPr>
              <a:spLocks/>
            </p:cNvSpPr>
            <p:nvPr/>
          </p:nvSpPr>
          <p:spPr bwMode="auto">
            <a:xfrm>
              <a:off x="19662" y="3353"/>
              <a:ext cx="119" cy="68"/>
            </a:xfrm>
            <a:custGeom>
              <a:avLst/>
              <a:gdLst>
                <a:gd name="T0" fmla="*/ 0 w 21"/>
                <a:gd name="T1" fmla="*/ 1445 h 12"/>
                <a:gd name="T2" fmla="*/ 901 w 21"/>
                <a:gd name="T3" fmla="*/ 1638 h 12"/>
                <a:gd name="T4" fmla="*/ 2182 w 21"/>
                <a:gd name="T5" fmla="*/ 737 h 12"/>
                <a:gd name="T6" fmla="*/ 2924 w 21"/>
                <a:gd name="T7" fmla="*/ 0 h 12"/>
                <a:gd name="T8" fmla="*/ 1830 w 21"/>
                <a:gd name="T9" fmla="*/ 737 h 12"/>
                <a:gd name="T10" fmla="*/ 351 w 21"/>
                <a:gd name="T11" fmla="*/ 1286 h 12"/>
                <a:gd name="T12" fmla="*/ 0 w 21"/>
                <a:gd name="T13" fmla="*/ 144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0" y="8"/>
                  </a:moveTo>
                  <a:cubicBezTo>
                    <a:pt x="0" y="8"/>
                    <a:pt x="1" y="12"/>
                    <a:pt x="5" y="9"/>
                  </a:cubicBezTo>
                  <a:cubicBezTo>
                    <a:pt x="5" y="9"/>
                    <a:pt x="10" y="5"/>
                    <a:pt x="12" y="4"/>
                  </a:cubicBezTo>
                  <a:cubicBezTo>
                    <a:pt x="12" y="4"/>
                    <a:pt x="21" y="1"/>
                    <a:pt x="16" y="0"/>
                  </a:cubicBezTo>
                  <a:cubicBezTo>
                    <a:pt x="16" y="0"/>
                    <a:pt x="13" y="0"/>
                    <a:pt x="10" y="4"/>
                  </a:cubicBezTo>
                  <a:cubicBezTo>
                    <a:pt x="10" y="4"/>
                    <a:pt x="5" y="7"/>
                    <a:pt x="2" y="7"/>
                  </a:cubicBezTo>
                  <a:cubicBezTo>
                    <a:pt x="2" y="7"/>
                    <a:pt x="0" y="7"/>
                    <a:pt x="0" y="8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46" name="Freeform 1473"/>
            <p:cNvSpPr>
              <a:spLocks/>
            </p:cNvSpPr>
            <p:nvPr/>
          </p:nvSpPr>
          <p:spPr bwMode="auto">
            <a:xfrm>
              <a:off x="19764" y="3353"/>
              <a:ext cx="34" cy="51"/>
            </a:xfrm>
            <a:custGeom>
              <a:avLst/>
              <a:gdLst>
                <a:gd name="T0" fmla="*/ 737 w 6"/>
                <a:gd name="T1" fmla="*/ 193 h 9"/>
                <a:gd name="T2" fmla="*/ 193 w 6"/>
                <a:gd name="T3" fmla="*/ 737 h 9"/>
                <a:gd name="T4" fmla="*/ 0 w 6"/>
                <a:gd name="T5" fmla="*/ 1445 h 9"/>
                <a:gd name="T6" fmla="*/ 1094 w 6"/>
                <a:gd name="T7" fmla="*/ 193 h 9"/>
                <a:gd name="T8" fmla="*/ 901 w 6"/>
                <a:gd name="T9" fmla="*/ 193 h 9"/>
                <a:gd name="T10" fmla="*/ 737 w 6"/>
                <a:gd name="T11" fmla="*/ 193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" h="9">
                  <a:moveTo>
                    <a:pt x="4" y="1"/>
                  </a:moveTo>
                  <a:cubicBezTo>
                    <a:pt x="2" y="1"/>
                    <a:pt x="1" y="3"/>
                    <a:pt x="1" y="4"/>
                  </a:cubicBezTo>
                  <a:cubicBezTo>
                    <a:pt x="1" y="5"/>
                    <a:pt x="0" y="8"/>
                    <a:pt x="0" y="8"/>
                  </a:cubicBezTo>
                  <a:cubicBezTo>
                    <a:pt x="2" y="9"/>
                    <a:pt x="6" y="2"/>
                    <a:pt x="6" y="1"/>
                  </a:cubicBezTo>
                  <a:cubicBezTo>
                    <a:pt x="6" y="0"/>
                    <a:pt x="5" y="1"/>
                    <a:pt x="5" y="1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47" name="Freeform 1474"/>
            <p:cNvSpPr>
              <a:spLocks/>
            </p:cNvSpPr>
            <p:nvPr/>
          </p:nvSpPr>
          <p:spPr bwMode="auto">
            <a:xfrm>
              <a:off x="19809" y="3353"/>
              <a:ext cx="28" cy="34"/>
            </a:xfrm>
            <a:custGeom>
              <a:avLst/>
              <a:gdLst>
                <a:gd name="T0" fmla="*/ 347 w 5"/>
                <a:gd name="T1" fmla="*/ 351 h 6"/>
                <a:gd name="T2" fmla="*/ 0 w 5"/>
                <a:gd name="T3" fmla="*/ 901 h 6"/>
                <a:gd name="T4" fmla="*/ 879 w 5"/>
                <a:gd name="T5" fmla="*/ 0 h 6"/>
                <a:gd name="T6" fmla="*/ 532 w 5"/>
                <a:gd name="T7" fmla="*/ 193 h 6"/>
                <a:gd name="T8" fmla="*/ 347 w 5"/>
                <a:gd name="T9" fmla="*/ 35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2" y="2"/>
                  </a:moveTo>
                  <a:cubicBezTo>
                    <a:pt x="0" y="3"/>
                    <a:pt x="1" y="4"/>
                    <a:pt x="0" y="5"/>
                  </a:cubicBezTo>
                  <a:cubicBezTo>
                    <a:pt x="1" y="6"/>
                    <a:pt x="5" y="1"/>
                    <a:pt x="5" y="0"/>
                  </a:cubicBezTo>
                  <a:cubicBezTo>
                    <a:pt x="4" y="0"/>
                    <a:pt x="3" y="0"/>
                    <a:pt x="3" y="1"/>
                  </a:cubicBezTo>
                  <a:lnTo>
                    <a:pt x="2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48" name="Freeform 1475"/>
            <p:cNvSpPr>
              <a:spLocks/>
            </p:cNvSpPr>
            <p:nvPr/>
          </p:nvSpPr>
          <p:spPr bwMode="auto">
            <a:xfrm>
              <a:off x="19837" y="3359"/>
              <a:ext cx="85" cy="56"/>
            </a:xfrm>
            <a:custGeom>
              <a:avLst/>
              <a:gdLst>
                <a:gd name="T0" fmla="*/ 351 w 15"/>
                <a:gd name="T1" fmla="*/ 190 h 10"/>
                <a:gd name="T2" fmla="*/ 193 w 15"/>
                <a:gd name="T3" fmla="*/ 0 h 10"/>
                <a:gd name="T4" fmla="*/ 351 w 15"/>
                <a:gd name="T5" fmla="*/ 689 h 10"/>
                <a:gd name="T6" fmla="*/ 544 w 15"/>
                <a:gd name="T7" fmla="*/ 1411 h 10"/>
                <a:gd name="T8" fmla="*/ 1094 w 15"/>
                <a:gd name="T9" fmla="*/ 879 h 10"/>
                <a:gd name="T10" fmla="*/ 1094 w 15"/>
                <a:gd name="T11" fmla="*/ 1221 h 10"/>
                <a:gd name="T12" fmla="*/ 1445 w 15"/>
                <a:gd name="T13" fmla="*/ 1064 h 10"/>
                <a:gd name="T14" fmla="*/ 1638 w 15"/>
                <a:gd name="T15" fmla="*/ 1568 h 10"/>
                <a:gd name="T16" fmla="*/ 1830 w 15"/>
                <a:gd name="T17" fmla="*/ 1064 h 10"/>
                <a:gd name="T18" fmla="*/ 2731 w 15"/>
                <a:gd name="T19" fmla="*/ 1568 h 10"/>
                <a:gd name="T20" fmla="*/ 2539 w 15"/>
                <a:gd name="T21" fmla="*/ 1064 h 10"/>
                <a:gd name="T22" fmla="*/ 1830 w 15"/>
                <a:gd name="T23" fmla="*/ 532 h 10"/>
                <a:gd name="T24" fmla="*/ 1286 w 15"/>
                <a:gd name="T25" fmla="*/ 347 h 10"/>
                <a:gd name="T26" fmla="*/ 544 w 15"/>
                <a:gd name="T27" fmla="*/ 190 h 10"/>
                <a:gd name="T28" fmla="*/ 351 w 15"/>
                <a:gd name="T29" fmla="*/ 190 h 1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5" h="10">
                  <a:moveTo>
                    <a:pt x="2" y="1"/>
                  </a:moveTo>
                  <a:cubicBezTo>
                    <a:pt x="2" y="1"/>
                    <a:pt x="1" y="0"/>
                    <a:pt x="1" y="0"/>
                  </a:cubicBezTo>
                  <a:cubicBezTo>
                    <a:pt x="0" y="2"/>
                    <a:pt x="1" y="3"/>
                    <a:pt x="2" y="4"/>
                  </a:cubicBezTo>
                  <a:cubicBezTo>
                    <a:pt x="2" y="5"/>
                    <a:pt x="1" y="7"/>
                    <a:pt x="3" y="8"/>
                  </a:cubicBezTo>
                  <a:cubicBezTo>
                    <a:pt x="3" y="6"/>
                    <a:pt x="4" y="4"/>
                    <a:pt x="6" y="5"/>
                  </a:cubicBezTo>
                  <a:cubicBezTo>
                    <a:pt x="6" y="6"/>
                    <a:pt x="6" y="6"/>
                    <a:pt x="6" y="7"/>
                  </a:cubicBezTo>
                  <a:cubicBezTo>
                    <a:pt x="7" y="7"/>
                    <a:pt x="7" y="6"/>
                    <a:pt x="8" y="6"/>
                  </a:cubicBezTo>
                  <a:cubicBezTo>
                    <a:pt x="8" y="7"/>
                    <a:pt x="8" y="8"/>
                    <a:pt x="9" y="9"/>
                  </a:cubicBezTo>
                  <a:cubicBezTo>
                    <a:pt x="9" y="8"/>
                    <a:pt x="10" y="7"/>
                    <a:pt x="10" y="6"/>
                  </a:cubicBezTo>
                  <a:cubicBezTo>
                    <a:pt x="12" y="6"/>
                    <a:pt x="13" y="10"/>
                    <a:pt x="15" y="9"/>
                  </a:cubicBezTo>
                  <a:cubicBezTo>
                    <a:pt x="15" y="8"/>
                    <a:pt x="14" y="6"/>
                    <a:pt x="14" y="6"/>
                  </a:cubicBezTo>
                  <a:cubicBezTo>
                    <a:pt x="13" y="4"/>
                    <a:pt x="12" y="4"/>
                    <a:pt x="10" y="3"/>
                  </a:cubicBezTo>
                  <a:cubicBezTo>
                    <a:pt x="9" y="3"/>
                    <a:pt x="8" y="2"/>
                    <a:pt x="7" y="2"/>
                  </a:cubicBezTo>
                  <a:cubicBezTo>
                    <a:pt x="6" y="1"/>
                    <a:pt x="5" y="0"/>
                    <a:pt x="3" y="1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49" name="Freeform 1476"/>
            <p:cNvSpPr>
              <a:spLocks/>
            </p:cNvSpPr>
            <p:nvPr/>
          </p:nvSpPr>
          <p:spPr bwMode="auto">
            <a:xfrm>
              <a:off x="19922" y="3376"/>
              <a:ext cx="39" cy="39"/>
            </a:xfrm>
            <a:custGeom>
              <a:avLst/>
              <a:gdLst>
                <a:gd name="T0" fmla="*/ 340 w 7"/>
                <a:gd name="T1" fmla="*/ 340 h 7"/>
                <a:gd name="T2" fmla="*/ 340 w 7"/>
                <a:gd name="T3" fmla="*/ 529 h 7"/>
                <a:gd name="T4" fmla="*/ 1025 w 7"/>
                <a:gd name="T5" fmla="*/ 1209 h 7"/>
                <a:gd name="T6" fmla="*/ 529 w 7"/>
                <a:gd name="T7" fmla="*/ 340 h 7"/>
                <a:gd name="T8" fmla="*/ 340 w 7"/>
                <a:gd name="T9" fmla="*/ 34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2" y="2"/>
                  </a:moveTo>
                  <a:cubicBezTo>
                    <a:pt x="0" y="0"/>
                    <a:pt x="0" y="2"/>
                    <a:pt x="2" y="3"/>
                  </a:cubicBezTo>
                  <a:cubicBezTo>
                    <a:pt x="3" y="4"/>
                    <a:pt x="4" y="6"/>
                    <a:pt x="6" y="7"/>
                  </a:cubicBezTo>
                  <a:cubicBezTo>
                    <a:pt x="7" y="5"/>
                    <a:pt x="4" y="3"/>
                    <a:pt x="3" y="2"/>
                  </a:cubicBezTo>
                  <a:lnTo>
                    <a:pt x="2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50" name="Freeform 1477"/>
            <p:cNvSpPr>
              <a:spLocks/>
            </p:cNvSpPr>
            <p:nvPr/>
          </p:nvSpPr>
          <p:spPr bwMode="auto">
            <a:xfrm>
              <a:off x="19955" y="3382"/>
              <a:ext cx="29" cy="33"/>
            </a:xfrm>
            <a:custGeom>
              <a:avLst/>
              <a:gdLst>
                <a:gd name="T0" fmla="*/ 203 w 5"/>
                <a:gd name="T1" fmla="*/ 182 h 6"/>
                <a:gd name="T2" fmla="*/ 0 w 5"/>
                <a:gd name="T3" fmla="*/ 0 h 6"/>
                <a:gd name="T4" fmla="*/ 974 w 5"/>
                <a:gd name="T5" fmla="*/ 1001 h 6"/>
                <a:gd name="T6" fmla="*/ 406 w 5"/>
                <a:gd name="T7" fmla="*/ 336 h 6"/>
                <a:gd name="T8" fmla="*/ 406 w 5"/>
                <a:gd name="T9" fmla="*/ 182 h 6"/>
                <a:gd name="T10" fmla="*/ 203 w 5"/>
                <a:gd name="T11" fmla="*/ 182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6">
                  <a:moveTo>
                    <a:pt x="1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1" y="1"/>
                    <a:pt x="3" y="6"/>
                    <a:pt x="5" y="6"/>
                  </a:cubicBezTo>
                  <a:cubicBezTo>
                    <a:pt x="5" y="5"/>
                    <a:pt x="3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51" name="Freeform 1478"/>
            <p:cNvSpPr>
              <a:spLocks/>
            </p:cNvSpPr>
            <p:nvPr/>
          </p:nvSpPr>
          <p:spPr bwMode="auto">
            <a:xfrm>
              <a:off x="19978" y="3382"/>
              <a:ext cx="28" cy="33"/>
            </a:xfrm>
            <a:custGeom>
              <a:avLst/>
              <a:gdLst>
                <a:gd name="T0" fmla="*/ 347 w 5"/>
                <a:gd name="T1" fmla="*/ 336 h 6"/>
                <a:gd name="T2" fmla="*/ 0 w 5"/>
                <a:gd name="T3" fmla="*/ 0 h 6"/>
                <a:gd name="T4" fmla="*/ 879 w 5"/>
                <a:gd name="T5" fmla="*/ 847 h 6"/>
                <a:gd name="T6" fmla="*/ 532 w 5"/>
                <a:gd name="T7" fmla="*/ 517 h 6"/>
                <a:gd name="T8" fmla="*/ 347 w 5"/>
                <a:gd name="T9" fmla="*/ 33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2" y="2"/>
                  </a:moveTo>
                  <a:cubicBezTo>
                    <a:pt x="2" y="1"/>
                    <a:pt x="1" y="0"/>
                    <a:pt x="0" y="0"/>
                  </a:cubicBezTo>
                  <a:cubicBezTo>
                    <a:pt x="0" y="1"/>
                    <a:pt x="4" y="6"/>
                    <a:pt x="5" y="5"/>
                  </a:cubicBezTo>
                  <a:cubicBezTo>
                    <a:pt x="4" y="4"/>
                    <a:pt x="4" y="3"/>
                    <a:pt x="3" y="3"/>
                  </a:cubicBezTo>
                  <a:lnTo>
                    <a:pt x="2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52" name="Freeform 1479"/>
            <p:cNvSpPr>
              <a:spLocks/>
            </p:cNvSpPr>
            <p:nvPr/>
          </p:nvSpPr>
          <p:spPr bwMode="auto">
            <a:xfrm>
              <a:off x="20012" y="3387"/>
              <a:ext cx="50" cy="23"/>
            </a:xfrm>
            <a:custGeom>
              <a:avLst/>
              <a:gdLst>
                <a:gd name="T0" fmla="*/ 183 w 9"/>
                <a:gd name="T1" fmla="*/ 0 h 4"/>
                <a:gd name="T2" fmla="*/ 0 w 9"/>
                <a:gd name="T3" fmla="*/ 0 h 4"/>
                <a:gd name="T4" fmla="*/ 339 w 9"/>
                <a:gd name="T5" fmla="*/ 564 h 4"/>
                <a:gd name="T6" fmla="*/ 678 w 9"/>
                <a:gd name="T7" fmla="*/ 759 h 4"/>
                <a:gd name="T8" fmla="*/ 867 w 9"/>
                <a:gd name="T9" fmla="*/ 564 h 4"/>
                <a:gd name="T10" fmla="*/ 1017 w 9"/>
                <a:gd name="T11" fmla="*/ 564 h 4"/>
                <a:gd name="T12" fmla="*/ 1544 w 9"/>
                <a:gd name="T13" fmla="*/ 564 h 4"/>
                <a:gd name="T14" fmla="*/ 339 w 9"/>
                <a:gd name="T15" fmla="*/ 201 h 4"/>
                <a:gd name="T16" fmla="*/ 183 w 9"/>
                <a:gd name="T17" fmla="*/ 0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" h="4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2"/>
                    <a:pt x="1" y="2"/>
                    <a:pt x="2" y="3"/>
                  </a:cubicBezTo>
                  <a:cubicBezTo>
                    <a:pt x="3" y="4"/>
                    <a:pt x="3" y="4"/>
                    <a:pt x="4" y="4"/>
                  </a:cubicBezTo>
                  <a:cubicBezTo>
                    <a:pt x="4" y="4"/>
                    <a:pt x="5" y="3"/>
                    <a:pt x="5" y="3"/>
                  </a:cubicBezTo>
                  <a:cubicBezTo>
                    <a:pt x="5" y="3"/>
                    <a:pt x="6" y="3"/>
                    <a:pt x="6" y="3"/>
                  </a:cubicBezTo>
                  <a:cubicBezTo>
                    <a:pt x="7" y="3"/>
                    <a:pt x="9" y="4"/>
                    <a:pt x="9" y="3"/>
                  </a:cubicBezTo>
                  <a:cubicBezTo>
                    <a:pt x="7" y="2"/>
                    <a:pt x="5" y="2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53" name="Freeform 1480"/>
            <p:cNvSpPr>
              <a:spLocks/>
            </p:cNvSpPr>
            <p:nvPr/>
          </p:nvSpPr>
          <p:spPr bwMode="auto">
            <a:xfrm>
              <a:off x="20068" y="3387"/>
              <a:ext cx="130" cy="40"/>
            </a:xfrm>
            <a:custGeom>
              <a:avLst/>
              <a:gdLst>
                <a:gd name="T0" fmla="*/ 2713 w 23"/>
                <a:gd name="T1" fmla="*/ 949 h 7"/>
                <a:gd name="T2" fmla="*/ 1277 w 23"/>
                <a:gd name="T3" fmla="*/ 194 h 7"/>
                <a:gd name="T4" fmla="*/ 543 w 23"/>
                <a:gd name="T5" fmla="*/ 194 h 7"/>
                <a:gd name="T6" fmla="*/ 0 w 23"/>
                <a:gd name="T7" fmla="*/ 194 h 7"/>
                <a:gd name="T8" fmla="*/ 735 w 23"/>
                <a:gd name="T9" fmla="*/ 749 h 7"/>
                <a:gd name="T10" fmla="*/ 1628 w 23"/>
                <a:gd name="T11" fmla="*/ 1109 h 7"/>
                <a:gd name="T12" fmla="*/ 1628 w 23"/>
                <a:gd name="T13" fmla="*/ 949 h 7"/>
                <a:gd name="T14" fmla="*/ 2170 w 23"/>
                <a:gd name="T15" fmla="*/ 1109 h 7"/>
                <a:gd name="T16" fmla="*/ 2877 w 23"/>
                <a:gd name="T17" fmla="*/ 1109 h 7"/>
                <a:gd name="T18" fmla="*/ 4154 w 23"/>
                <a:gd name="T19" fmla="*/ 1109 h 7"/>
                <a:gd name="T20" fmla="*/ 2877 w 23"/>
                <a:gd name="T21" fmla="*/ 949 h 7"/>
                <a:gd name="T22" fmla="*/ 2713 w 23"/>
                <a:gd name="T23" fmla="*/ 949 h 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" h="7">
                  <a:moveTo>
                    <a:pt x="15" y="5"/>
                  </a:moveTo>
                  <a:cubicBezTo>
                    <a:pt x="12" y="5"/>
                    <a:pt x="10" y="2"/>
                    <a:pt x="7" y="1"/>
                  </a:cubicBezTo>
                  <a:cubicBezTo>
                    <a:pt x="6" y="1"/>
                    <a:pt x="4" y="1"/>
                    <a:pt x="3" y="1"/>
                  </a:cubicBezTo>
                  <a:cubicBezTo>
                    <a:pt x="2" y="1"/>
                    <a:pt x="1" y="0"/>
                    <a:pt x="0" y="1"/>
                  </a:cubicBezTo>
                  <a:cubicBezTo>
                    <a:pt x="1" y="2"/>
                    <a:pt x="2" y="3"/>
                    <a:pt x="4" y="4"/>
                  </a:cubicBezTo>
                  <a:cubicBezTo>
                    <a:pt x="6" y="5"/>
                    <a:pt x="7" y="6"/>
                    <a:pt x="9" y="6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5"/>
                    <a:pt x="12" y="5"/>
                    <a:pt x="12" y="6"/>
                  </a:cubicBezTo>
                  <a:cubicBezTo>
                    <a:pt x="14" y="6"/>
                    <a:pt x="14" y="6"/>
                    <a:pt x="16" y="6"/>
                  </a:cubicBezTo>
                  <a:cubicBezTo>
                    <a:pt x="17" y="6"/>
                    <a:pt x="23" y="7"/>
                    <a:pt x="23" y="6"/>
                  </a:cubicBezTo>
                  <a:cubicBezTo>
                    <a:pt x="20" y="5"/>
                    <a:pt x="19" y="5"/>
                    <a:pt x="16" y="5"/>
                  </a:cubicBezTo>
                  <a:lnTo>
                    <a:pt x="15" y="5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54" name="Freeform 1481"/>
            <p:cNvSpPr>
              <a:spLocks/>
            </p:cNvSpPr>
            <p:nvPr/>
          </p:nvSpPr>
          <p:spPr bwMode="auto">
            <a:xfrm>
              <a:off x="19640" y="3320"/>
              <a:ext cx="513" cy="28"/>
            </a:xfrm>
            <a:custGeom>
              <a:avLst/>
              <a:gdLst>
                <a:gd name="T0" fmla="*/ 350 w 91"/>
                <a:gd name="T1" fmla="*/ 689 h 5"/>
                <a:gd name="T2" fmla="*/ 8772 w 91"/>
                <a:gd name="T3" fmla="*/ 879 h 5"/>
                <a:gd name="T4" fmla="*/ 11123 w 91"/>
                <a:gd name="T5" fmla="*/ 689 h 5"/>
                <a:gd name="T6" fmla="*/ 14522 w 91"/>
                <a:gd name="T7" fmla="*/ 689 h 5"/>
                <a:gd name="T8" fmla="*/ 16112 w 91"/>
                <a:gd name="T9" fmla="*/ 689 h 5"/>
                <a:gd name="T10" fmla="*/ 15570 w 91"/>
                <a:gd name="T11" fmla="*/ 689 h 5"/>
                <a:gd name="T12" fmla="*/ 14522 w 91"/>
                <a:gd name="T13" fmla="*/ 532 h 5"/>
                <a:gd name="T14" fmla="*/ 10739 w 91"/>
                <a:gd name="T15" fmla="*/ 532 h 5"/>
                <a:gd name="T16" fmla="*/ 7881 w 91"/>
                <a:gd name="T17" fmla="*/ 532 h 5"/>
                <a:gd name="T18" fmla="*/ 733 w 91"/>
                <a:gd name="T19" fmla="*/ 532 h 5"/>
                <a:gd name="T20" fmla="*/ 350 w 91"/>
                <a:gd name="T21" fmla="*/ 689 h 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1" h="5">
                  <a:moveTo>
                    <a:pt x="2" y="4"/>
                  </a:moveTo>
                  <a:cubicBezTo>
                    <a:pt x="2" y="4"/>
                    <a:pt x="23" y="2"/>
                    <a:pt x="49" y="5"/>
                  </a:cubicBezTo>
                  <a:cubicBezTo>
                    <a:pt x="49" y="5"/>
                    <a:pt x="60" y="5"/>
                    <a:pt x="62" y="4"/>
                  </a:cubicBezTo>
                  <a:cubicBezTo>
                    <a:pt x="62" y="4"/>
                    <a:pt x="75" y="3"/>
                    <a:pt x="81" y="4"/>
                  </a:cubicBezTo>
                  <a:cubicBezTo>
                    <a:pt x="81" y="4"/>
                    <a:pt x="89" y="4"/>
                    <a:pt x="90" y="4"/>
                  </a:cubicBezTo>
                  <a:cubicBezTo>
                    <a:pt x="90" y="4"/>
                    <a:pt x="91" y="3"/>
                    <a:pt x="87" y="4"/>
                  </a:cubicBezTo>
                  <a:cubicBezTo>
                    <a:pt x="87" y="4"/>
                    <a:pt x="83" y="4"/>
                    <a:pt x="81" y="3"/>
                  </a:cubicBezTo>
                  <a:cubicBezTo>
                    <a:pt x="81" y="3"/>
                    <a:pt x="67" y="2"/>
                    <a:pt x="60" y="3"/>
                  </a:cubicBezTo>
                  <a:cubicBezTo>
                    <a:pt x="60" y="3"/>
                    <a:pt x="49" y="4"/>
                    <a:pt x="44" y="3"/>
                  </a:cubicBezTo>
                  <a:cubicBezTo>
                    <a:pt x="44" y="3"/>
                    <a:pt x="22" y="0"/>
                    <a:pt x="4" y="3"/>
                  </a:cubicBezTo>
                  <a:cubicBezTo>
                    <a:pt x="4" y="3"/>
                    <a:pt x="0" y="4"/>
                    <a:pt x="2" y="4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55" name="Freeform 1482"/>
            <p:cNvSpPr>
              <a:spLocks/>
            </p:cNvSpPr>
            <p:nvPr/>
          </p:nvSpPr>
          <p:spPr bwMode="auto">
            <a:xfrm>
              <a:off x="19657" y="3353"/>
              <a:ext cx="107" cy="57"/>
            </a:xfrm>
            <a:custGeom>
              <a:avLst/>
              <a:gdLst>
                <a:gd name="T0" fmla="*/ 732 w 19"/>
                <a:gd name="T1" fmla="*/ 1853 h 10"/>
                <a:gd name="T2" fmla="*/ 1965 w 19"/>
                <a:gd name="T3" fmla="*/ 1300 h 10"/>
                <a:gd name="T4" fmla="*/ 3396 w 19"/>
                <a:gd name="T5" fmla="*/ 0 h 10"/>
                <a:gd name="T6" fmla="*/ 1425 w 19"/>
                <a:gd name="T7" fmla="*/ 1300 h 10"/>
                <a:gd name="T8" fmla="*/ 732 w 19"/>
                <a:gd name="T9" fmla="*/ 185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0">
                  <a:moveTo>
                    <a:pt x="4" y="10"/>
                  </a:moveTo>
                  <a:cubicBezTo>
                    <a:pt x="4" y="10"/>
                    <a:pt x="9" y="9"/>
                    <a:pt x="11" y="7"/>
                  </a:cubicBezTo>
                  <a:cubicBezTo>
                    <a:pt x="11" y="7"/>
                    <a:pt x="16" y="6"/>
                    <a:pt x="19" y="0"/>
                  </a:cubicBezTo>
                  <a:cubicBezTo>
                    <a:pt x="19" y="0"/>
                    <a:pt x="11" y="7"/>
                    <a:pt x="8" y="7"/>
                  </a:cubicBezTo>
                  <a:cubicBezTo>
                    <a:pt x="8" y="7"/>
                    <a:pt x="0" y="10"/>
                    <a:pt x="4" y="1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56" name="Freeform 1483"/>
            <p:cNvSpPr>
              <a:spLocks/>
            </p:cNvSpPr>
            <p:nvPr/>
          </p:nvSpPr>
          <p:spPr bwMode="auto">
            <a:xfrm>
              <a:off x="19769" y="3353"/>
              <a:ext cx="68" cy="79"/>
            </a:xfrm>
            <a:custGeom>
              <a:avLst/>
              <a:gdLst>
                <a:gd name="T0" fmla="*/ 544 w 12"/>
                <a:gd name="T1" fmla="*/ 2325 h 14"/>
                <a:gd name="T2" fmla="*/ 1286 w 12"/>
                <a:gd name="T3" fmla="*/ 1625 h 14"/>
                <a:gd name="T4" fmla="*/ 2182 w 12"/>
                <a:gd name="T5" fmla="*/ 0 h 14"/>
                <a:gd name="T6" fmla="*/ 901 w 12"/>
                <a:gd name="T7" fmla="*/ 1433 h 14"/>
                <a:gd name="T8" fmla="*/ 544 w 12"/>
                <a:gd name="T9" fmla="*/ 2325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4">
                  <a:moveTo>
                    <a:pt x="3" y="13"/>
                  </a:moveTo>
                  <a:cubicBezTo>
                    <a:pt x="3" y="13"/>
                    <a:pt x="5" y="13"/>
                    <a:pt x="7" y="9"/>
                  </a:cubicBezTo>
                  <a:cubicBezTo>
                    <a:pt x="7" y="9"/>
                    <a:pt x="10" y="5"/>
                    <a:pt x="12" y="0"/>
                  </a:cubicBezTo>
                  <a:cubicBezTo>
                    <a:pt x="12" y="0"/>
                    <a:pt x="7" y="7"/>
                    <a:pt x="5" y="8"/>
                  </a:cubicBezTo>
                  <a:cubicBezTo>
                    <a:pt x="5" y="8"/>
                    <a:pt x="0" y="14"/>
                    <a:pt x="3" y="13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57" name="Freeform 1484"/>
            <p:cNvSpPr>
              <a:spLocks/>
            </p:cNvSpPr>
            <p:nvPr/>
          </p:nvSpPr>
          <p:spPr bwMode="auto">
            <a:xfrm>
              <a:off x="19741" y="3359"/>
              <a:ext cx="62" cy="68"/>
            </a:xfrm>
            <a:custGeom>
              <a:avLst/>
              <a:gdLst>
                <a:gd name="T0" fmla="*/ 733 w 11"/>
                <a:gd name="T1" fmla="*/ 1989 h 12"/>
                <a:gd name="T2" fmla="*/ 1967 w 11"/>
                <a:gd name="T3" fmla="*/ 0 h 12"/>
                <a:gd name="T4" fmla="*/ 891 w 11"/>
                <a:gd name="T5" fmla="*/ 1286 h 12"/>
                <a:gd name="T6" fmla="*/ 733 w 11"/>
                <a:gd name="T7" fmla="*/ 1989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2">
                  <a:moveTo>
                    <a:pt x="4" y="11"/>
                  </a:moveTo>
                  <a:cubicBezTo>
                    <a:pt x="4" y="11"/>
                    <a:pt x="7" y="10"/>
                    <a:pt x="11" y="0"/>
                  </a:cubicBezTo>
                  <a:cubicBezTo>
                    <a:pt x="11" y="0"/>
                    <a:pt x="8" y="6"/>
                    <a:pt x="5" y="7"/>
                  </a:cubicBezTo>
                  <a:cubicBezTo>
                    <a:pt x="5" y="7"/>
                    <a:pt x="0" y="12"/>
                    <a:pt x="4" y="11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58" name="Freeform 1485"/>
            <p:cNvSpPr>
              <a:spLocks/>
            </p:cNvSpPr>
            <p:nvPr/>
          </p:nvSpPr>
          <p:spPr bwMode="auto">
            <a:xfrm>
              <a:off x="19916" y="3382"/>
              <a:ext cx="45" cy="67"/>
            </a:xfrm>
            <a:custGeom>
              <a:avLst/>
              <a:gdLst>
                <a:gd name="T0" fmla="*/ 0 w 8"/>
                <a:gd name="T1" fmla="*/ 0 h 12"/>
                <a:gd name="T2" fmla="*/ 1232 w 8"/>
                <a:gd name="T3" fmla="*/ 1401 h 12"/>
                <a:gd name="T4" fmla="*/ 0 w 8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2">
                  <a:moveTo>
                    <a:pt x="0" y="0"/>
                  </a:moveTo>
                  <a:cubicBezTo>
                    <a:pt x="0" y="0"/>
                    <a:pt x="8" y="12"/>
                    <a:pt x="7" y="8"/>
                  </a:cubicBezTo>
                  <a:cubicBezTo>
                    <a:pt x="7" y="8"/>
                    <a:pt x="7" y="5"/>
                    <a:pt x="0" y="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59" name="Freeform 1486"/>
            <p:cNvSpPr>
              <a:spLocks/>
            </p:cNvSpPr>
            <p:nvPr/>
          </p:nvSpPr>
          <p:spPr bwMode="auto">
            <a:xfrm>
              <a:off x="19967" y="3393"/>
              <a:ext cx="45" cy="51"/>
            </a:xfrm>
            <a:custGeom>
              <a:avLst/>
              <a:gdLst>
                <a:gd name="T0" fmla="*/ 0 w 8"/>
                <a:gd name="T1" fmla="*/ 0 h 9"/>
                <a:gd name="T2" fmla="*/ 1423 w 8"/>
                <a:gd name="T3" fmla="*/ 901 h 9"/>
                <a:gd name="T4" fmla="*/ 0 w 8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0"/>
                  </a:moveTo>
                  <a:cubicBezTo>
                    <a:pt x="0" y="0"/>
                    <a:pt x="8" y="9"/>
                    <a:pt x="8" y="5"/>
                  </a:cubicBezTo>
                  <a:cubicBezTo>
                    <a:pt x="8" y="5"/>
                    <a:pt x="7" y="2"/>
                    <a:pt x="0" y="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60" name="Freeform 1487"/>
            <p:cNvSpPr>
              <a:spLocks/>
            </p:cNvSpPr>
            <p:nvPr/>
          </p:nvSpPr>
          <p:spPr bwMode="auto">
            <a:xfrm>
              <a:off x="20046" y="3387"/>
              <a:ext cx="90" cy="74"/>
            </a:xfrm>
            <a:custGeom>
              <a:avLst/>
              <a:gdLst>
                <a:gd name="T0" fmla="*/ 0 w 16"/>
                <a:gd name="T1" fmla="*/ 0 h 13"/>
                <a:gd name="T2" fmla="*/ 2846 w 16"/>
                <a:gd name="T3" fmla="*/ 1651 h 13"/>
                <a:gd name="T4" fmla="*/ 0 w 16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3">
                  <a:moveTo>
                    <a:pt x="0" y="0"/>
                  </a:moveTo>
                  <a:cubicBezTo>
                    <a:pt x="0" y="0"/>
                    <a:pt x="16" y="13"/>
                    <a:pt x="16" y="9"/>
                  </a:cubicBezTo>
                  <a:cubicBezTo>
                    <a:pt x="16" y="9"/>
                    <a:pt x="9" y="3"/>
                    <a:pt x="0" y="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61" name="Freeform 1488"/>
            <p:cNvSpPr>
              <a:spLocks/>
            </p:cNvSpPr>
            <p:nvPr/>
          </p:nvSpPr>
          <p:spPr bwMode="auto">
            <a:xfrm>
              <a:off x="20017" y="3387"/>
              <a:ext cx="51" cy="57"/>
            </a:xfrm>
            <a:custGeom>
              <a:avLst/>
              <a:gdLst>
                <a:gd name="T0" fmla="*/ 0 w 9"/>
                <a:gd name="T1" fmla="*/ 0 h 10"/>
                <a:gd name="T2" fmla="*/ 1445 w 9"/>
                <a:gd name="T3" fmla="*/ 1300 h 10"/>
                <a:gd name="T4" fmla="*/ 0 w 9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0" y="0"/>
                  </a:moveTo>
                  <a:cubicBezTo>
                    <a:pt x="0" y="0"/>
                    <a:pt x="9" y="10"/>
                    <a:pt x="8" y="7"/>
                  </a:cubicBezTo>
                  <a:cubicBezTo>
                    <a:pt x="8" y="7"/>
                    <a:pt x="9" y="4"/>
                    <a:pt x="0" y="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62" name="Freeform 1489"/>
            <p:cNvSpPr>
              <a:spLocks/>
            </p:cNvSpPr>
            <p:nvPr/>
          </p:nvSpPr>
          <p:spPr bwMode="auto">
            <a:xfrm>
              <a:off x="19538" y="3308"/>
              <a:ext cx="643" cy="57"/>
            </a:xfrm>
            <a:custGeom>
              <a:avLst/>
              <a:gdLst>
                <a:gd name="T0" fmla="*/ 3593 w 114"/>
                <a:gd name="T1" fmla="*/ 1106 h 10"/>
                <a:gd name="T2" fmla="*/ 9160 w 114"/>
                <a:gd name="T3" fmla="*/ 941 h 10"/>
                <a:gd name="T4" fmla="*/ 14191 w 114"/>
                <a:gd name="T5" fmla="*/ 941 h 10"/>
                <a:gd name="T6" fmla="*/ 17942 w 114"/>
                <a:gd name="T7" fmla="*/ 1106 h 10"/>
                <a:gd name="T8" fmla="*/ 20458 w 114"/>
                <a:gd name="T9" fmla="*/ 553 h 10"/>
                <a:gd name="T10" fmla="*/ 20266 w 114"/>
                <a:gd name="T11" fmla="*/ 359 h 10"/>
                <a:gd name="T12" fmla="*/ 17942 w 114"/>
                <a:gd name="T13" fmla="*/ 359 h 10"/>
                <a:gd name="T14" fmla="*/ 15240 w 114"/>
                <a:gd name="T15" fmla="*/ 194 h 10"/>
                <a:gd name="T16" fmla="*/ 7541 w 114"/>
                <a:gd name="T17" fmla="*/ 359 h 10"/>
                <a:gd name="T18" fmla="*/ 2702 w 114"/>
                <a:gd name="T19" fmla="*/ 1106 h 10"/>
                <a:gd name="T20" fmla="*/ 891 w 114"/>
                <a:gd name="T21" fmla="*/ 1300 h 10"/>
                <a:gd name="T22" fmla="*/ 1433 w 114"/>
                <a:gd name="T23" fmla="*/ 1659 h 10"/>
                <a:gd name="T24" fmla="*/ 3593 w 114"/>
                <a:gd name="T25" fmla="*/ 1106 h 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4" h="10">
                  <a:moveTo>
                    <a:pt x="20" y="6"/>
                  </a:moveTo>
                  <a:cubicBezTo>
                    <a:pt x="20" y="6"/>
                    <a:pt x="43" y="4"/>
                    <a:pt x="51" y="5"/>
                  </a:cubicBezTo>
                  <a:cubicBezTo>
                    <a:pt x="51" y="5"/>
                    <a:pt x="73" y="6"/>
                    <a:pt x="79" y="5"/>
                  </a:cubicBezTo>
                  <a:cubicBezTo>
                    <a:pt x="79" y="5"/>
                    <a:pt x="95" y="5"/>
                    <a:pt x="100" y="6"/>
                  </a:cubicBezTo>
                  <a:cubicBezTo>
                    <a:pt x="100" y="6"/>
                    <a:pt x="114" y="7"/>
                    <a:pt x="114" y="3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3" y="2"/>
                    <a:pt x="106" y="3"/>
                    <a:pt x="100" y="2"/>
                  </a:cubicBezTo>
                  <a:cubicBezTo>
                    <a:pt x="100" y="2"/>
                    <a:pt x="92" y="1"/>
                    <a:pt x="85" y="1"/>
                  </a:cubicBezTo>
                  <a:cubicBezTo>
                    <a:pt x="85" y="1"/>
                    <a:pt x="52" y="0"/>
                    <a:pt x="42" y="2"/>
                  </a:cubicBezTo>
                  <a:cubicBezTo>
                    <a:pt x="42" y="2"/>
                    <a:pt x="26" y="2"/>
                    <a:pt x="15" y="6"/>
                  </a:cubicBezTo>
                  <a:cubicBezTo>
                    <a:pt x="15" y="6"/>
                    <a:pt x="9" y="7"/>
                    <a:pt x="5" y="7"/>
                  </a:cubicBezTo>
                  <a:cubicBezTo>
                    <a:pt x="5" y="7"/>
                    <a:pt x="0" y="10"/>
                    <a:pt x="8" y="9"/>
                  </a:cubicBezTo>
                  <a:lnTo>
                    <a:pt x="20" y="6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63" name="Freeform 1490"/>
            <p:cNvSpPr>
              <a:spLocks/>
            </p:cNvSpPr>
            <p:nvPr/>
          </p:nvSpPr>
          <p:spPr bwMode="auto">
            <a:xfrm>
              <a:off x="19640" y="3303"/>
              <a:ext cx="524" cy="34"/>
            </a:xfrm>
            <a:custGeom>
              <a:avLst/>
              <a:gdLst>
                <a:gd name="T0" fmla="*/ 0 w 93"/>
                <a:gd name="T1" fmla="*/ 1094 h 6"/>
                <a:gd name="T2" fmla="*/ 8762 w 93"/>
                <a:gd name="T3" fmla="*/ 351 h 6"/>
                <a:gd name="T4" fmla="*/ 15399 w 93"/>
                <a:gd name="T5" fmla="*/ 544 h 6"/>
                <a:gd name="T6" fmla="*/ 16633 w 93"/>
                <a:gd name="T7" fmla="*/ 544 h 6"/>
                <a:gd name="T8" fmla="*/ 16447 w 93"/>
                <a:gd name="T9" fmla="*/ 901 h 6"/>
                <a:gd name="T10" fmla="*/ 14666 w 93"/>
                <a:gd name="T11" fmla="*/ 737 h 6"/>
                <a:gd name="T12" fmla="*/ 5713 w 93"/>
                <a:gd name="T13" fmla="*/ 544 h 6"/>
                <a:gd name="T14" fmla="*/ 0 w 93"/>
                <a:gd name="T15" fmla="*/ 1094 h 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3" h="6">
                  <a:moveTo>
                    <a:pt x="0" y="6"/>
                  </a:moveTo>
                  <a:cubicBezTo>
                    <a:pt x="0" y="6"/>
                    <a:pt x="24" y="0"/>
                    <a:pt x="49" y="2"/>
                  </a:cubicBezTo>
                  <a:cubicBezTo>
                    <a:pt x="49" y="2"/>
                    <a:pt x="79" y="2"/>
                    <a:pt x="86" y="3"/>
                  </a:cubicBezTo>
                  <a:cubicBezTo>
                    <a:pt x="86" y="3"/>
                    <a:pt x="92" y="4"/>
                    <a:pt x="93" y="3"/>
                  </a:cubicBezTo>
                  <a:cubicBezTo>
                    <a:pt x="93" y="3"/>
                    <a:pt x="92" y="3"/>
                    <a:pt x="92" y="5"/>
                  </a:cubicBezTo>
                  <a:cubicBezTo>
                    <a:pt x="92" y="5"/>
                    <a:pt x="85" y="5"/>
                    <a:pt x="82" y="4"/>
                  </a:cubicBezTo>
                  <a:cubicBezTo>
                    <a:pt x="82" y="4"/>
                    <a:pt x="55" y="2"/>
                    <a:pt x="32" y="3"/>
                  </a:cubicBezTo>
                  <a:cubicBezTo>
                    <a:pt x="32" y="3"/>
                    <a:pt x="4" y="4"/>
                    <a:pt x="0" y="6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64" name="Freeform 1491"/>
            <p:cNvSpPr>
              <a:spLocks/>
            </p:cNvSpPr>
            <p:nvPr/>
          </p:nvSpPr>
          <p:spPr bwMode="auto">
            <a:xfrm>
              <a:off x="19707" y="3325"/>
              <a:ext cx="491" cy="57"/>
            </a:xfrm>
            <a:custGeom>
              <a:avLst/>
              <a:gdLst>
                <a:gd name="T0" fmla="*/ 0 w 87"/>
                <a:gd name="T1" fmla="*/ 553 h 10"/>
                <a:gd name="T2" fmla="*/ 4142 w 87"/>
                <a:gd name="T3" fmla="*/ 747 h 10"/>
                <a:gd name="T4" fmla="*/ 8279 w 87"/>
                <a:gd name="T5" fmla="*/ 1106 h 10"/>
                <a:gd name="T6" fmla="*/ 15639 w 87"/>
                <a:gd name="T7" fmla="*/ 1853 h 10"/>
                <a:gd name="T8" fmla="*/ 14747 w 87"/>
                <a:gd name="T9" fmla="*/ 194 h 10"/>
                <a:gd name="T10" fmla="*/ 7009 w 87"/>
                <a:gd name="T11" fmla="*/ 359 h 10"/>
                <a:gd name="T12" fmla="*/ 0 w 87"/>
                <a:gd name="T13" fmla="*/ 553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" h="10">
                  <a:moveTo>
                    <a:pt x="0" y="3"/>
                  </a:moveTo>
                  <a:cubicBezTo>
                    <a:pt x="0" y="3"/>
                    <a:pt x="16" y="2"/>
                    <a:pt x="23" y="4"/>
                  </a:cubicBezTo>
                  <a:cubicBezTo>
                    <a:pt x="23" y="4"/>
                    <a:pt x="42" y="9"/>
                    <a:pt x="46" y="6"/>
                  </a:cubicBezTo>
                  <a:cubicBezTo>
                    <a:pt x="46" y="6"/>
                    <a:pt x="80" y="5"/>
                    <a:pt x="87" y="10"/>
                  </a:cubicBezTo>
                  <a:cubicBezTo>
                    <a:pt x="82" y="1"/>
                    <a:pt x="82" y="1"/>
                    <a:pt x="82" y="1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6" y="0"/>
                    <a:pt x="0" y="3"/>
                  </a:cubicBezTo>
                  <a:close/>
                </a:path>
              </a:pathLst>
            </a:custGeom>
            <a:solidFill>
              <a:srgbClr val="8F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65" name="Freeform 1492"/>
            <p:cNvSpPr>
              <a:spLocks/>
            </p:cNvSpPr>
            <p:nvPr/>
          </p:nvSpPr>
          <p:spPr bwMode="auto">
            <a:xfrm>
              <a:off x="19375" y="3303"/>
              <a:ext cx="310" cy="96"/>
            </a:xfrm>
            <a:custGeom>
              <a:avLst/>
              <a:gdLst>
                <a:gd name="T0" fmla="*/ 891 w 55"/>
                <a:gd name="T1" fmla="*/ 350 h 17"/>
                <a:gd name="T2" fmla="*/ 3590 w 55"/>
                <a:gd name="T3" fmla="*/ 1626 h 17"/>
                <a:gd name="T4" fmla="*/ 5180 w 55"/>
                <a:gd name="T5" fmla="*/ 1784 h 17"/>
                <a:gd name="T6" fmla="*/ 6989 w 55"/>
                <a:gd name="T7" fmla="*/ 2327 h 17"/>
                <a:gd name="T8" fmla="*/ 7147 w 55"/>
                <a:gd name="T9" fmla="*/ 2519 h 17"/>
                <a:gd name="T10" fmla="*/ 7880 w 55"/>
                <a:gd name="T11" fmla="*/ 2869 h 17"/>
                <a:gd name="T12" fmla="*/ 9655 w 55"/>
                <a:gd name="T13" fmla="*/ 2327 h 17"/>
                <a:gd name="T14" fmla="*/ 9120 w 55"/>
                <a:gd name="T15" fmla="*/ 2168 h 17"/>
                <a:gd name="T16" fmla="*/ 8421 w 55"/>
                <a:gd name="T17" fmla="*/ 1976 h 17"/>
                <a:gd name="T18" fmla="*/ 8770 w 55"/>
                <a:gd name="T19" fmla="*/ 1276 h 17"/>
                <a:gd name="T20" fmla="*/ 6989 w 55"/>
                <a:gd name="T21" fmla="*/ 1434 h 17"/>
                <a:gd name="T22" fmla="*/ 1781 w 55"/>
                <a:gd name="T23" fmla="*/ 542 h 17"/>
                <a:gd name="T24" fmla="*/ 891 w 55"/>
                <a:gd name="T25" fmla="*/ 350 h 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5" h="17">
                  <a:moveTo>
                    <a:pt x="5" y="2"/>
                  </a:moveTo>
                  <a:cubicBezTo>
                    <a:pt x="5" y="2"/>
                    <a:pt x="0" y="6"/>
                    <a:pt x="20" y="9"/>
                  </a:cubicBezTo>
                  <a:cubicBezTo>
                    <a:pt x="20" y="9"/>
                    <a:pt x="25" y="11"/>
                    <a:pt x="29" y="10"/>
                  </a:cubicBezTo>
                  <a:cubicBezTo>
                    <a:pt x="29" y="10"/>
                    <a:pt x="30" y="14"/>
                    <a:pt x="39" y="13"/>
                  </a:cubicBezTo>
                  <a:cubicBezTo>
                    <a:pt x="39" y="13"/>
                    <a:pt x="41" y="12"/>
                    <a:pt x="40" y="14"/>
                  </a:cubicBezTo>
                  <a:cubicBezTo>
                    <a:pt x="40" y="14"/>
                    <a:pt x="37" y="17"/>
                    <a:pt x="44" y="16"/>
                  </a:cubicBezTo>
                  <a:cubicBezTo>
                    <a:pt x="44" y="16"/>
                    <a:pt x="52" y="16"/>
                    <a:pt x="54" y="13"/>
                  </a:cubicBezTo>
                  <a:cubicBezTo>
                    <a:pt x="54" y="13"/>
                    <a:pt x="55" y="11"/>
                    <a:pt x="51" y="12"/>
                  </a:cubicBezTo>
                  <a:cubicBezTo>
                    <a:pt x="51" y="12"/>
                    <a:pt x="43" y="13"/>
                    <a:pt x="47" y="11"/>
                  </a:cubicBezTo>
                  <a:cubicBezTo>
                    <a:pt x="47" y="11"/>
                    <a:pt x="55" y="8"/>
                    <a:pt x="49" y="7"/>
                  </a:cubicBezTo>
                  <a:cubicBezTo>
                    <a:pt x="49" y="7"/>
                    <a:pt x="44" y="6"/>
                    <a:pt x="39" y="8"/>
                  </a:cubicBezTo>
                  <a:cubicBezTo>
                    <a:pt x="39" y="8"/>
                    <a:pt x="22" y="9"/>
                    <a:pt x="10" y="3"/>
                  </a:cubicBezTo>
                  <a:cubicBezTo>
                    <a:pt x="10" y="3"/>
                    <a:pt x="6" y="0"/>
                    <a:pt x="5" y="2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66" name="Freeform 1493"/>
            <p:cNvSpPr>
              <a:spLocks/>
            </p:cNvSpPr>
            <p:nvPr/>
          </p:nvSpPr>
          <p:spPr bwMode="auto">
            <a:xfrm>
              <a:off x="19369" y="3274"/>
              <a:ext cx="243" cy="79"/>
            </a:xfrm>
            <a:custGeom>
              <a:avLst/>
              <a:gdLst>
                <a:gd name="T0" fmla="*/ 1085 w 43"/>
                <a:gd name="T1" fmla="*/ 1275 h 14"/>
                <a:gd name="T2" fmla="*/ 5589 w 43"/>
                <a:gd name="T3" fmla="*/ 2517 h 14"/>
                <a:gd name="T4" fmla="*/ 7759 w 43"/>
                <a:gd name="T5" fmla="*/ 2325 h 14"/>
                <a:gd name="T6" fmla="*/ 1978 w 43"/>
                <a:gd name="T7" fmla="*/ 1083 h 14"/>
                <a:gd name="T8" fmla="*/ 1085 w 43"/>
                <a:gd name="T9" fmla="*/ 1275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4">
                  <a:moveTo>
                    <a:pt x="6" y="7"/>
                  </a:moveTo>
                  <a:cubicBezTo>
                    <a:pt x="6" y="7"/>
                    <a:pt x="12" y="14"/>
                    <a:pt x="31" y="14"/>
                  </a:cubicBezTo>
                  <a:cubicBezTo>
                    <a:pt x="31" y="14"/>
                    <a:pt x="40" y="14"/>
                    <a:pt x="43" y="13"/>
                  </a:cubicBezTo>
                  <a:cubicBezTo>
                    <a:pt x="43" y="13"/>
                    <a:pt x="22" y="12"/>
                    <a:pt x="11" y="6"/>
                  </a:cubicBezTo>
                  <a:cubicBezTo>
                    <a:pt x="11" y="6"/>
                    <a:pt x="0" y="0"/>
                    <a:pt x="6" y="7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67" name="Freeform 1494"/>
            <p:cNvSpPr>
              <a:spLocks/>
            </p:cNvSpPr>
            <p:nvPr/>
          </p:nvSpPr>
          <p:spPr bwMode="auto">
            <a:xfrm>
              <a:off x="19578" y="3359"/>
              <a:ext cx="124" cy="34"/>
            </a:xfrm>
            <a:custGeom>
              <a:avLst/>
              <a:gdLst>
                <a:gd name="T0" fmla="*/ 541 w 22"/>
                <a:gd name="T1" fmla="*/ 901 h 6"/>
                <a:gd name="T2" fmla="*/ 1618 w 22"/>
                <a:gd name="T3" fmla="*/ 901 h 6"/>
                <a:gd name="T4" fmla="*/ 3940 w 22"/>
                <a:gd name="T5" fmla="*/ 0 h 6"/>
                <a:gd name="T6" fmla="*/ 1432 w 22"/>
                <a:gd name="T7" fmla="*/ 544 h 6"/>
                <a:gd name="T8" fmla="*/ 541 w 22"/>
                <a:gd name="T9" fmla="*/ 90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6">
                  <a:moveTo>
                    <a:pt x="3" y="5"/>
                  </a:moveTo>
                  <a:cubicBezTo>
                    <a:pt x="3" y="5"/>
                    <a:pt x="6" y="6"/>
                    <a:pt x="9" y="5"/>
                  </a:cubicBezTo>
                  <a:cubicBezTo>
                    <a:pt x="9" y="5"/>
                    <a:pt x="19" y="3"/>
                    <a:pt x="22" y="0"/>
                  </a:cubicBezTo>
                  <a:cubicBezTo>
                    <a:pt x="22" y="0"/>
                    <a:pt x="11" y="3"/>
                    <a:pt x="8" y="3"/>
                  </a:cubicBezTo>
                  <a:cubicBezTo>
                    <a:pt x="8" y="3"/>
                    <a:pt x="0" y="3"/>
                    <a:pt x="3" y="5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68" name="Freeform 1495"/>
            <p:cNvSpPr>
              <a:spLocks/>
            </p:cNvSpPr>
            <p:nvPr/>
          </p:nvSpPr>
          <p:spPr bwMode="auto">
            <a:xfrm>
              <a:off x="20215" y="3477"/>
              <a:ext cx="535" cy="294"/>
            </a:xfrm>
            <a:custGeom>
              <a:avLst/>
              <a:gdLst>
                <a:gd name="T0" fmla="*/ 3396 w 95"/>
                <a:gd name="T1" fmla="*/ 2720 h 52"/>
                <a:gd name="T2" fmla="*/ 2315 w 95"/>
                <a:gd name="T3" fmla="*/ 3963 h 52"/>
                <a:gd name="T4" fmla="*/ 1425 w 95"/>
                <a:gd name="T5" fmla="*/ 5241 h 52"/>
                <a:gd name="T6" fmla="*/ 890 w 95"/>
                <a:gd name="T7" fmla="*/ 7418 h 52"/>
                <a:gd name="T8" fmla="*/ 1774 w 95"/>
                <a:gd name="T9" fmla="*/ 8119 h 52"/>
                <a:gd name="T10" fmla="*/ 2315 w 95"/>
                <a:gd name="T11" fmla="*/ 8311 h 52"/>
                <a:gd name="T12" fmla="*/ 2855 w 95"/>
                <a:gd name="T13" fmla="*/ 8119 h 52"/>
                <a:gd name="T14" fmla="*/ 3047 w 95"/>
                <a:gd name="T15" fmla="*/ 8311 h 52"/>
                <a:gd name="T16" fmla="*/ 3396 w 95"/>
                <a:gd name="T17" fmla="*/ 8311 h 52"/>
                <a:gd name="T18" fmla="*/ 3582 w 95"/>
                <a:gd name="T19" fmla="*/ 8503 h 52"/>
                <a:gd name="T20" fmla="*/ 3931 w 95"/>
                <a:gd name="T21" fmla="*/ 8662 h 52"/>
                <a:gd name="T22" fmla="*/ 5170 w 95"/>
                <a:gd name="T23" fmla="*/ 8854 h 52"/>
                <a:gd name="T24" fmla="*/ 5710 w 95"/>
                <a:gd name="T25" fmla="*/ 8854 h 52"/>
                <a:gd name="T26" fmla="*/ 6060 w 95"/>
                <a:gd name="T27" fmla="*/ 9204 h 52"/>
                <a:gd name="T28" fmla="*/ 7135 w 95"/>
                <a:gd name="T29" fmla="*/ 9046 h 52"/>
                <a:gd name="T30" fmla="*/ 8402 w 95"/>
                <a:gd name="T31" fmla="*/ 9046 h 52"/>
                <a:gd name="T32" fmla="*/ 9641 w 95"/>
                <a:gd name="T33" fmla="*/ 9046 h 52"/>
                <a:gd name="T34" fmla="*/ 10908 w 95"/>
                <a:gd name="T35" fmla="*/ 9046 h 52"/>
                <a:gd name="T36" fmla="*/ 11258 w 95"/>
                <a:gd name="T37" fmla="*/ 8503 h 52"/>
                <a:gd name="T38" fmla="*/ 11798 w 95"/>
                <a:gd name="T39" fmla="*/ 8311 h 52"/>
                <a:gd name="T40" fmla="*/ 12688 w 95"/>
                <a:gd name="T41" fmla="*/ 7576 h 52"/>
                <a:gd name="T42" fmla="*/ 13764 w 95"/>
                <a:gd name="T43" fmla="*/ 6875 h 52"/>
                <a:gd name="T44" fmla="*/ 13764 w 95"/>
                <a:gd name="T45" fmla="*/ 6327 h 52"/>
                <a:gd name="T46" fmla="*/ 14304 w 95"/>
                <a:gd name="T47" fmla="*/ 5976 h 52"/>
                <a:gd name="T48" fmla="*/ 15003 w 95"/>
                <a:gd name="T49" fmla="*/ 5241 h 52"/>
                <a:gd name="T50" fmla="*/ 15352 w 95"/>
                <a:gd name="T51" fmla="*/ 4156 h 52"/>
                <a:gd name="T52" fmla="*/ 16078 w 95"/>
                <a:gd name="T53" fmla="*/ 3262 h 52"/>
                <a:gd name="T54" fmla="*/ 16078 w 95"/>
                <a:gd name="T55" fmla="*/ 2878 h 52"/>
                <a:gd name="T56" fmla="*/ 16619 w 95"/>
                <a:gd name="T57" fmla="*/ 2363 h 52"/>
                <a:gd name="T58" fmla="*/ 16776 w 95"/>
                <a:gd name="T59" fmla="*/ 1436 h 52"/>
                <a:gd name="T60" fmla="*/ 16427 w 95"/>
                <a:gd name="T61" fmla="*/ 1086 h 52"/>
                <a:gd name="T62" fmla="*/ 16619 w 95"/>
                <a:gd name="T63" fmla="*/ 351 h 52"/>
                <a:gd name="T64" fmla="*/ 16236 w 95"/>
                <a:gd name="T65" fmla="*/ 0 h 52"/>
                <a:gd name="T66" fmla="*/ 15538 w 95"/>
                <a:gd name="T67" fmla="*/ 192 h 52"/>
                <a:gd name="T68" fmla="*/ 9833 w 95"/>
                <a:gd name="T69" fmla="*/ 192 h 52"/>
                <a:gd name="T70" fmla="*/ 8402 w 95"/>
                <a:gd name="T71" fmla="*/ 192 h 52"/>
                <a:gd name="T72" fmla="*/ 6978 w 95"/>
                <a:gd name="T73" fmla="*/ 192 h 52"/>
                <a:gd name="T74" fmla="*/ 4471 w 95"/>
                <a:gd name="T75" fmla="*/ 1821 h 52"/>
                <a:gd name="T76" fmla="*/ 3396 w 95"/>
                <a:gd name="T77" fmla="*/ 2720 h 5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95" h="52">
                  <a:moveTo>
                    <a:pt x="19" y="15"/>
                  </a:moveTo>
                  <a:cubicBezTo>
                    <a:pt x="17" y="17"/>
                    <a:pt x="15" y="20"/>
                    <a:pt x="13" y="22"/>
                  </a:cubicBezTo>
                  <a:cubicBezTo>
                    <a:pt x="11" y="25"/>
                    <a:pt x="9" y="27"/>
                    <a:pt x="8" y="29"/>
                  </a:cubicBezTo>
                  <a:cubicBezTo>
                    <a:pt x="6" y="32"/>
                    <a:pt x="0" y="40"/>
                    <a:pt x="5" y="41"/>
                  </a:cubicBezTo>
                  <a:cubicBezTo>
                    <a:pt x="8" y="41"/>
                    <a:pt x="8" y="43"/>
                    <a:pt x="10" y="45"/>
                  </a:cubicBezTo>
                  <a:cubicBezTo>
                    <a:pt x="11" y="46"/>
                    <a:pt x="12" y="47"/>
                    <a:pt x="13" y="46"/>
                  </a:cubicBezTo>
                  <a:cubicBezTo>
                    <a:pt x="15" y="46"/>
                    <a:pt x="15" y="44"/>
                    <a:pt x="16" y="45"/>
                  </a:cubicBezTo>
                  <a:cubicBezTo>
                    <a:pt x="17" y="45"/>
                    <a:pt x="17" y="46"/>
                    <a:pt x="17" y="46"/>
                  </a:cubicBezTo>
                  <a:cubicBezTo>
                    <a:pt x="18" y="46"/>
                    <a:pt x="18" y="46"/>
                    <a:pt x="19" y="46"/>
                  </a:cubicBezTo>
                  <a:cubicBezTo>
                    <a:pt x="19" y="47"/>
                    <a:pt x="20" y="46"/>
                    <a:pt x="20" y="47"/>
                  </a:cubicBezTo>
                  <a:cubicBezTo>
                    <a:pt x="21" y="47"/>
                    <a:pt x="22" y="48"/>
                    <a:pt x="22" y="48"/>
                  </a:cubicBezTo>
                  <a:cubicBezTo>
                    <a:pt x="24" y="49"/>
                    <a:pt x="27" y="49"/>
                    <a:pt x="29" y="49"/>
                  </a:cubicBezTo>
                  <a:cubicBezTo>
                    <a:pt x="30" y="49"/>
                    <a:pt x="31" y="48"/>
                    <a:pt x="32" y="49"/>
                  </a:cubicBezTo>
                  <a:cubicBezTo>
                    <a:pt x="33" y="49"/>
                    <a:pt x="33" y="50"/>
                    <a:pt x="34" y="51"/>
                  </a:cubicBezTo>
                  <a:cubicBezTo>
                    <a:pt x="36" y="52"/>
                    <a:pt x="38" y="50"/>
                    <a:pt x="40" y="50"/>
                  </a:cubicBezTo>
                  <a:cubicBezTo>
                    <a:pt x="42" y="51"/>
                    <a:pt x="44" y="51"/>
                    <a:pt x="47" y="50"/>
                  </a:cubicBezTo>
                  <a:cubicBezTo>
                    <a:pt x="49" y="49"/>
                    <a:pt x="51" y="50"/>
                    <a:pt x="54" y="50"/>
                  </a:cubicBezTo>
                  <a:cubicBezTo>
                    <a:pt x="56" y="50"/>
                    <a:pt x="59" y="50"/>
                    <a:pt x="61" y="50"/>
                  </a:cubicBezTo>
                  <a:cubicBezTo>
                    <a:pt x="62" y="49"/>
                    <a:pt x="62" y="48"/>
                    <a:pt x="63" y="47"/>
                  </a:cubicBezTo>
                  <a:cubicBezTo>
                    <a:pt x="64" y="46"/>
                    <a:pt x="65" y="47"/>
                    <a:pt x="66" y="46"/>
                  </a:cubicBezTo>
                  <a:cubicBezTo>
                    <a:pt x="69" y="46"/>
                    <a:pt x="69" y="43"/>
                    <a:pt x="71" y="42"/>
                  </a:cubicBezTo>
                  <a:cubicBezTo>
                    <a:pt x="73" y="40"/>
                    <a:pt x="75" y="41"/>
                    <a:pt x="77" y="38"/>
                  </a:cubicBezTo>
                  <a:cubicBezTo>
                    <a:pt x="77" y="37"/>
                    <a:pt x="77" y="36"/>
                    <a:pt x="77" y="35"/>
                  </a:cubicBezTo>
                  <a:cubicBezTo>
                    <a:pt x="78" y="34"/>
                    <a:pt x="79" y="34"/>
                    <a:pt x="80" y="33"/>
                  </a:cubicBezTo>
                  <a:cubicBezTo>
                    <a:pt x="82" y="32"/>
                    <a:pt x="84" y="31"/>
                    <a:pt x="84" y="29"/>
                  </a:cubicBezTo>
                  <a:cubicBezTo>
                    <a:pt x="85" y="27"/>
                    <a:pt x="84" y="25"/>
                    <a:pt x="86" y="23"/>
                  </a:cubicBezTo>
                  <a:cubicBezTo>
                    <a:pt x="88" y="21"/>
                    <a:pt x="90" y="22"/>
                    <a:pt x="90" y="18"/>
                  </a:cubicBezTo>
                  <a:cubicBezTo>
                    <a:pt x="90" y="17"/>
                    <a:pt x="89" y="17"/>
                    <a:pt x="90" y="16"/>
                  </a:cubicBezTo>
                  <a:cubicBezTo>
                    <a:pt x="91" y="15"/>
                    <a:pt x="92" y="14"/>
                    <a:pt x="93" y="13"/>
                  </a:cubicBezTo>
                  <a:cubicBezTo>
                    <a:pt x="94" y="12"/>
                    <a:pt x="95" y="9"/>
                    <a:pt x="94" y="8"/>
                  </a:cubicBezTo>
                  <a:cubicBezTo>
                    <a:pt x="93" y="7"/>
                    <a:pt x="92" y="7"/>
                    <a:pt x="92" y="6"/>
                  </a:cubicBezTo>
                  <a:cubicBezTo>
                    <a:pt x="91" y="4"/>
                    <a:pt x="93" y="3"/>
                    <a:pt x="93" y="2"/>
                  </a:cubicBezTo>
                  <a:cubicBezTo>
                    <a:pt x="93" y="1"/>
                    <a:pt x="93" y="1"/>
                    <a:pt x="91" y="0"/>
                  </a:cubicBezTo>
                  <a:cubicBezTo>
                    <a:pt x="90" y="0"/>
                    <a:pt x="88" y="1"/>
                    <a:pt x="87" y="1"/>
                  </a:cubicBezTo>
                  <a:cubicBezTo>
                    <a:pt x="76" y="2"/>
                    <a:pt x="65" y="1"/>
                    <a:pt x="55" y="1"/>
                  </a:cubicBezTo>
                  <a:cubicBezTo>
                    <a:pt x="52" y="1"/>
                    <a:pt x="49" y="1"/>
                    <a:pt x="47" y="1"/>
                  </a:cubicBezTo>
                  <a:cubicBezTo>
                    <a:pt x="45" y="1"/>
                    <a:pt x="42" y="0"/>
                    <a:pt x="39" y="1"/>
                  </a:cubicBezTo>
                  <a:cubicBezTo>
                    <a:pt x="34" y="2"/>
                    <a:pt x="30" y="8"/>
                    <a:pt x="25" y="10"/>
                  </a:cubicBezTo>
                  <a:lnTo>
                    <a:pt x="19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69" name="Freeform 1496"/>
            <p:cNvSpPr>
              <a:spLocks/>
            </p:cNvSpPr>
            <p:nvPr/>
          </p:nvSpPr>
          <p:spPr bwMode="auto">
            <a:xfrm>
              <a:off x="20265" y="3489"/>
              <a:ext cx="423" cy="225"/>
            </a:xfrm>
            <a:custGeom>
              <a:avLst/>
              <a:gdLst>
                <a:gd name="T0" fmla="*/ 1974 w 75"/>
                <a:gd name="T1" fmla="*/ 2498 h 40"/>
                <a:gd name="T2" fmla="*/ 1083 w 75"/>
                <a:gd name="T3" fmla="*/ 3735 h 40"/>
                <a:gd name="T4" fmla="*/ 541 w 75"/>
                <a:gd name="T5" fmla="*/ 5158 h 40"/>
                <a:gd name="T6" fmla="*/ 0 w 75"/>
                <a:gd name="T7" fmla="*/ 6424 h 40"/>
                <a:gd name="T8" fmla="*/ 891 w 75"/>
                <a:gd name="T9" fmla="*/ 6773 h 40"/>
                <a:gd name="T10" fmla="*/ 1624 w 75"/>
                <a:gd name="T11" fmla="*/ 6773 h 40"/>
                <a:gd name="T12" fmla="*/ 2865 w 75"/>
                <a:gd name="T13" fmla="*/ 6930 h 40"/>
                <a:gd name="T14" fmla="*/ 5217 w 75"/>
                <a:gd name="T15" fmla="*/ 6930 h 40"/>
                <a:gd name="T16" fmla="*/ 7349 w 75"/>
                <a:gd name="T17" fmla="*/ 7121 h 40"/>
                <a:gd name="T18" fmla="*/ 9159 w 75"/>
                <a:gd name="T19" fmla="*/ 6581 h 40"/>
                <a:gd name="T20" fmla="*/ 11291 w 75"/>
                <a:gd name="T21" fmla="*/ 4269 h 40"/>
                <a:gd name="T22" fmla="*/ 12916 w 75"/>
                <a:gd name="T23" fmla="*/ 1423 h 40"/>
                <a:gd name="T24" fmla="*/ 13107 w 75"/>
                <a:gd name="T25" fmla="*/ 349 h 40"/>
                <a:gd name="T26" fmla="*/ 12374 w 75"/>
                <a:gd name="T27" fmla="*/ 191 h 40"/>
                <a:gd name="T28" fmla="*/ 11483 w 75"/>
                <a:gd name="T29" fmla="*/ 191 h 40"/>
                <a:gd name="T30" fmla="*/ 8082 w 75"/>
                <a:gd name="T31" fmla="*/ 349 h 40"/>
                <a:gd name="T32" fmla="*/ 6108 w 75"/>
                <a:gd name="T33" fmla="*/ 349 h 40"/>
                <a:gd name="T34" fmla="*/ 4292 w 75"/>
                <a:gd name="T35" fmla="*/ 1074 h 40"/>
                <a:gd name="T36" fmla="*/ 1974 w 75"/>
                <a:gd name="T37" fmla="*/ 2498 h 4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5" h="40">
                  <a:moveTo>
                    <a:pt x="11" y="14"/>
                  </a:moveTo>
                  <a:cubicBezTo>
                    <a:pt x="10" y="16"/>
                    <a:pt x="8" y="18"/>
                    <a:pt x="6" y="21"/>
                  </a:cubicBezTo>
                  <a:cubicBezTo>
                    <a:pt x="5" y="23"/>
                    <a:pt x="4" y="26"/>
                    <a:pt x="3" y="29"/>
                  </a:cubicBezTo>
                  <a:cubicBezTo>
                    <a:pt x="3" y="31"/>
                    <a:pt x="0" y="34"/>
                    <a:pt x="0" y="36"/>
                  </a:cubicBezTo>
                  <a:cubicBezTo>
                    <a:pt x="0" y="38"/>
                    <a:pt x="4" y="38"/>
                    <a:pt x="5" y="38"/>
                  </a:cubicBezTo>
                  <a:cubicBezTo>
                    <a:pt x="7" y="38"/>
                    <a:pt x="8" y="38"/>
                    <a:pt x="9" y="38"/>
                  </a:cubicBezTo>
                  <a:cubicBezTo>
                    <a:pt x="11" y="37"/>
                    <a:pt x="14" y="38"/>
                    <a:pt x="16" y="39"/>
                  </a:cubicBezTo>
                  <a:cubicBezTo>
                    <a:pt x="21" y="39"/>
                    <a:pt x="25" y="39"/>
                    <a:pt x="29" y="39"/>
                  </a:cubicBezTo>
                  <a:cubicBezTo>
                    <a:pt x="33" y="38"/>
                    <a:pt x="37" y="40"/>
                    <a:pt x="41" y="40"/>
                  </a:cubicBezTo>
                  <a:cubicBezTo>
                    <a:pt x="45" y="40"/>
                    <a:pt x="48" y="39"/>
                    <a:pt x="51" y="37"/>
                  </a:cubicBezTo>
                  <a:cubicBezTo>
                    <a:pt x="56" y="34"/>
                    <a:pt x="60" y="30"/>
                    <a:pt x="63" y="24"/>
                  </a:cubicBezTo>
                  <a:cubicBezTo>
                    <a:pt x="65" y="18"/>
                    <a:pt x="68" y="13"/>
                    <a:pt x="72" y="8"/>
                  </a:cubicBezTo>
                  <a:cubicBezTo>
                    <a:pt x="72" y="7"/>
                    <a:pt x="75" y="3"/>
                    <a:pt x="73" y="2"/>
                  </a:cubicBezTo>
                  <a:cubicBezTo>
                    <a:pt x="72" y="1"/>
                    <a:pt x="70" y="2"/>
                    <a:pt x="69" y="1"/>
                  </a:cubicBezTo>
                  <a:cubicBezTo>
                    <a:pt x="67" y="1"/>
                    <a:pt x="66" y="1"/>
                    <a:pt x="64" y="1"/>
                  </a:cubicBezTo>
                  <a:cubicBezTo>
                    <a:pt x="58" y="0"/>
                    <a:pt x="51" y="2"/>
                    <a:pt x="45" y="2"/>
                  </a:cubicBezTo>
                  <a:cubicBezTo>
                    <a:pt x="41" y="3"/>
                    <a:pt x="38" y="2"/>
                    <a:pt x="34" y="2"/>
                  </a:cubicBezTo>
                  <a:cubicBezTo>
                    <a:pt x="30" y="3"/>
                    <a:pt x="27" y="5"/>
                    <a:pt x="24" y="6"/>
                  </a:cubicBezTo>
                  <a:lnTo>
                    <a:pt x="11" y="14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70" name="Freeform 1497"/>
            <p:cNvSpPr>
              <a:spLocks/>
            </p:cNvSpPr>
            <p:nvPr/>
          </p:nvSpPr>
          <p:spPr bwMode="auto">
            <a:xfrm>
              <a:off x="20260" y="3494"/>
              <a:ext cx="473" cy="265"/>
            </a:xfrm>
            <a:custGeom>
              <a:avLst/>
              <a:gdLst>
                <a:gd name="T0" fmla="*/ 1239 w 84"/>
                <a:gd name="T1" fmla="*/ 3941 h 47"/>
                <a:gd name="T2" fmla="*/ 732 w 84"/>
                <a:gd name="T3" fmla="*/ 5215 h 47"/>
                <a:gd name="T4" fmla="*/ 0 w 84"/>
                <a:gd name="T5" fmla="*/ 6456 h 47"/>
                <a:gd name="T6" fmla="*/ 732 w 84"/>
                <a:gd name="T7" fmla="*/ 6805 h 47"/>
                <a:gd name="T8" fmla="*/ 1239 w 84"/>
                <a:gd name="T9" fmla="*/ 6991 h 47"/>
                <a:gd name="T10" fmla="*/ 1774 w 84"/>
                <a:gd name="T11" fmla="*/ 7183 h 47"/>
                <a:gd name="T12" fmla="*/ 2314 w 84"/>
                <a:gd name="T13" fmla="*/ 7533 h 47"/>
                <a:gd name="T14" fmla="*/ 2855 w 84"/>
                <a:gd name="T15" fmla="*/ 7533 h 47"/>
                <a:gd name="T16" fmla="*/ 3395 w 84"/>
                <a:gd name="T17" fmla="*/ 7691 h 47"/>
                <a:gd name="T18" fmla="*/ 4122 w 84"/>
                <a:gd name="T19" fmla="*/ 7691 h 47"/>
                <a:gd name="T20" fmla="*/ 4629 w 84"/>
                <a:gd name="T21" fmla="*/ 8074 h 47"/>
                <a:gd name="T22" fmla="*/ 5361 w 84"/>
                <a:gd name="T23" fmla="*/ 7882 h 47"/>
                <a:gd name="T24" fmla="*/ 6977 w 84"/>
                <a:gd name="T25" fmla="*/ 8232 h 47"/>
                <a:gd name="T26" fmla="*/ 7675 w 84"/>
                <a:gd name="T27" fmla="*/ 8074 h 47"/>
                <a:gd name="T28" fmla="*/ 8210 w 84"/>
                <a:gd name="T29" fmla="*/ 8232 h 47"/>
                <a:gd name="T30" fmla="*/ 9291 w 84"/>
                <a:gd name="T31" fmla="*/ 7882 h 47"/>
                <a:gd name="T32" fmla="*/ 10367 w 84"/>
                <a:gd name="T33" fmla="*/ 7341 h 47"/>
                <a:gd name="T34" fmla="*/ 10873 w 84"/>
                <a:gd name="T35" fmla="*/ 6991 h 47"/>
                <a:gd name="T36" fmla="*/ 11256 w 84"/>
                <a:gd name="T37" fmla="*/ 6456 h 47"/>
                <a:gd name="T38" fmla="*/ 11797 w 84"/>
                <a:gd name="T39" fmla="*/ 6264 h 47"/>
                <a:gd name="T40" fmla="*/ 12146 w 84"/>
                <a:gd name="T41" fmla="*/ 5565 h 47"/>
                <a:gd name="T42" fmla="*/ 13030 w 84"/>
                <a:gd name="T43" fmla="*/ 4482 h 47"/>
                <a:gd name="T44" fmla="*/ 13379 w 84"/>
                <a:gd name="T45" fmla="*/ 4133 h 47"/>
                <a:gd name="T46" fmla="*/ 13571 w 84"/>
                <a:gd name="T47" fmla="*/ 3592 h 47"/>
                <a:gd name="T48" fmla="*/ 14111 w 84"/>
                <a:gd name="T49" fmla="*/ 2509 h 47"/>
                <a:gd name="T50" fmla="*/ 14269 w 84"/>
                <a:gd name="T51" fmla="*/ 1240 h 47"/>
                <a:gd name="T52" fmla="*/ 14460 w 84"/>
                <a:gd name="T53" fmla="*/ 350 h 47"/>
                <a:gd name="T54" fmla="*/ 13030 w 84"/>
                <a:gd name="T55" fmla="*/ 192 h 47"/>
                <a:gd name="T56" fmla="*/ 11605 w 84"/>
                <a:gd name="T57" fmla="*/ 0 h 47"/>
                <a:gd name="T58" fmla="*/ 12332 w 84"/>
                <a:gd name="T59" fmla="*/ 541 h 47"/>
                <a:gd name="T60" fmla="*/ 12146 w 84"/>
                <a:gd name="T61" fmla="*/ 1083 h 47"/>
                <a:gd name="T62" fmla="*/ 10367 w 84"/>
                <a:gd name="T63" fmla="*/ 733 h 47"/>
                <a:gd name="T64" fmla="*/ 11414 w 84"/>
                <a:gd name="T65" fmla="*/ 1432 h 47"/>
                <a:gd name="T66" fmla="*/ 10873 w 84"/>
                <a:gd name="T67" fmla="*/ 1973 h 47"/>
                <a:gd name="T68" fmla="*/ 10367 w 84"/>
                <a:gd name="T69" fmla="*/ 1782 h 47"/>
                <a:gd name="T70" fmla="*/ 10524 w 84"/>
                <a:gd name="T71" fmla="*/ 2323 h 47"/>
                <a:gd name="T72" fmla="*/ 9989 w 84"/>
                <a:gd name="T73" fmla="*/ 3208 h 47"/>
                <a:gd name="T74" fmla="*/ 9832 w 84"/>
                <a:gd name="T75" fmla="*/ 3592 h 47"/>
                <a:gd name="T76" fmla="*/ 9640 w 84"/>
                <a:gd name="T77" fmla="*/ 4291 h 47"/>
                <a:gd name="T78" fmla="*/ 8559 w 84"/>
                <a:gd name="T79" fmla="*/ 5215 h 47"/>
                <a:gd name="T80" fmla="*/ 8024 w 84"/>
                <a:gd name="T81" fmla="*/ 5373 h 47"/>
                <a:gd name="T82" fmla="*/ 7517 w 84"/>
                <a:gd name="T83" fmla="*/ 5915 h 47"/>
                <a:gd name="T84" fmla="*/ 6785 w 84"/>
                <a:gd name="T85" fmla="*/ 6106 h 47"/>
                <a:gd name="T86" fmla="*/ 6245 w 84"/>
                <a:gd name="T87" fmla="*/ 6264 h 47"/>
                <a:gd name="T88" fmla="*/ 5710 w 84"/>
                <a:gd name="T89" fmla="*/ 5723 h 47"/>
                <a:gd name="T90" fmla="*/ 5169 w 84"/>
                <a:gd name="T91" fmla="*/ 5565 h 47"/>
                <a:gd name="T92" fmla="*/ 4280 w 84"/>
                <a:gd name="T93" fmla="*/ 5373 h 47"/>
                <a:gd name="T94" fmla="*/ 3739 w 84"/>
                <a:gd name="T95" fmla="*/ 5024 h 47"/>
                <a:gd name="T96" fmla="*/ 3395 w 84"/>
                <a:gd name="T97" fmla="*/ 5024 h 47"/>
                <a:gd name="T98" fmla="*/ 3046 w 84"/>
                <a:gd name="T99" fmla="*/ 5565 h 47"/>
                <a:gd name="T100" fmla="*/ 2663 w 84"/>
                <a:gd name="T101" fmla="*/ 5215 h 47"/>
                <a:gd name="T102" fmla="*/ 2157 w 84"/>
                <a:gd name="T103" fmla="*/ 4482 h 47"/>
                <a:gd name="T104" fmla="*/ 1616 w 84"/>
                <a:gd name="T105" fmla="*/ 5565 h 47"/>
                <a:gd name="T106" fmla="*/ 1425 w 84"/>
                <a:gd name="T107" fmla="*/ 4674 h 47"/>
                <a:gd name="T108" fmla="*/ 1239 w 84"/>
                <a:gd name="T109" fmla="*/ 3941 h 4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84" h="47">
                  <a:moveTo>
                    <a:pt x="7" y="22"/>
                  </a:moveTo>
                  <a:cubicBezTo>
                    <a:pt x="6" y="24"/>
                    <a:pt x="5" y="27"/>
                    <a:pt x="4" y="29"/>
                  </a:cubicBezTo>
                  <a:cubicBezTo>
                    <a:pt x="3" y="32"/>
                    <a:pt x="1" y="34"/>
                    <a:pt x="0" y="36"/>
                  </a:cubicBezTo>
                  <a:cubicBezTo>
                    <a:pt x="0" y="39"/>
                    <a:pt x="2" y="38"/>
                    <a:pt x="4" y="38"/>
                  </a:cubicBezTo>
                  <a:cubicBezTo>
                    <a:pt x="5" y="39"/>
                    <a:pt x="5" y="39"/>
                    <a:pt x="7" y="39"/>
                  </a:cubicBezTo>
                  <a:cubicBezTo>
                    <a:pt x="8" y="39"/>
                    <a:pt x="9" y="39"/>
                    <a:pt x="10" y="40"/>
                  </a:cubicBezTo>
                  <a:cubicBezTo>
                    <a:pt x="11" y="40"/>
                    <a:pt x="12" y="42"/>
                    <a:pt x="13" y="42"/>
                  </a:cubicBezTo>
                  <a:cubicBezTo>
                    <a:pt x="14" y="42"/>
                    <a:pt x="15" y="42"/>
                    <a:pt x="16" y="42"/>
                  </a:cubicBezTo>
                  <a:cubicBezTo>
                    <a:pt x="17" y="41"/>
                    <a:pt x="18" y="42"/>
                    <a:pt x="19" y="43"/>
                  </a:cubicBezTo>
                  <a:cubicBezTo>
                    <a:pt x="20" y="43"/>
                    <a:pt x="22" y="43"/>
                    <a:pt x="23" y="43"/>
                  </a:cubicBezTo>
                  <a:cubicBezTo>
                    <a:pt x="24" y="44"/>
                    <a:pt x="25" y="44"/>
                    <a:pt x="26" y="45"/>
                  </a:cubicBezTo>
                  <a:cubicBezTo>
                    <a:pt x="27" y="45"/>
                    <a:pt x="28" y="44"/>
                    <a:pt x="30" y="44"/>
                  </a:cubicBezTo>
                  <a:cubicBezTo>
                    <a:pt x="33" y="44"/>
                    <a:pt x="36" y="47"/>
                    <a:pt x="39" y="46"/>
                  </a:cubicBezTo>
                  <a:cubicBezTo>
                    <a:pt x="40" y="46"/>
                    <a:pt x="41" y="45"/>
                    <a:pt x="43" y="45"/>
                  </a:cubicBezTo>
                  <a:cubicBezTo>
                    <a:pt x="44" y="45"/>
                    <a:pt x="45" y="46"/>
                    <a:pt x="46" y="46"/>
                  </a:cubicBezTo>
                  <a:cubicBezTo>
                    <a:pt x="49" y="46"/>
                    <a:pt x="50" y="46"/>
                    <a:pt x="52" y="44"/>
                  </a:cubicBezTo>
                  <a:cubicBezTo>
                    <a:pt x="54" y="43"/>
                    <a:pt x="56" y="43"/>
                    <a:pt x="58" y="41"/>
                  </a:cubicBezTo>
                  <a:cubicBezTo>
                    <a:pt x="59" y="41"/>
                    <a:pt x="60" y="40"/>
                    <a:pt x="61" y="39"/>
                  </a:cubicBezTo>
                  <a:cubicBezTo>
                    <a:pt x="62" y="38"/>
                    <a:pt x="62" y="37"/>
                    <a:pt x="63" y="36"/>
                  </a:cubicBezTo>
                  <a:cubicBezTo>
                    <a:pt x="64" y="35"/>
                    <a:pt x="65" y="35"/>
                    <a:pt x="66" y="35"/>
                  </a:cubicBezTo>
                  <a:cubicBezTo>
                    <a:pt x="67" y="34"/>
                    <a:pt x="68" y="32"/>
                    <a:pt x="68" y="31"/>
                  </a:cubicBezTo>
                  <a:cubicBezTo>
                    <a:pt x="69" y="28"/>
                    <a:pt x="71" y="27"/>
                    <a:pt x="73" y="25"/>
                  </a:cubicBezTo>
                  <a:cubicBezTo>
                    <a:pt x="74" y="25"/>
                    <a:pt x="75" y="25"/>
                    <a:pt x="75" y="23"/>
                  </a:cubicBezTo>
                  <a:cubicBezTo>
                    <a:pt x="76" y="22"/>
                    <a:pt x="75" y="21"/>
                    <a:pt x="76" y="20"/>
                  </a:cubicBezTo>
                  <a:cubicBezTo>
                    <a:pt x="76" y="18"/>
                    <a:pt x="78" y="16"/>
                    <a:pt x="79" y="14"/>
                  </a:cubicBezTo>
                  <a:cubicBezTo>
                    <a:pt x="80" y="12"/>
                    <a:pt x="79" y="10"/>
                    <a:pt x="80" y="7"/>
                  </a:cubicBezTo>
                  <a:cubicBezTo>
                    <a:pt x="81" y="5"/>
                    <a:pt x="84" y="3"/>
                    <a:pt x="81" y="2"/>
                  </a:cubicBezTo>
                  <a:cubicBezTo>
                    <a:pt x="78" y="1"/>
                    <a:pt x="75" y="1"/>
                    <a:pt x="73" y="1"/>
                  </a:cubicBezTo>
                  <a:cubicBezTo>
                    <a:pt x="70" y="0"/>
                    <a:pt x="68" y="0"/>
                    <a:pt x="65" y="0"/>
                  </a:cubicBezTo>
                  <a:cubicBezTo>
                    <a:pt x="66" y="1"/>
                    <a:pt x="68" y="1"/>
                    <a:pt x="69" y="3"/>
                  </a:cubicBezTo>
                  <a:cubicBezTo>
                    <a:pt x="70" y="4"/>
                    <a:pt x="70" y="6"/>
                    <a:pt x="68" y="6"/>
                  </a:cubicBezTo>
                  <a:cubicBezTo>
                    <a:pt x="65" y="7"/>
                    <a:pt x="61" y="3"/>
                    <a:pt x="58" y="4"/>
                  </a:cubicBezTo>
                  <a:cubicBezTo>
                    <a:pt x="59" y="6"/>
                    <a:pt x="62" y="6"/>
                    <a:pt x="64" y="8"/>
                  </a:cubicBezTo>
                  <a:cubicBezTo>
                    <a:pt x="65" y="10"/>
                    <a:pt x="64" y="11"/>
                    <a:pt x="61" y="11"/>
                  </a:cubicBezTo>
                  <a:cubicBezTo>
                    <a:pt x="61" y="11"/>
                    <a:pt x="58" y="10"/>
                    <a:pt x="58" y="10"/>
                  </a:cubicBezTo>
                  <a:cubicBezTo>
                    <a:pt x="57" y="11"/>
                    <a:pt x="58" y="13"/>
                    <a:pt x="59" y="13"/>
                  </a:cubicBezTo>
                  <a:cubicBezTo>
                    <a:pt x="61" y="16"/>
                    <a:pt x="58" y="16"/>
                    <a:pt x="56" y="18"/>
                  </a:cubicBezTo>
                  <a:cubicBezTo>
                    <a:pt x="56" y="18"/>
                    <a:pt x="55" y="20"/>
                    <a:pt x="55" y="20"/>
                  </a:cubicBezTo>
                  <a:cubicBezTo>
                    <a:pt x="55" y="22"/>
                    <a:pt x="55" y="23"/>
                    <a:pt x="54" y="24"/>
                  </a:cubicBezTo>
                  <a:cubicBezTo>
                    <a:pt x="53" y="27"/>
                    <a:pt x="52" y="28"/>
                    <a:pt x="48" y="29"/>
                  </a:cubicBezTo>
                  <a:cubicBezTo>
                    <a:pt x="47" y="29"/>
                    <a:pt x="46" y="29"/>
                    <a:pt x="45" y="30"/>
                  </a:cubicBezTo>
                  <a:cubicBezTo>
                    <a:pt x="44" y="31"/>
                    <a:pt x="43" y="32"/>
                    <a:pt x="42" y="33"/>
                  </a:cubicBezTo>
                  <a:cubicBezTo>
                    <a:pt x="41" y="33"/>
                    <a:pt x="40" y="33"/>
                    <a:pt x="38" y="34"/>
                  </a:cubicBezTo>
                  <a:cubicBezTo>
                    <a:pt x="37" y="34"/>
                    <a:pt x="37" y="35"/>
                    <a:pt x="35" y="35"/>
                  </a:cubicBezTo>
                  <a:cubicBezTo>
                    <a:pt x="34" y="35"/>
                    <a:pt x="33" y="33"/>
                    <a:pt x="32" y="32"/>
                  </a:cubicBezTo>
                  <a:cubicBezTo>
                    <a:pt x="31" y="31"/>
                    <a:pt x="30" y="31"/>
                    <a:pt x="29" y="31"/>
                  </a:cubicBezTo>
                  <a:cubicBezTo>
                    <a:pt x="27" y="31"/>
                    <a:pt x="26" y="30"/>
                    <a:pt x="24" y="30"/>
                  </a:cubicBezTo>
                  <a:cubicBezTo>
                    <a:pt x="22" y="29"/>
                    <a:pt x="22" y="29"/>
                    <a:pt x="21" y="28"/>
                  </a:cubicBezTo>
                  <a:cubicBezTo>
                    <a:pt x="20" y="27"/>
                    <a:pt x="19" y="27"/>
                    <a:pt x="19" y="28"/>
                  </a:cubicBezTo>
                  <a:cubicBezTo>
                    <a:pt x="18" y="29"/>
                    <a:pt x="19" y="31"/>
                    <a:pt x="17" y="31"/>
                  </a:cubicBezTo>
                  <a:cubicBezTo>
                    <a:pt x="17" y="31"/>
                    <a:pt x="15" y="29"/>
                    <a:pt x="15" y="29"/>
                  </a:cubicBezTo>
                  <a:cubicBezTo>
                    <a:pt x="14" y="28"/>
                    <a:pt x="14" y="21"/>
                    <a:pt x="12" y="25"/>
                  </a:cubicBezTo>
                  <a:cubicBezTo>
                    <a:pt x="11" y="26"/>
                    <a:pt x="11" y="30"/>
                    <a:pt x="9" y="31"/>
                  </a:cubicBezTo>
                  <a:cubicBezTo>
                    <a:pt x="7" y="31"/>
                    <a:pt x="7" y="27"/>
                    <a:pt x="8" y="26"/>
                  </a:cubicBezTo>
                  <a:cubicBezTo>
                    <a:pt x="8" y="25"/>
                    <a:pt x="9" y="19"/>
                    <a:pt x="7" y="22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71" name="Freeform 1498"/>
            <p:cNvSpPr>
              <a:spLocks/>
            </p:cNvSpPr>
            <p:nvPr/>
          </p:nvSpPr>
          <p:spPr bwMode="auto">
            <a:xfrm>
              <a:off x="20282" y="3663"/>
              <a:ext cx="197" cy="91"/>
            </a:xfrm>
            <a:custGeom>
              <a:avLst/>
              <a:gdLst>
                <a:gd name="T0" fmla="*/ 889 w 35"/>
                <a:gd name="T1" fmla="*/ 358 h 16"/>
                <a:gd name="T2" fmla="*/ 0 w 35"/>
                <a:gd name="T3" fmla="*/ 1490 h 16"/>
                <a:gd name="T4" fmla="*/ 1075 w 35"/>
                <a:gd name="T5" fmla="*/ 1649 h 16"/>
                <a:gd name="T6" fmla="*/ 2156 w 35"/>
                <a:gd name="T7" fmla="*/ 2036 h 16"/>
                <a:gd name="T8" fmla="*/ 3039 w 35"/>
                <a:gd name="T9" fmla="*/ 2036 h 16"/>
                <a:gd name="T10" fmla="*/ 5353 w 35"/>
                <a:gd name="T11" fmla="*/ 2588 h 16"/>
                <a:gd name="T12" fmla="*/ 6242 w 35"/>
                <a:gd name="T13" fmla="*/ 2588 h 16"/>
                <a:gd name="T14" fmla="*/ 5510 w 35"/>
                <a:gd name="T15" fmla="*/ 1490 h 16"/>
                <a:gd name="T16" fmla="*/ 4818 w 35"/>
                <a:gd name="T17" fmla="*/ 552 h 16"/>
                <a:gd name="T18" fmla="*/ 4086 w 35"/>
                <a:gd name="T19" fmla="*/ 358 h 16"/>
                <a:gd name="T20" fmla="*/ 4086 w 35"/>
                <a:gd name="T21" fmla="*/ 1843 h 16"/>
                <a:gd name="T22" fmla="*/ 3197 w 35"/>
                <a:gd name="T23" fmla="*/ 193 h 16"/>
                <a:gd name="T24" fmla="*/ 2854 w 35"/>
                <a:gd name="T25" fmla="*/ 358 h 16"/>
                <a:gd name="T26" fmla="*/ 2662 w 35"/>
                <a:gd name="T27" fmla="*/ 552 h 16"/>
                <a:gd name="T28" fmla="*/ 2505 w 35"/>
                <a:gd name="T29" fmla="*/ 552 h 16"/>
                <a:gd name="T30" fmla="*/ 2313 w 35"/>
                <a:gd name="T31" fmla="*/ 904 h 16"/>
                <a:gd name="T32" fmla="*/ 2156 w 35"/>
                <a:gd name="T33" fmla="*/ 1297 h 16"/>
                <a:gd name="T34" fmla="*/ 2156 w 35"/>
                <a:gd name="T35" fmla="*/ 904 h 16"/>
                <a:gd name="T36" fmla="*/ 1773 w 35"/>
                <a:gd name="T37" fmla="*/ 552 h 16"/>
                <a:gd name="T38" fmla="*/ 1238 w 35"/>
                <a:gd name="T39" fmla="*/ 358 h 16"/>
                <a:gd name="T40" fmla="*/ 889 w 35"/>
                <a:gd name="T41" fmla="*/ 358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5" h="16">
                  <a:moveTo>
                    <a:pt x="5" y="2"/>
                  </a:moveTo>
                  <a:cubicBezTo>
                    <a:pt x="4" y="3"/>
                    <a:pt x="0" y="6"/>
                    <a:pt x="0" y="8"/>
                  </a:cubicBezTo>
                  <a:cubicBezTo>
                    <a:pt x="1" y="8"/>
                    <a:pt x="5" y="9"/>
                    <a:pt x="6" y="9"/>
                  </a:cubicBezTo>
                  <a:cubicBezTo>
                    <a:pt x="8" y="10"/>
                    <a:pt x="9" y="11"/>
                    <a:pt x="12" y="11"/>
                  </a:cubicBezTo>
                  <a:cubicBezTo>
                    <a:pt x="14" y="11"/>
                    <a:pt x="15" y="10"/>
                    <a:pt x="17" y="11"/>
                  </a:cubicBezTo>
                  <a:cubicBezTo>
                    <a:pt x="21" y="13"/>
                    <a:pt x="25" y="13"/>
                    <a:pt x="30" y="14"/>
                  </a:cubicBezTo>
                  <a:cubicBezTo>
                    <a:pt x="31" y="15"/>
                    <a:pt x="34" y="16"/>
                    <a:pt x="35" y="14"/>
                  </a:cubicBezTo>
                  <a:cubicBezTo>
                    <a:pt x="35" y="11"/>
                    <a:pt x="32" y="9"/>
                    <a:pt x="31" y="8"/>
                  </a:cubicBezTo>
                  <a:cubicBezTo>
                    <a:pt x="30" y="6"/>
                    <a:pt x="28" y="4"/>
                    <a:pt x="27" y="3"/>
                  </a:cubicBezTo>
                  <a:cubicBezTo>
                    <a:pt x="26" y="3"/>
                    <a:pt x="23" y="2"/>
                    <a:pt x="23" y="2"/>
                  </a:cubicBezTo>
                  <a:cubicBezTo>
                    <a:pt x="20" y="3"/>
                    <a:pt x="25" y="9"/>
                    <a:pt x="23" y="10"/>
                  </a:cubicBezTo>
                  <a:cubicBezTo>
                    <a:pt x="21" y="8"/>
                    <a:pt x="22" y="2"/>
                    <a:pt x="18" y="1"/>
                  </a:cubicBezTo>
                  <a:cubicBezTo>
                    <a:pt x="17" y="1"/>
                    <a:pt x="16" y="1"/>
                    <a:pt x="16" y="2"/>
                  </a:cubicBezTo>
                  <a:cubicBezTo>
                    <a:pt x="15" y="2"/>
                    <a:pt x="15" y="3"/>
                    <a:pt x="15" y="3"/>
                  </a:cubicBezTo>
                  <a:cubicBezTo>
                    <a:pt x="15" y="3"/>
                    <a:pt x="14" y="3"/>
                    <a:pt x="14" y="3"/>
                  </a:cubicBezTo>
                  <a:cubicBezTo>
                    <a:pt x="14" y="4"/>
                    <a:pt x="14" y="4"/>
                    <a:pt x="13" y="5"/>
                  </a:cubicBezTo>
                  <a:cubicBezTo>
                    <a:pt x="13" y="6"/>
                    <a:pt x="13" y="7"/>
                    <a:pt x="12" y="7"/>
                  </a:cubicBezTo>
                  <a:cubicBezTo>
                    <a:pt x="12" y="7"/>
                    <a:pt x="12" y="5"/>
                    <a:pt x="12" y="5"/>
                  </a:cubicBezTo>
                  <a:cubicBezTo>
                    <a:pt x="11" y="4"/>
                    <a:pt x="11" y="4"/>
                    <a:pt x="10" y="3"/>
                  </a:cubicBezTo>
                  <a:cubicBezTo>
                    <a:pt x="9" y="2"/>
                    <a:pt x="9" y="0"/>
                    <a:pt x="7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72" name="Freeform 1499"/>
            <p:cNvSpPr>
              <a:spLocks/>
            </p:cNvSpPr>
            <p:nvPr/>
          </p:nvSpPr>
          <p:spPr bwMode="auto">
            <a:xfrm>
              <a:off x="20496" y="3675"/>
              <a:ext cx="102" cy="50"/>
            </a:xfrm>
            <a:custGeom>
              <a:avLst/>
              <a:gdLst>
                <a:gd name="T0" fmla="*/ 737 w 18"/>
                <a:gd name="T1" fmla="*/ 0 h 9"/>
                <a:gd name="T2" fmla="*/ 544 w 18"/>
                <a:gd name="T3" fmla="*/ 339 h 9"/>
                <a:gd name="T4" fmla="*/ 1445 w 18"/>
                <a:gd name="T5" fmla="*/ 867 h 9"/>
                <a:gd name="T6" fmla="*/ 2182 w 18"/>
                <a:gd name="T7" fmla="*/ 1356 h 9"/>
                <a:gd name="T8" fmla="*/ 3275 w 18"/>
                <a:gd name="T9" fmla="*/ 1356 h 9"/>
                <a:gd name="T10" fmla="*/ 2731 w 18"/>
                <a:gd name="T11" fmla="*/ 1017 h 9"/>
                <a:gd name="T12" fmla="*/ 2182 w 18"/>
                <a:gd name="T13" fmla="*/ 522 h 9"/>
                <a:gd name="T14" fmla="*/ 737 w 18"/>
                <a:gd name="T15" fmla="*/ 0 h 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9">
                  <a:moveTo>
                    <a:pt x="4" y="0"/>
                  </a:moveTo>
                  <a:cubicBezTo>
                    <a:pt x="3" y="0"/>
                    <a:pt x="0" y="0"/>
                    <a:pt x="3" y="2"/>
                  </a:cubicBezTo>
                  <a:cubicBezTo>
                    <a:pt x="5" y="3"/>
                    <a:pt x="6" y="4"/>
                    <a:pt x="8" y="5"/>
                  </a:cubicBezTo>
                  <a:cubicBezTo>
                    <a:pt x="10" y="6"/>
                    <a:pt x="11" y="8"/>
                    <a:pt x="12" y="8"/>
                  </a:cubicBezTo>
                  <a:cubicBezTo>
                    <a:pt x="14" y="9"/>
                    <a:pt x="16" y="8"/>
                    <a:pt x="18" y="8"/>
                  </a:cubicBezTo>
                  <a:cubicBezTo>
                    <a:pt x="18" y="7"/>
                    <a:pt x="16" y="7"/>
                    <a:pt x="15" y="6"/>
                  </a:cubicBezTo>
                  <a:cubicBezTo>
                    <a:pt x="14" y="5"/>
                    <a:pt x="13" y="3"/>
                    <a:pt x="12" y="3"/>
                  </a:cubicBezTo>
                  <a:cubicBezTo>
                    <a:pt x="10" y="1"/>
                    <a:pt x="7" y="1"/>
                    <a:pt x="4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73" name="Freeform 1500"/>
            <p:cNvSpPr>
              <a:spLocks/>
            </p:cNvSpPr>
            <p:nvPr/>
          </p:nvSpPr>
          <p:spPr bwMode="auto">
            <a:xfrm>
              <a:off x="20547" y="3652"/>
              <a:ext cx="68" cy="51"/>
            </a:xfrm>
            <a:custGeom>
              <a:avLst/>
              <a:gdLst>
                <a:gd name="T0" fmla="*/ 351 w 12"/>
                <a:gd name="T1" fmla="*/ 0 h 9"/>
                <a:gd name="T2" fmla="*/ 351 w 12"/>
                <a:gd name="T3" fmla="*/ 351 h 9"/>
                <a:gd name="T4" fmla="*/ 901 w 12"/>
                <a:gd name="T5" fmla="*/ 737 h 9"/>
                <a:gd name="T6" fmla="*/ 1094 w 12"/>
                <a:gd name="T7" fmla="*/ 1094 h 9"/>
                <a:gd name="T8" fmla="*/ 1286 w 12"/>
                <a:gd name="T9" fmla="*/ 1286 h 9"/>
                <a:gd name="T10" fmla="*/ 1638 w 12"/>
                <a:gd name="T11" fmla="*/ 1638 h 9"/>
                <a:gd name="T12" fmla="*/ 1445 w 12"/>
                <a:gd name="T13" fmla="*/ 544 h 9"/>
                <a:gd name="T14" fmla="*/ 544 w 12"/>
                <a:gd name="T15" fmla="*/ 0 h 9"/>
                <a:gd name="T16" fmla="*/ 351 w 12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9">
                  <a:moveTo>
                    <a:pt x="2" y="0"/>
                  </a:moveTo>
                  <a:cubicBezTo>
                    <a:pt x="0" y="0"/>
                    <a:pt x="1" y="1"/>
                    <a:pt x="2" y="2"/>
                  </a:cubicBezTo>
                  <a:cubicBezTo>
                    <a:pt x="3" y="3"/>
                    <a:pt x="4" y="3"/>
                    <a:pt x="5" y="4"/>
                  </a:cubicBezTo>
                  <a:cubicBezTo>
                    <a:pt x="5" y="5"/>
                    <a:pt x="6" y="5"/>
                    <a:pt x="6" y="6"/>
                  </a:cubicBezTo>
                  <a:cubicBezTo>
                    <a:pt x="7" y="6"/>
                    <a:pt x="6" y="7"/>
                    <a:pt x="7" y="7"/>
                  </a:cubicBezTo>
                  <a:cubicBezTo>
                    <a:pt x="7" y="8"/>
                    <a:pt x="8" y="9"/>
                    <a:pt x="9" y="9"/>
                  </a:cubicBezTo>
                  <a:cubicBezTo>
                    <a:pt x="12" y="9"/>
                    <a:pt x="9" y="5"/>
                    <a:pt x="8" y="3"/>
                  </a:cubicBezTo>
                  <a:cubicBezTo>
                    <a:pt x="7" y="1"/>
                    <a:pt x="5" y="0"/>
                    <a:pt x="3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74" name="Freeform 1501"/>
            <p:cNvSpPr>
              <a:spLocks/>
            </p:cNvSpPr>
            <p:nvPr/>
          </p:nvSpPr>
          <p:spPr bwMode="auto">
            <a:xfrm>
              <a:off x="20491" y="3680"/>
              <a:ext cx="73" cy="62"/>
            </a:xfrm>
            <a:custGeom>
              <a:avLst/>
              <a:gdLst>
                <a:gd name="T0" fmla="*/ 191 w 13"/>
                <a:gd name="T1" fmla="*/ 192 h 11"/>
                <a:gd name="T2" fmla="*/ 1073 w 13"/>
                <a:gd name="T3" fmla="*/ 733 h 11"/>
                <a:gd name="T4" fmla="*/ 1763 w 13"/>
                <a:gd name="T5" fmla="*/ 1240 h 11"/>
                <a:gd name="T6" fmla="*/ 2302 w 13"/>
                <a:gd name="T7" fmla="*/ 1618 h 11"/>
                <a:gd name="T8" fmla="*/ 1763 w 13"/>
                <a:gd name="T9" fmla="*/ 1967 h 11"/>
                <a:gd name="T10" fmla="*/ 882 w 13"/>
                <a:gd name="T11" fmla="*/ 1082 h 11"/>
                <a:gd name="T12" fmla="*/ 0 w 13"/>
                <a:gd name="T13" fmla="*/ 192 h 11"/>
                <a:gd name="T14" fmla="*/ 191 w 13"/>
                <a:gd name="T15" fmla="*/ 0 h 11"/>
                <a:gd name="T16" fmla="*/ 191 w 13"/>
                <a:gd name="T17" fmla="*/ 192 h 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11">
                  <a:moveTo>
                    <a:pt x="1" y="1"/>
                  </a:moveTo>
                  <a:cubicBezTo>
                    <a:pt x="3" y="2"/>
                    <a:pt x="5" y="3"/>
                    <a:pt x="6" y="4"/>
                  </a:cubicBezTo>
                  <a:cubicBezTo>
                    <a:pt x="8" y="5"/>
                    <a:pt x="8" y="6"/>
                    <a:pt x="10" y="7"/>
                  </a:cubicBezTo>
                  <a:cubicBezTo>
                    <a:pt x="10" y="7"/>
                    <a:pt x="12" y="8"/>
                    <a:pt x="13" y="9"/>
                  </a:cubicBezTo>
                  <a:cubicBezTo>
                    <a:pt x="13" y="10"/>
                    <a:pt x="11" y="11"/>
                    <a:pt x="10" y="11"/>
                  </a:cubicBezTo>
                  <a:cubicBezTo>
                    <a:pt x="8" y="10"/>
                    <a:pt x="6" y="7"/>
                    <a:pt x="5" y="6"/>
                  </a:cubicBezTo>
                  <a:cubicBezTo>
                    <a:pt x="3" y="5"/>
                    <a:pt x="0" y="2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75" name="Freeform 1502"/>
            <p:cNvSpPr>
              <a:spLocks/>
            </p:cNvSpPr>
            <p:nvPr/>
          </p:nvSpPr>
          <p:spPr bwMode="auto">
            <a:xfrm>
              <a:off x="20468" y="3686"/>
              <a:ext cx="57" cy="62"/>
            </a:xfrm>
            <a:custGeom>
              <a:avLst/>
              <a:gdLst>
                <a:gd name="T0" fmla="*/ 359 w 10"/>
                <a:gd name="T1" fmla="*/ 192 h 11"/>
                <a:gd name="T2" fmla="*/ 1493 w 10"/>
                <a:gd name="T3" fmla="*/ 1240 h 11"/>
                <a:gd name="T4" fmla="*/ 1853 w 10"/>
                <a:gd name="T5" fmla="*/ 1781 h 11"/>
                <a:gd name="T6" fmla="*/ 1300 w 10"/>
                <a:gd name="T7" fmla="*/ 1781 h 11"/>
                <a:gd name="T8" fmla="*/ 359 w 10"/>
                <a:gd name="T9" fmla="*/ 891 h 11"/>
                <a:gd name="T10" fmla="*/ 194 w 10"/>
                <a:gd name="T11" fmla="*/ 349 h 11"/>
                <a:gd name="T12" fmla="*/ 0 w 10"/>
                <a:gd name="T13" fmla="*/ 192 h 11"/>
                <a:gd name="T14" fmla="*/ 359 w 10"/>
                <a:gd name="T15" fmla="*/ 192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11">
                  <a:moveTo>
                    <a:pt x="2" y="1"/>
                  </a:moveTo>
                  <a:cubicBezTo>
                    <a:pt x="3" y="4"/>
                    <a:pt x="6" y="5"/>
                    <a:pt x="8" y="7"/>
                  </a:cubicBezTo>
                  <a:cubicBezTo>
                    <a:pt x="9" y="8"/>
                    <a:pt x="10" y="9"/>
                    <a:pt x="10" y="10"/>
                  </a:cubicBezTo>
                  <a:cubicBezTo>
                    <a:pt x="10" y="11"/>
                    <a:pt x="8" y="11"/>
                    <a:pt x="7" y="10"/>
                  </a:cubicBezTo>
                  <a:cubicBezTo>
                    <a:pt x="5" y="9"/>
                    <a:pt x="4" y="7"/>
                    <a:pt x="2" y="5"/>
                  </a:cubicBezTo>
                  <a:cubicBezTo>
                    <a:pt x="2" y="4"/>
                    <a:pt x="2" y="3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0"/>
                    <a:pt x="1" y="0"/>
                    <a:pt x="2" y="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76" name="Freeform 1503"/>
            <p:cNvSpPr>
              <a:spLocks/>
            </p:cNvSpPr>
            <p:nvPr/>
          </p:nvSpPr>
          <p:spPr bwMode="auto">
            <a:xfrm>
              <a:off x="20575" y="3590"/>
              <a:ext cx="74" cy="90"/>
            </a:xfrm>
            <a:custGeom>
              <a:avLst/>
              <a:gdLst>
                <a:gd name="T0" fmla="*/ 0 w 13"/>
                <a:gd name="T1" fmla="*/ 889 h 16"/>
                <a:gd name="T2" fmla="*/ 194 w 13"/>
                <a:gd name="T3" fmla="*/ 1614 h 16"/>
                <a:gd name="T4" fmla="*/ 746 w 13"/>
                <a:gd name="T5" fmla="*/ 2154 h 16"/>
                <a:gd name="T6" fmla="*/ 1651 w 13"/>
                <a:gd name="T7" fmla="*/ 2846 h 16"/>
                <a:gd name="T8" fmla="*/ 1298 w 13"/>
                <a:gd name="T9" fmla="*/ 2312 h 16"/>
                <a:gd name="T10" fmla="*/ 359 w 13"/>
                <a:gd name="T11" fmla="*/ 1423 h 16"/>
                <a:gd name="T12" fmla="*/ 1491 w 13"/>
                <a:gd name="T13" fmla="*/ 2154 h 16"/>
                <a:gd name="T14" fmla="*/ 2044 w 13"/>
                <a:gd name="T15" fmla="*/ 2154 h 16"/>
                <a:gd name="T16" fmla="*/ 2044 w 13"/>
                <a:gd name="T17" fmla="*/ 1772 h 16"/>
                <a:gd name="T18" fmla="*/ 905 w 13"/>
                <a:gd name="T19" fmla="*/ 540 h 16"/>
                <a:gd name="T20" fmla="*/ 194 w 13"/>
                <a:gd name="T21" fmla="*/ 191 h 16"/>
                <a:gd name="T22" fmla="*/ 194 w 13"/>
                <a:gd name="T23" fmla="*/ 726 h 16"/>
                <a:gd name="T24" fmla="*/ 0 w 13"/>
                <a:gd name="T25" fmla="*/ 889 h 1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" h="16">
                  <a:moveTo>
                    <a:pt x="0" y="5"/>
                  </a:moveTo>
                  <a:cubicBezTo>
                    <a:pt x="1" y="6"/>
                    <a:pt x="0" y="7"/>
                    <a:pt x="1" y="9"/>
                  </a:cubicBezTo>
                  <a:cubicBezTo>
                    <a:pt x="2" y="10"/>
                    <a:pt x="3" y="11"/>
                    <a:pt x="4" y="12"/>
                  </a:cubicBezTo>
                  <a:cubicBezTo>
                    <a:pt x="5" y="13"/>
                    <a:pt x="7" y="16"/>
                    <a:pt x="9" y="16"/>
                  </a:cubicBezTo>
                  <a:cubicBezTo>
                    <a:pt x="9" y="15"/>
                    <a:pt x="8" y="14"/>
                    <a:pt x="7" y="13"/>
                  </a:cubicBezTo>
                  <a:cubicBezTo>
                    <a:pt x="6" y="11"/>
                    <a:pt x="2" y="10"/>
                    <a:pt x="2" y="8"/>
                  </a:cubicBezTo>
                  <a:cubicBezTo>
                    <a:pt x="4" y="8"/>
                    <a:pt x="6" y="11"/>
                    <a:pt x="8" y="12"/>
                  </a:cubicBezTo>
                  <a:cubicBezTo>
                    <a:pt x="9" y="12"/>
                    <a:pt x="10" y="13"/>
                    <a:pt x="11" y="12"/>
                  </a:cubicBezTo>
                  <a:cubicBezTo>
                    <a:pt x="13" y="11"/>
                    <a:pt x="12" y="11"/>
                    <a:pt x="11" y="10"/>
                  </a:cubicBezTo>
                  <a:cubicBezTo>
                    <a:pt x="9" y="8"/>
                    <a:pt x="7" y="5"/>
                    <a:pt x="5" y="3"/>
                  </a:cubicBezTo>
                  <a:cubicBezTo>
                    <a:pt x="4" y="2"/>
                    <a:pt x="3" y="0"/>
                    <a:pt x="1" y="1"/>
                  </a:cubicBezTo>
                  <a:cubicBezTo>
                    <a:pt x="0" y="1"/>
                    <a:pt x="1" y="3"/>
                    <a:pt x="1" y="4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77" name="Freeform 1504"/>
            <p:cNvSpPr>
              <a:spLocks/>
            </p:cNvSpPr>
            <p:nvPr/>
          </p:nvSpPr>
          <p:spPr bwMode="auto">
            <a:xfrm>
              <a:off x="20603" y="3523"/>
              <a:ext cx="108" cy="118"/>
            </a:xfrm>
            <a:custGeom>
              <a:avLst/>
              <a:gdLst>
                <a:gd name="T0" fmla="*/ 2200 w 19"/>
                <a:gd name="T1" fmla="*/ 3192 h 21"/>
                <a:gd name="T2" fmla="*/ 1842 w 19"/>
                <a:gd name="T3" fmla="*/ 2843 h 21"/>
                <a:gd name="T4" fmla="*/ 1455 w 19"/>
                <a:gd name="T5" fmla="*/ 2304 h 21"/>
                <a:gd name="T6" fmla="*/ 2393 w 19"/>
                <a:gd name="T7" fmla="*/ 2652 h 21"/>
                <a:gd name="T8" fmla="*/ 1648 w 19"/>
                <a:gd name="T9" fmla="*/ 1770 h 21"/>
                <a:gd name="T10" fmla="*/ 2393 w 19"/>
                <a:gd name="T11" fmla="*/ 1955 h 21"/>
                <a:gd name="T12" fmla="*/ 2745 w 19"/>
                <a:gd name="T13" fmla="*/ 1770 h 21"/>
                <a:gd name="T14" fmla="*/ 3132 w 19"/>
                <a:gd name="T15" fmla="*/ 1613 h 21"/>
                <a:gd name="T16" fmla="*/ 3132 w 19"/>
                <a:gd name="T17" fmla="*/ 697 h 21"/>
                <a:gd name="T18" fmla="*/ 3490 w 19"/>
                <a:gd name="T19" fmla="*/ 0 h 21"/>
                <a:gd name="T20" fmla="*/ 2393 w 19"/>
                <a:gd name="T21" fmla="*/ 0 h 21"/>
                <a:gd name="T22" fmla="*/ 1842 w 19"/>
                <a:gd name="T23" fmla="*/ 191 h 21"/>
                <a:gd name="T24" fmla="*/ 1648 w 19"/>
                <a:gd name="T25" fmla="*/ 539 h 21"/>
                <a:gd name="T26" fmla="*/ 1097 w 19"/>
                <a:gd name="T27" fmla="*/ 1231 h 21"/>
                <a:gd name="T28" fmla="*/ 551 w 19"/>
                <a:gd name="T29" fmla="*/ 1613 h 21"/>
                <a:gd name="T30" fmla="*/ 193 w 19"/>
                <a:gd name="T31" fmla="*/ 2113 h 21"/>
                <a:gd name="T32" fmla="*/ 0 w 19"/>
                <a:gd name="T33" fmla="*/ 2495 h 21"/>
                <a:gd name="T34" fmla="*/ 904 w 19"/>
                <a:gd name="T35" fmla="*/ 3192 h 21"/>
                <a:gd name="T36" fmla="*/ 1648 w 19"/>
                <a:gd name="T37" fmla="*/ 3534 h 21"/>
                <a:gd name="T38" fmla="*/ 2393 w 19"/>
                <a:gd name="T39" fmla="*/ 3377 h 21"/>
                <a:gd name="T40" fmla="*/ 2200 w 19"/>
                <a:gd name="T41" fmla="*/ 3192 h 2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9" h="21">
                  <a:moveTo>
                    <a:pt x="12" y="18"/>
                  </a:moveTo>
                  <a:cubicBezTo>
                    <a:pt x="11" y="18"/>
                    <a:pt x="11" y="17"/>
                    <a:pt x="10" y="16"/>
                  </a:cubicBezTo>
                  <a:cubicBezTo>
                    <a:pt x="9" y="15"/>
                    <a:pt x="8" y="14"/>
                    <a:pt x="8" y="13"/>
                  </a:cubicBezTo>
                  <a:cubicBezTo>
                    <a:pt x="9" y="13"/>
                    <a:pt x="12" y="17"/>
                    <a:pt x="13" y="15"/>
                  </a:cubicBezTo>
                  <a:cubicBezTo>
                    <a:pt x="14" y="13"/>
                    <a:pt x="10" y="11"/>
                    <a:pt x="9" y="10"/>
                  </a:cubicBezTo>
                  <a:cubicBezTo>
                    <a:pt x="10" y="8"/>
                    <a:pt x="12" y="11"/>
                    <a:pt x="13" y="11"/>
                  </a:cubicBezTo>
                  <a:cubicBezTo>
                    <a:pt x="14" y="11"/>
                    <a:pt x="14" y="10"/>
                    <a:pt x="15" y="10"/>
                  </a:cubicBezTo>
                  <a:cubicBezTo>
                    <a:pt x="15" y="10"/>
                    <a:pt x="17" y="10"/>
                    <a:pt x="17" y="9"/>
                  </a:cubicBezTo>
                  <a:cubicBezTo>
                    <a:pt x="18" y="8"/>
                    <a:pt x="17" y="5"/>
                    <a:pt x="17" y="4"/>
                  </a:cubicBezTo>
                  <a:cubicBezTo>
                    <a:pt x="18" y="3"/>
                    <a:pt x="19" y="2"/>
                    <a:pt x="19" y="0"/>
                  </a:cubicBezTo>
                  <a:cubicBezTo>
                    <a:pt x="17" y="0"/>
                    <a:pt x="15" y="0"/>
                    <a:pt x="13" y="0"/>
                  </a:cubicBezTo>
                  <a:cubicBezTo>
                    <a:pt x="12" y="1"/>
                    <a:pt x="11" y="0"/>
                    <a:pt x="10" y="1"/>
                  </a:cubicBezTo>
                  <a:cubicBezTo>
                    <a:pt x="9" y="1"/>
                    <a:pt x="9" y="1"/>
                    <a:pt x="9" y="3"/>
                  </a:cubicBezTo>
                  <a:cubicBezTo>
                    <a:pt x="9" y="5"/>
                    <a:pt x="8" y="7"/>
                    <a:pt x="6" y="7"/>
                  </a:cubicBezTo>
                  <a:cubicBezTo>
                    <a:pt x="5" y="7"/>
                    <a:pt x="0" y="6"/>
                    <a:pt x="3" y="9"/>
                  </a:cubicBezTo>
                  <a:cubicBezTo>
                    <a:pt x="2" y="10"/>
                    <a:pt x="1" y="11"/>
                    <a:pt x="1" y="12"/>
                  </a:cubicBezTo>
                  <a:cubicBezTo>
                    <a:pt x="1" y="12"/>
                    <a:pt x="0" y="14"/>
                    <a:pt x="0" y="14"/>
                  </a:cubicBezTo>
                  <a:cubicBezTo>
                    <a:pt x="0" y="15"/>
                    <a:pt x="4" y="17"/>
                    <a:pt x="5" y="18"/>
                  </a:cubicBezTo>
                  <a:cubicBezTo>
                    <a:pt x="6" y="19"/>
                    <a:pt x="7" y="21"/>
                    <a:pt x="9" y="20"/>
                  </a:cubicBezTo>
                  <a:cubicBezTo>
                    <a:pt x="9" y="20"/>
                    <a:pt x="13" y="20"/>
                    <a:pt x="13" y="19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78" name="Freeform 1505"/>
            <p:cNvSpPr>
              <a:spLocks/>
            </p:cNvSpPr>
            <p:nvPr/>
          </p:nvSpPr>
          <p:spPr bwMode="auto">
            <a:xfrm>
              <a:off x="20333" y="3483"/>
              <a:ext cx="237" cy="175"/>
            </a:xfrm>
            <a:custGeom>
              <a:avLst/>
              <a:gdLst>
                <a:gd name="T0" fmla="*/ 192 w 42"/>
                <a:gd name="T1" fmla="*/ 3060 h 31"/>
                <a:gd name="T2" fmla="*/ 0 w 42"/>
                <a:gd name="T3" fmla="*/ 4144 h 31"/>
                <a:gd name="T4" fmla="*/ 892 w 42"/>
                <a:gd name="T5" fmla="*/ 3794 h 31"/>
                <a:gd name="T6" fmla="*/ 1275 w 42"/>
                <a:gd name="T7" fmla="*/ 4844 h 31"/>
                <a:gd name="T8" fmla="*/ 1625 w 42"/>
                <a:gd name="T9" fmla="*/ 5227 h 31"/>
                <a:gd name="T10" fmla="*/ 1783 w 42"/>
                <a:gd name="T11" fmla="*/ 4685 h 31"/>
                <a:gd name="T12" fmla="*/ 2517 w 42"/>
                <a:gd name="T13" fmla="*/ 5577 h 31"/>
                <a:gd name="T14" fmla="*/ 2517 w 42"/>
                <a:gd name="T15" fmla="*/ 5035 h 31"/>
                <a:gd name="T16" fmla="*/ 2325 w 42"/>
                <a:gd name="T17" fmla="*/ 4494 h 31"/>
                <a:gd name="T18" fmla="*/ 3600 w 42"/>
                <a:gd name="T19" fmla="*/ 5035 h 31"/>
                <a:gd name="T20" fmla="*/ 4842 w 42"/>
                <a:gd name="T21" fmla="*/ 5577 h 31"/>
                <a:gd name="T22" fmla="*/ 5033 w 42"/>
                <a:gd name="T23" fmla="*/ 5227 h 31"/>
                <a:gd name="T24" fmla="*/ 5575 w 42"/>
                <a:gd name="T25" fmla="*/ 5035 h 31"/>
                <a:gd name="T26" fmla="*/ 5925 w 42"/>
                <a:gd name="T27" fmla="*/ 4844 h 31"/>
                <a:gd name="T28" fmla="*/ 5575 w 42"/>
                <a:gd name="T29" fmla="*/ 4302 h 31"/>
                <a:gd name="T30" fmla="*/ 5575 w 42"/>
                <a:gd name="T31" fmla="*/ 3794 h 31"/>
                <a:gd name="T32" fmla="*/ 6303 w 42"/>
                <a:gd name="T33" fmla="*/ 3952 h 31"/>
                <a:gd name="T34" fmla="*/ 6653 w 42"/>
                <a:gd name="T35" fmla="*/ 3252 h 31"/>
                <a:gd name="T36" fmla="*/ 7195 w 42"/>
                <a:gd name="T37" fmla="*/ 2868 h 31"/>
                <a:gd name="T38" fmla="*/ 7545 w 42"/>
                <a:gd name="T39" fmla="*/ 2518 h 31"/>
                <a:gd name="T40" fmla="*/ 6467 w 42"/>
                <a:gd name="T41" fmla="*/ 1276 h 31"/>
                <a:gd name="T42" fmla="*/ 5383 w 42"/>
                <a:gd name="T43" fmla="*/ 192 h 31"/>
                <a:gd name="T44" fmla="*/ 4300 w 42"/>
                <a:gd name="T45" fmla="*/ 350 h 31"/>
                <a:gd name="T46" fmla="*/ 3058 w 42"/>
                <a:gd name="T47" fmla="*/ 734 h 31"/>
                <a:gd name="T48" fmla="*/ 1783 w 42"/>
                <a:gd name="T49" fmla="*/ 1784 h 31"/>
                <a:gd name="T50" fmla="*/ 1083 w 42"/>
                <a:gd name="T51" fmla="*/ 2168 h 31"/>
                <a:gd name="T52" fmla="*/ 192 w 42"/>
                <a:gd name="T53" fmla="*/ 3060 h 3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2" h="31">
                  <a:moveTo>
                    <a:pt x="1" y="17"/>
                  </a:moveTo>
                  <a:cubicBezTo>
                    <a:pt x="1" y="19"/>
                    <a:pt x="0" y="21"/>
                    <a:pt x="0" y="23"/>
                  </a:cubicBezTo>
                  <a:cubicBezTo>
                    <a:pt x="2" y="22"/>
                    <a:pt x="3" y="18"/>
                    <a:pt x="5" y="21"/>
                  </a:cubicBezTo>
                  <a:cubicBezTo>
                    <a:pt x="6" y="23"/>
                    <a:pt x="6" y="25"/>
                    <a:pt x="7" y="27"/>
                  </a:cubicBezTo>
                  <a:cubicBezTo>
                    <a:pt x="8" y="28"/>
                    <a:pt x="8" y="30"/>
                    <a:pt x="9" y="29"/>
                  </a:cubicBezTo>
                  <a:cubicBezTo>
                    <a:pt x="10" y="28"/>
                    <a:pt x="9" y="26"/>
                    <a:pt x="10" y="26"/>
                  </a:cubicBezTo>
                  <a:cubicBezTo>
                    <a:pt x="12" y="27"/>
                    <a:pt x="13" y="30"/>
                    <a:pt x="14" y="31"/>
                  </a:cubicBezTo>
                  <a:cubicBezTo>
                    <a:pt x="14" y="30"/>
                    <a:pt x="14" y="29"/>
                    <a:pt x="14" y="28"/>
                  </a:cubicBezTo>
                  <a:cubicBezTo>
                    <a:pt x="14" y="27"/>
                    <a:pt x="13" y="26"/>
                    <a:pt x="13" y="25"/>
                  </a:cubicBezTo>
                  <a:cubicBezTo>
                    <a:pt x="15" y="23"/>
                    <a:pt x="19" y="27"/>
                    <a:pt x="20" y="28"/>
                  </a:cubicBezTo>
                  <a:cubicBezTo>
                    <a:pt x="22" y="29"/>
                    <a:pt x="25" y="31"/>
                    <a:pt x="27" y="31"/>
                  </a:cubicBezTo>
                  <a:cubicBezTo>
                    <a:pt x="29" y="31"/>
                    <a:pt x="27" y="30"/>
                    <a:pt x="28" y="29"/>
                  </a:cubicBezTo>
                  <a:cubicBezTo>
                    <a:pt x="29" y="28"/>
                    <a:pt x="30" y="29"/>
                    <a:pt x="31" y="28"/>
                  </a:cubicBezTo>
                  <a:cubicBezTo>
                    <a:pt x="33" y="28"/>
                    <a:pt x="33" y="28"/>
                    <a:pt x="33" y="27"/>
                  </a:cubicBezTo>
                  <a:cubicBezTo>
                    <a:pt x="32" y="26"/>
                    <a:pt x="32" y="25"/>
                    <a:pt x="31" y="24"/>
                  </a:cubicBezTo>
                  <a:cubicBezTo>
                    <a:pt x="31" y="23"/>
                    <a:pt x="30" y="22"/>
                    <a:pt x="31" y="21"/>
                  </a:cubicBezTo>
                  <a:cubicBezTo>
                    <a:pt x="32" y="19"/>
                    <a:pt x="34" y="21"/>
                    <a:pt x="35" y="22"/>
                  </a:cubicBezTo>
                  <a:cubicBezTo>
                    <a:pt x="39" y="23"/>
                    <a:pt x="36" y="19"/>
                    <a:pt x="37" y="18"/>
                  </a:cubicBezTo>
                  <a:cubicBezTo>
                    <a:pt x="39" y="17"/>
                    <a:pt x="39" y="17"/>
                    <a:pt x="40" y="16"/>
                  </a:cubicBezTo>
                  <a:cubicBezTo>
                    <a:pt x="40" y="15"/>
                    <a:pt x="40" y="14"/>
                    <a:pt x="42" y="14"/>
                  </a:cubicBezTo>
                  <a:cubicBezTo>
                    <a:pt x="42" y="11"/>
                    <a:pt x="38" y="9"/>
                    <a:pt x="36" y="7"/>
                  </a:cubicBezTo>
                  <a:cubicBezTo>
                    <a:pt x="34" y="5"/>
                    <a:pt x="33" y="1"/>
                    <a:pt x="30" y="1"/>
                  </a:cubicBezTo>
                  <a:cubicBezTo>
                    <a:pt x="28" y="0"/>
                    <a:pt x="26" y="1"/>
                    <a:pt x="24" y="2"/>
                  </a:cubicBezTo>
                  <a:cubicBezTo>
                    <a:pt x="22" y="2"/>
                    <a:pt x="19" y="3"/>
                    <a:pt x="17" y="4"/>
                  </a:cubicBezTo>
                  <a:cubicBezTo>
                    <a:pt x="14" y="6"/>
                    <a:pt x="12" y="8"/>
                    <a:pt x="10" y="10"/>
                  </a:cubicBezTo>
                  <a:cubicBezTo>
                    <a:pt x="9" y="11"/>
                    <a:pt x="7" y="12"/>
                    <a:pt x="6" y="12"/>
                  </a:cubicBezTo>
                  <a:lnTo>
                    <a:pt x="1" y="17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79" name="Freeform 1506"/>
            <p:cNvSpPr>
              <a:spLocks/>
            </p:cNvSpPr>
            <p:nvPr/>
          </p:nvSpPr>
          <p:spPr bwMode="auto">
            <a:xfrm>
              <a:off x="20141" y="3201"/>
              <a:ext cx="389" cy="446"/>
            </a:xfrm>
            <a:custGeom>
              <a:avLst/>
              <a:gdLst>
                <a:gd name="T0" fmla="*/ 733 w 69"/>
                <a:gd name="T1" fmla="*/ 2868 h 79"/>
                <a:gd name="T2" fmla="*/ 2700 w 69"/>
                <a:gd name="T3" fmla="*/ 8830 h 79"/>
                <a:gd name="T4" fmla="*/ 7182 w 69"/>
                <a:gd name="T5" fmla="*/ 12590 h 79"/>
                <a:gd name="T6" fmla="*/ 9855 w 69"/>
                <a:gd name="T7" fmla="*/ 13674 h 79"/>
                <a:gd name="T8" fmla="*/ 11123 w 69"/>
                <a:gd name="T9" fmla="*/ 13324 h 79"/>
                <a:gd name="T10" fmla="*/ 11473 w 69"/>
                <a:gd name="T11" fmla="*/ 11698 h 79"/>
                <a:gd name="T12" fmla="*/ 11281 w 69"/>
                <a:gd name="T13" fmla="*/ 8446 h 79"/>
                <a:gd name="T14" fmla="*/ 11281 w 69"/>
                <a:gd name="T15" fmla="*/ 8446 h 79"/>
                <a:gd name="T16" fmla="*/ 7690 w 69"/>
                <a:gd name="T17" fmla="*/ 4144 h 79"/>
                <a:gd name="T18" fmla="*/ 6100 w 69"/>
                <a:gd name="T19" fmla="*/ 1784 h 79"/>
                <a:gd name="T20" fmla="*/ 4132 w 69"/>
                <a:gd name="T21" fmla="*/ 892 h 79"/>
                <a:gd name="T22" fmla="*/ 1432 w 69"/>
                <a:gd name="T23" fmla="*/ 542 h 79"/>
                <a:gd name="T24" fmla="*/ 0 w 69"/>
                <a:gd name="T25" fmla="*/ 1976 h 79"/>
                <a:gd name="T26" fmla="*/ 733 w 69"/>
                <a:gd name="T27" fmla="*/ 2868 h 7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9" h="79">
                  <a:moveTo>
                    <a:pt x="4" y="16"/>
                  </a:moveTo>
                  <a:cubicBezTo>
                    <a:pt x="4" y="16"/>
                    <a:pt x="1" y="33"/>
                    <a:pt x="15" y="49"/>
                  </a:cubicBezTo>
                  <a:cubicBezTo>
                    <a:pt x="15" y="49"/>
                    <a:pt x="23" y="66"/>
                    <a:pt x="40" y="70"/>
                  </a:cubicBezTo>
                  <a:cubicBezTo>
                    <a:pt x="40" y="70"/>
                    <a:pt x="53" y="74"/>
                    <a:pt x="55" y="76"/>
                  </a:cubicBezTo>
                  <a:cubicBezTo>
                    <a:pt x="55" y="76"/>
                    <a:pt x="64" y="79"/>
                    <a:pt x="62" y="74"/>
                  </a:cubicBezTo>
                  <a:cubicBezTo>
                    <a:pt x="62" y="74"/>
                    <a:pt x="63" y="67"/>
                    <a:pt x="64" y="65"/>
                  </a:cubicBezTo>
                  <a:cubicBezTo>
                    <a:pt x="64" y="65"/>
                    <a:pt x="69" y="55"/>
                    <a:pt x="63" y="47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57" y="39"/>
                    <a:pt x="50" y="29"/>
                    <a:pt x="43" y="23"/>
                  </a:cubicBezTo>
                  <a:cubicBezTo>
                    <a:pt x="43" y="23"/>
                    <a:pt x="36" y="12"/>
                    <a:pt x="34" y="10"/>
                  </a:cubicBezTo>
                  <a:cubicBezTo>
                    <a:pt x="34" y="10"/>
                    <a:pt x="30" y="11"/>
                    <a:pt x="23" y="5"/>
                  </a:cubicBezTo>
                  <a:cubicBezTo>
                    <a:pt x="23" y="5"/>
                    <a:pt x="19" y="0"/>
                    <a:pt x="8" y="3"/>
                  </a:cubicBezTo>
                  <a:cubicBezTo>
                    <a:pt x="8" y="3"/>
                    <a:pt x="1" y="4"/>
                    <a:pt x="0" y="11"/>
                  </a:cubicBezTo>
                  <a:cubicBezTo>
                    <a:pt x="0" y="11"/>
                    <a:pt x="0" y="15"/>
                    <a:pt x="4" y="16"/>
                  </a:cubicBez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80" name="Freeform 1507"/>
            <p:cNvSpPr>
              <a:spLocks/>
            </p:cNvSpPr>
            <p:nvPr/>
          </p:nvSpPr>
          <p:spPr bwMode="auto">
            <a:xfrm>
              <a:off x="20153" y="3274"/>
              <a:ext cx="343" cy="350"/>
            </a:xfrm>
            <a:custGeom>
              <a:avLst/>
              <a:gdLst>
                <a:gd name="T0" fmla="*/ 349 w 61"/>
                <a:gd name="T1" fmla="*/ 542 h 62"/>
                <a:gd name="T2" fmla="*/ 540 w 61"/>
                <a:gd name="T3" fmla="*/ 1276 h 62"/>
                <a:gd name="T4" fmla="*/ 4965 w 61"/>
                <a:gd name="T5" fmla="*/ 8637 h 62"/>
                <a:gd name="T6" fmla="*/ 8187 w 61"/>
                <a:gd name="T7" fmla="*/ 10613 h 62"/>
                <a:gd name="T8" fmla="*/ 9610 w 61"/>
                <a:gd name="T9" fmla="*/ 10613 h 62"/>
                <a:gd name="T10" fmla="*/ 9767 w 61"/>
                <a:gd name="T11" fmla="*/ 9879 h 62"/>
                <a:gd name="T12" fmla="*/ 10149 w 61"/>
                <a:gd name="T13" fmla="*/ 7361 h 62"/>
                <a:gd name="T14" fmla="*/ 7653 w 61"/>
                <a:gd name="T15" fmla="*/ 5035 h 62"/>
                <a:gd name="T16" fmla="*/ 5156 w 61"/>
                <a:gd name="T17" fmla="*/ 2326 h 62"/>
                <a:gd name="T18" fmla="*/ 3734 w 61"/>
                <a:gd name="T19" fmla="*/ 892 h 62"/>
                <a:gd name="T20" fmla="*/ 2497 w 61"/>
                <a:gd name="T21" fmla="*/ 350 h 62"/>
                <a:gd name="T22" fmla="*/ 1771 w 61"/>
                <a:gd name="T23" fmla="*/ 0 h 62"/>
                <a:gd name="T24" fmla="*/ 349 w 61"/>
                <a:gd name="T25" fmla="*/ 542 h 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1" h="62">
                  <a:moveTo>
                    <a:pt x="2" y="3"/>
                  </a:moveTo>
                  <a:cubicBezTo>
                    <a:pt x="2" y="3"/>
                    <a:pt x="4" y="5"/>
                    <a:pt x="3" y="7"/>
                  </a:cubicBezTo>
                  <a:cubicBezTo>
                    <a:pt x="3" y="7"/>
                    <a:pt x="3" y="29"/>
                    <a:pt x="28" y="48"/>
                  </a:cubicBezTo>
                  <a:cubicBezTo>
                    <a:pt x="28" y="48"/>
                    <a:pt x="36" y="56"/>
                    <a:pt x="46" y="59"/>
                  </a:cubicBezTo>
                  <a:cubicBezTo>
                    <a:pt x="46" y="59"/>
                    <a:pt x="53" y="62"/>
                    <a:pt x="54" y="59"/>
                  </a:cubicBezTo>
                  <a:cubicBezTo>
                    <a:pt x="54" y="59"/>
                    <a:pt x="54" y="56"/>
                    <a:pt x="55" y="55"/>
                  </a:cubicBezTo>
                  <a:cubicBezTo>
                    <a:pt x="55" y="55"/>
                    <a:pt x="61" y="46"/>
                    <a:pt x="57" y="41"/>
                  </a:cubicBezTo>
                  <a:cubicBezTo>
                    <a:pt x="57" y="41"/>
                    <a:pt x="50" y="31"/>
                    <a:pt x="43" y="28"/>
                  </a:cubicBezTo>
                  <a:cubicBezTo>
                    <a:pt x="43" y="28"/>
                    <a:pt x="32" y="20"/>
                    <a:pt x="29" y="13"/>
                  </a:cubicBezTo>
                  <a:cubicBezTo>
                    <a:pt x="29" y="13"/>
                    <a:pt x="26" y="7"/>
                    <a:pt x="21" y="5"/>
                  </a:cubicBezTo>
                  <a:cubicBezTo>
                    <a:pt x="21" y="5"/>
                    <a:pt x="18" y="3"/>
                    <a:pt x="14" y="2"/>
                  </a:cubicBezTo>
                  <a:cubicBezTo>
                    <a:pt x="14" y="2"/>
                    <a:pt x="11" y="2"/>
                    <a:pt x="10" y="0"/>
                  </a:cubicBezTo>
                  <a:cubicBezTo>
                    <a:pt x="10" y="0"/>
                    <a:pt x="0" y="0"/>
                    <a:pt x="2" y="3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81" name="Freeform 1508"/>
            <p:cNvSpPr>
              <a:spLocks/>
            </p:cNvSpPr>
            <p:nvPr/>
          </p:nvSpPr>
          <p:spPr bwMode="auto">
            <a:xfrm>
              <a:off x="20164" y="3286"/>
              <a:ext cx="135" cy="214"/>
            </a:xfrm>
            <a:custGeom>
              <a:avLst/>
              <a:gdLst>
                <a:gd name="T0" fmla="*/ 349 w 24"/>
                <a:gd name="T1" fmla="*/ 1239 h 38"/>
                <a:gd name="T2" fmla="*/ 1074 w 24"/>
                <a:gd name="T3" fmla="*/ 541 h 38"/>
                <a:gd name="T4" fmla="*/ 1772 w 24"/>
                <a:gd name="T5" fmla="*/ 541 h 38"/>
                <a:gd name="T6" fmla="*/ 3038 w 24"/>
                <a:gd name="T7" fmla="*/ 1239 h 38"/>
                <a:gd name="T8" fmla="*/ 3578 w 24"/>
                <a:gd name="T9" fmla="*/ 2157 h 38"/>
                <a:gd name="T10" fmla="*/ 4084 w 24"/>
                <a:gd name="T11" fmla="*/ 4122 h 38"/>
                <a:gd name="T12" fmla="*/ 3926 w 24"/>
                <a:gd name="T13" fmla="*/ 5553 h 38"/>
                <a:gd name="T14" fmla="*/ 3578 w 24"/>
                <a:gd name="T15" fmla="*/ 6245 h 38"/>
                <a:gd name="T16" fmla="*/ 349 w 24"/>
                <a:gd name="T17" fmla="*/ 1239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8">
                  <a:moveTo>
                    <a:pt x="2" y="7"/>
                  </a:moveTo>
                  <a:cubicBezTo>
                    <a:pt x="2" y="7"/>
                    <a:pt x="0" y="0"/>
                    <a:pt x="6" y="3"/>
                  </a:cubicBezTo>
                  <a:cubicBezTo>
                    <a:pt x="6" y="3"/>
                    <a:pt x="9" y="3"/>
                    <a:pt x="10" y="3"/>
                  </a:cubicBezTo>
                  <a:cubicBezTo>
                    <a:pt x="10" y="3"/>
                    <a:pt x="16" y="3"/>
                    <a:pt x="17" y="7"/>
                  </a:cubicBezTo>
                  <a:cubicBezTo>
                    <a:pt x="17" y="7"/>
                    <a:pt x="18" y="11"/>
                    <a:pt x="20" y="12"/>
                  </a:cubicBezTo>
                  <a:cubicBezTo>
                    <a:pt x="20" y="12"/>
                    <a:pt x="24" y="20"/>
                    <a:pt x="23" y="23"/>
                  </a:cubicBezTo>
                  <a:cubicBezTo>
                    <a:pt x="23" y="23"/>
                    <a:pt x="22" y="28"/>
                    <a:pt x="22" y="31"/>
                  </a:cubicBezTo>
                  <a:cubicBezTo>
                    <a:pt x="22" y="31"/>
                    <a:pt x="24" y="38"/>
                    <a:pt x="20" y="35"/>
                  </a:cubicBezTo>
                  <a:cubicBezTo>
                    <a:pt x="20" y="35"/>
                    <a:pt x="5" y="28"/>
                    <a:pt x="2" y="7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82" name="Freeform 1509"/>
            <p:cNvSpPr>
              <a:spLocks/>
            </p:cNvSpPr>
            <p:nvPr/>
          </p:nvSpPr>
          <p:spPr bwMode="auto">
            <a:xfrm>
              <a:off x="20434" y="3534"/>
              <a:ext cx="51" cy="96"/>
            </a:xfrm>
            <a:custGeom>
              <a:avLst/>
              <a:gdLst>
                <a:gd name="T0" fmla="*/ 193 w 9"/>
                <a:gd name="T1" fmla="*/ 1626 h 17"/>
                <a:gd name="T2" fmla="*/ 351 w 9"/>
                <a:gd name="T3" fmla="*/ 1084 h 17"/>
                <a:gd name="T4" fmla="*/ 544 w 9"/>
                <a:gd name="T5" fmla="*/ 542 h 17"/>
                <a:gd name="T6" fmla="*/ 901 w 9"/>
                <a:gd name="T7" fmla="*/ 350 h 17"/>
                <a:gd name="T8" fmla="*/ 1286 w 9"/>
                <a:gd name="T9" fmla="*/ 1976 h 17"/>
                <a:gd name="T10" fmla="*/ 544 w 9"/>
                <a:gd name="T11" fmla="*/ 2327 h 17"/>
                <a:gd name="T12" fmla="*/ 193 w 9"/>
                <a:gd name="T13" fmla="*/ 1976 h 17"/>
                <a:gd name="T14" fmla="*/ 193 w 9"/>
                <a:gd name="T15" fmla="*/ 1626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" h="17">
                  <a:moveTo>
                    <a:pt x="1" y="9"/>
                  </a:moveTo>
                  <a:cubicBezTo>
                    <a:pt x="1" y="9"/>
                    <a:pt x="0" y="7"/>
                    <a:pt x="2" y="6"/>
                  </a:cubicBezTo>
                  <a:cubicBezTo>
                    <a:pt x="2" y="6"/>
                    <a:pt x="3" y="5"/>
                    <a:pt x="3" y="3"/>
                  </a:cubicBezTo>
                  <a:cubicBezTo>
                    <a:pt x="3" y="3"/>
                    <a:pt x="4" y="0"/>
                    <a:pt x="5" y="2"/>
                  </a:cubicBezTo>
                  <a:cubicBezTo>
                    <a:pt x="5" y="2"/>
                    <a:pt x="9" y="7"/>
                    <a:pt x="7" y="11"/>
                  </a:cubicBezTo>
                  <a:cubicBezTo>
                    <a:pt x="7" y="11"/>
                    <a:pt x="4" y="17"/>
                    <a:pt x="3" y="13"/>
                  </a:cubicBezTo>
                  <a:cubicBezTo>
                    <a:pt x="3" y="13"/>
                    <a:pt x="2" y="11"/>
                    <a:pt x="1" y="11"/>
                  </a:cubicBezTo>
                  <a:cubicBezTo>
                    <a:pt x="1" y="11"/>
                    <a:pt x="1" y="11"/>
                    <a:pt x="1" y="9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83" name="Freeform 1510"/>
            <p:cNvSpPr>
              <a:spLocks/>
            </p:cNvSpPr>
            <p:nvPr/>
          </p:nvSpPr>
          <p:spPr bwMode="auto">
            <a:xfrm>
              <a:off x="20457" y="3551"/>
              <a:ext cx="56" cy="293"/>
            </a:xfrm>
            <a:custGeom>
              <a:avLst/>
              <a:gdLst>
                <a:gd name="T0" fmla="*/ 190 w 10"/>
                <a:gd name="T1" fmla="*/ 1966 h 52"/>
                <a:gd name="T2" fmla="*/ 0 w 10"/>
                <a:gd name="T3" fmla="*/ 1082 h 52"/>
                <a:gd name="T4" fmla="*/ 0 w 10"/>
                <a:gd name="T5" fmla="*/ 541 h 52"/>
                <a:gd name="T6" fmla="*/ 190 w 10"/>
                <a:gd name="T7" fmla="*/ 349 h 52"/>
                <a:gd name="T8" fmla="*/ 689 w 10"/>
                <a:gd name="T9" fmla="*/ 1966 h 52"/>
                <a:gd name="T10" fmla="*/ 879 w 10"/>
                <a:gd name="T11" fmla="*/ 5015 h 52"/>
                <a:gd name="T12" fmla="*/ 1221 w 10"/>
                <a:gd name="T13" fmla="*/ 5905 h 52"/>
                <a:gd name="T14" fmla="*/ 1758 w 10"/>
                <a:gd name="T15" fmla="*/ 7522 h 52"/>
                <a:gd name="T16" fmla="*/ 1411 w 10"/>
                <a:gd name="T17" fmla="*/ 8221 h 52"/>
                <a:gd name="T18" fmla="*/ 1064 w 10"/>
                <a:gd name="T19" fmla="*/ 8221 h 52"/>
                <a:gd name="T20" fmla="*/ 879 w 10"/>
                <a:gd name="T21" fmla="*/ 6987 h 52"/>
                <a:gd name="T22" fmla="*/ 532 w 10"/>
                <a:gd name="T23" fmla="*/ 5364 h 52"/>
                <a:gd name="T24" fmla="*/ 190 w 10"/>
                <a:gd name="T25" fmla="*/ 1966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" h="52">
                  <a:moveTo>
                    <a:pt x="1" y="11"/>
                  </a:moveTo>
                  <a:cubicBezTo>
                    <a:pt x="1" y="11"/>
                    <a:pt x="0" y="8"/>
                    <a:pt x="0" y="6"/>
                  </a:cubicBezTo>
                  <a:cubicBezTo>
                    <a:pt x="0" y="6"/>
                    <a:pt x="0" y="5"/>
                    <a:pt x="0" y="3"/>
                  </a:cubicBezTo>
                  <a:cubicBezTo>
                    <a:pt x="0" y="3"/>
                    <a:pt x="0" y="0"/>
                    <a:pt x="1" y="2"/>
                  </a:cubicBezTo>
                  <a:cubicBezTo>
                    <a:pt x="1" y="2"/>
                    <a:pt x="5" y="4"/>
                    <a:pt x="4" y="11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8"/>
                    <a:pt x="5" y="30"/>
                    <a:pt x="7" y="33"/>
                  </a:cubicBezTo>
                  <a:cubicBezTo>
                    <a:pt x="7" y="33"/>
                    <a:pt x="10" y="39"/>
                    <a:pt x="10" y="42"/>
                  </a:cubicBezTo>
                  <a:cubicBezTo>
                    <a:pt x="10" y="42"/>
                    <a:pt x="10" y="46"/>
                    <a:pt x="8" y="46"/>
                  </a:cubicBezTo>
                  <a:cubicBezTo>
                    <a:pt x="8" y="46"/>
                    <a:pt x="7" y="52"/>
                    <a:pt x="6" y="46"/>
                  </a:cubicBezTo>
                  <a:cubicBezTo>
                    <a:pt x="6" y="46"/>
                    <a:pt x="6" y="41"/>
                    <a:pt x="5" y="39"/>
                  </a:cubicBezTo>
                  <a:cubicBezTo>
                    <a:pt x="5" y="39"/>
                    <a:pt x="2" y="35"/>
                    <a:pt x="3" y="30"/>
                  </a:cubicBezTo>
                  <a:cubicBezTo>
                    <a:pt x="3" y="30"/>
                    <a:pt x="2" y="13"/>
                    <a:pt x="1" y="11"/>
                  </a:cubicBezTo>
                  <a:close/>
                </a:path>
              </a:pathLst>
            </a:custGeom>
            <a:solidFill>
              <a:srgbClr val="8269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84" name="Freeform 1511"/>
            <p:cNvSpPr>
              <a:spLocks/>
            </p:cNvSpPr>
            <p:nvPr/>
          </p:nvSpPr>
          <p:spPr bwMode="auto">
            <a:xfrm>
              <a:off x="20339" y="3573"/>
              <a:ext cx="73" cy="34"/>
            </a:xfrm>
            <a:custGeom>
              <a:avLst/>
              <a:gdLst>
                <a:gd name="T0" fmla="*/ 533 w 13"/>
                <a:gd name="T1" fmla="*/ 544 h 6"/>
                <a:gd name="T2" fmla="*/ 533 w 13"/>
                <a:gd name="T3" fmla="*/ 193 h 6"/>
                <a:gd name="T4" fmla="*/ 1763 w 13"/>
                <a:gd name="T5" fmla="*/ 1094 h 6"/>
                <a:gd name="T6" fmla="*/ 533 w 13"/>
                <a:gd name="T7" fmla="*/ 544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6">
                  <a:moveTo>
                    <a:pt x="3" y="3"/>
                  </a:moveTo>
                  <a:cubicBezTo>
                    <a:pt x="3" y="3"/>
                    <a:pt x="0" y="0"/>
                    <a:pt x="3" y="1"/>
                  </a:cubicBezTo>
                  <a:cubicBezTo>
                    <a:pt x="3" y="1"/>
                    <a:pt x="13" y="6"/>
                    <a:pt x="10" y="6"/>
                  </a:cubicBezTo>
                  <a:cubicBezTo>
                    <a:pt x="10" y="6"/>
                    <a:pt x="5" y="6"/>
                    <a:pt x="3" y="3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85" name="Freeform 1512"/>
            <p:cNvSpPr>
              <a:spLocks/>
            </p:cNvSpPr>
            <p:nvPr/>
          </p:nvSpPr>
          <p:spPr bwMode="auto">
            <a:xfrm>
              <a:off x="20136" y="3201"/>
              <a:ext cx="219" cy="85"/>
            </a:xfrm>
            <a:custGeom>
              <a:avLst/>
              <a:gdLst>
                <a:gd name="T0" fmla="*/ 191 w 39"/>
                <a:gd name="T1" fmla="*/ 1830 h 15"/>
                <a:gd name="T2" fmla="*/ 1954 w 39"/>
                <a:gd name="T3" fmla="*/ 351 h 15"/>
                <a:gd name="T4" fmla="*/ 4256 w 39"/>
                <a:gd name="T5" fmla="*/ 901 h 15"/>
                <a:gd name="T6" fmla="*/ 6368 w 39"/>
                <a:gd name="T7" fmla="*/ 1989 h 15"/>
                <a:gd name="T8" fmla="*/ 6368 w 39"/>
                <a:gd name="T9" fmla="*/ 2182 h 15"/>
                <a:gd name="T10" fmla="*/ 4066 w 39"/>
                <a:gd name="T11" fmla="*/ 1286 h 15"/>
                <a:gd name="T12" fmla="*/ 2836 w 39"/>
                <a:gd name="T13" fmla="*/ 737 h 15"/>
                <a:gd name="T14" fmla="*/ 2493 w 39"/>
                <a:gd name="T15" fmla="*/ 737 h 15"/>
                <a:gd name="T16" fmla="*/ 1230 w 39"/>
                <a:gd name="T17" fmla="*/ 1830 h 15"/>
                <a:gd name="T18" fmla="*/ 882 w 39"/>
                <a:gd name="T19" fmla="*/ 2182 h 15"/>
                <a:gd name="T20" fmla="*/ 191 w 39"/>
                <a:gd name="T21" fmla="*/ 1830 h 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" h="15">
                  <a:moveTo>
                    <a:pt x="1" y="10"/>
                  </a:moveTo>
                  <a:cubicBezTo>
                    <a:pt x="1" y="10"/>
                    <a:pt x="2" y="3"/>
                    <a:pt x="11" y="2"/>
                  </a:cubicBezTo>
                  <a:cubicBezTo>
                    <a:pt x="11" y="2"/>
                    <a:pt x="18" y="0"/>
                    <a:pt x="24" y="5"/>
                  </a:cubicBezTo>
                  <a:cubicBezTo>
                    <a:pt x="24" y="5"/>
                    <a:pt x="31" y="10"/>
                    <a:pt x="36" y="11"/>
                  </a:cubicBezTo>
                  <a:cubicBezTo>
                    <a:pt x="36" y="11"/>
                    <a:pt x="39" y="12"/>
                    <a:pt x="36" y="12"/>
                  </a:cubicBezTo>
                  <a:cubicBezTo>
                    <a:pt x="36" y="12"/>
                    <a:pt x="31" y="14"/>
                    <a:pt x="23" y="7"/>
                  </a:cubicBezTo>
                  <a:cubicBezTo>
                    <a:pt x="23" y="7"/>
                    <a:pt x="16" y="2"/>
                    <a:pt x="16" y="4"/>
                  </a:cubicBezTo>
                  <a:cubicBezTo>
                    <a:pt x="16" y="4"/>
                    <a:pt x="16" y="5"/>
                    <a:pt x="14" y="4"/>
                  </a:cubicBezTo>
                  <a:cubicBezTo>
                    <a:pt x="14" y="4"/>
                    <a:pt x="10" y="5"/>
                    <a:pt x="7" y="10"/>
                  </a:cubicBezTo>
                  <a:cubicBezTo>
                    <a:pt x="7" y="10"/>
                    <a:pt x="7" y="12"/>
                    <a:pt x="5" y="12"/>
                  </a:cubicBezTo>
                  <a:cubicBezTo>
                    <a:pt x="5" y="12"/>
                    <a:pt x="0" y="15"/>
                    <a:pt x="1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86" name="Freeform 1513"/>
            <p:cNvSpPr>
              <a:spLocks/>
            </p:cNvSpPr>
            <p:nvPr/>
          </p:nvSpPr>
          <p:spPr bwMode="auto">
            <a:xfrm>
              <a:off x="20457" y="2914"/>
              <a:ext cx="766" cy="535"/>
            </a:xfrm>
            <a:custGeom>
              <a:avLst/>
              <a:gdLst>
                <a:gd name="T0" fmla="*/ 1425 w 136"/>
                <a:gd name="T1" fmla="*/ 16968 h 95"/>
                <a:gd name="T2" fmla="*/ 2315 w 136"/>
                <a:gd name="T3" fmla="*/ 16427 h 95"/>
                <a:gd name="T4" fmla="*/ 2856 w 136"/>
                <a:gd name="T5" fmla="*/ 16078 h 95"/>
                <a:gd name="T6" fmla="*/ 3205 w 136"/>
                <a:gd name="T7" fmla="*/ 15538 h 95"/>
                <a:gd name="T8" fmla="*/ 3746 w 136"/>
                <a:gd name="T9" fmla="*/ 15003 h 95"/>
                <a:gd name="T10" fmla="*/ 4821 w 136"/>
                <a:gd name="T11" fmla="*/ 15003 h 95"/>
                <a:gd name="T12" fmla="*/ 4821 w 136"/>
                <a:gd name="T13" fmla="*/ 14653 h 95"/>
                <a:gd name="T14" fmla="*/ 5171 w 136"/>
                <a:gd name="T15" fmla="*/ 14653 h 95"/>
                <a:gd name="T16" fmla="*/ 5711 w 136"/>
                <a:gd name="T17" fmla="*/ 14462 h 95"/>
                <a:gd name="T18" fmla="*/ 5711 w 136"/>
                <a:gd name="T19" fmla="*/ 14113 h 95"/>
                <a:gd name="T20" fmla="*/ 6089 w 136"/>
                <a:gd name="T21" fmla="*/ 14113 h 95"/>
                <a:gd name="T22" fmla="*/ 6252 w 136"/>
                <a:gd name="T23" fmla="*/ 13572 h 95"/>
                <a:gd name="T24" fmla="*/ 6978 w 136"/>
                <a:gd name="T25" fmla="*/ 13386 h 95"/>
                <a:gd name="T26" fmla="*/ 7328 w 136"/>
                <a:gd name="T27" fmla="*/ 13037 h 95"/>
                <a:gd name="T28" fmla="*/ 8026 w 136"/>
                <a:gd name="T29" fmla="*/ 12846 h 95"/>
                <a:gd name="T30" fmla="*/ 8026 w 136"/>
                <a:gd name="T31" fmla="*/ 12496 h 95"/>
                <a:gd name="T32" fmla="*/ 8409 w 136"/>
                <a:gd name="T33" fmla="*/ 12688 h 95"/>
                <a:gd name="T34" fmla="*/ 8758 w 136"/>
                <a:gd name="T35" fmla="*/ 12147 h 95"/>
                <a:gd name="T36" fmla="*/ 9485 w 136"/>
                <a:gd name="T37" fmla="*/ 11956 h 95"/>
                <a:gd name="T38" fmla="*/ 9992 w 136"/>
                <a:gd name="T39" fmla="*/ 11415 h 95"/>
                <a:gd name="T40" fmla="*/ 10724 w 136"/>
                <a:gd name="T41" fmla="*/ 11066 h 95"/>
                <a:gd name="T42" fmla="*/ 11073 w 136"/>
                <a:gd name="T43" fmla="*/ 10531 h 95"/>
                <a:gd name="T44" fmla="*/ 11608 w 136"/>
                <a:gd name="T45" fmla="*/ 10182 h 95"/>
                <a:gd name="T46" fmla="*/ 11800 w 136"/>
                <a:gd name="T47" fmla="*/ 9833 h 95"/>
                <a:gd name="T48" fmla="*/ 12149 w 136"/>
                <a:gd name="T49" fmla="*/ 9833 h 95"/>
                <a:gd name="T50" fmla="*/ 12340 w 136"/>
                <a:gd name="T51" fmla="*/ 9833 h 95"/>
                <a:gd name="T52" fmla="*/ 12690 w 136"/>
                <a:gd name="T53" fmla="*/ 9292 h 95"/>
                <a:gd name="T54" fmla="*/ 13230 w 136"/>
                <a:gd name="T55" fmla="*/ 9292 h 95"/>
                <a:gd name="T56" fmla="*/ 13765 w 136"/>
                <a:gd name="T57" fmla="*/ 8751 h 95"/>
                <a:gd name="T58" fmla="*/ 15196 w 136"/>
                <a:gd name="T59" fmla="*/ 7867 h 95"/>
                <a:gd name="T60" fmla="*/ 15545 w 136"/>
                <a:gd name="T61" fmla="*/ 7327 h 95"/>
                <a:gd name="T62" fmla="*/ 15354 w 136"/>
                <a:gd name="T63" fmla="*/ 6786 h 95"/>
                <a:gd name="T64" fmla="*/ 15545 w 136"/>
                <a:gd name="T65" fmla="*/ 6437 h 95"/>
                <a:gd name="T66" fmla="*/ 15737 w 136"/>
                <a:gd name="T67" fmla="*/ 6978 h 95"/>
                <a:gd name="T68" fmla="*/ 16272 w 136"/>
                <a:gd name="T69" fmla="*/ 6786 h 95"/>
                <a:gd name="T70" fmla="*/ 16621 w 136"/>
                <a:gd name="T71" fmla="*/ 6060 h 95"/>
                <a:gd name="T72" fmla="*/ 16970 w 136"/>
                <a:gd name="T73" fmla="*/ 5361 h 95"/>
                <a:gd name="T74" fmla="*/ 17860 w 136"/>
                <a:gd name="T75" fmla="*/ 5361 h 95"/>
                <a:gd name="T76" fmla="*/ 19477 w 136"/>
                <a:gd name="T77" fmla="*/ 5170 h 95"/>
                <a:gd name="T78" fmla="*/ 20175 w 136"/>
                <a:gd name="T79" fmla="*/ 4471 h 95"/>
                <a:gd name="T80" fmla="*/ 18750 w 136"/>
                <a:gd name="T81" fmla="*/ 4122 h 95"/>
                <a:gd name="T82" fmla="*/ 20175 w 136"/>
                <a:gd name="T83" fmla="*/ 3745 h 95"/>
                <a:gd name="T84" fmla="*/ 21442 w 136"/>
                <a:gd name="T85" fmla="*/ 3396 h 95"/>
                <a:gd name="T86" fmla="*/ 22681 w 136"/>
                <a:gd name="T87" fmla="*/ 2664 h 95"/>
                <a:gd name="T88" fmla="*/ 23222 w 136"/>
                <a:gd name="T89" fmla="*/ 2315 h 95"/>
                <a:gd name="T90" fmla="*/ 23064 w 136"/>
                <a:gd name="T91" fmla="*/ 1774 h 95"/>
                <a:gd name="T92" fmla="*/ 23949 w 136"/>
                <a:gd name="T93" fmla="*/ 1239 h 95"/>
                <a:gd name="T94" fmla="*/ 23949 w 136"/>
                <a:gd name="T95" fmla="*/ 191 h 95"/>
                <a:gd name="T96" fmla="*/ 21634 w 136"/>
                <a:gd name="T97" fmla="*/ 349 h 95"/>
                <a:gd name="T98" fmla="*/ 17860 w 136"/>
                <a:gd name="T99" fmla="*/ 890 h 95"/>
                <a:gd name="T100" fmla="*/ 15196 w 136"/>
                <a:gd name="T101" fmla="*/ 2664 h 95"/>
                <a:gd name="T102" fmla="*/ 12498 w 136"/>
                <a:gd name="T103" fmla="*/ 4629 h 95"/>
                <a:gd name="T104" fmla="*/ 9992 w 136"/>
                <a:gd name="T105" fmla="*/ 7135 h 95"/>
                <a:gd name="T106" fmla="*/ 6252 w 136"/>
                <a:gd name="T107" fmla="*/ 10373 h 95"/>
                <a:gd name="T108" fmla="*/ 3746 w 136"/>
                <a:gd name="T109" fmla="*/ 12339 h 95"/>
                <a:gd name="T110" fmla="*/ 1616 w 136"/>
                <a:gd name="T111" fmla="*/ 13764 h 95"/>
                <a:gd name="T112" fmla="*/ 541 w 136"/>
                <a:gd name="T113" fmla="*/ 14462 h 95"/>
                <a:gd name="T114" fmla="*/ 0 w 136"/>
                <a:gd name="T115" fmla="*/ 15352 h 95"/>
                <a:gd name="T116" fmla="*/ 1425 w 136"/>
                <a:gd name="T117" fmla="*/ 16968 h 9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36" h="95">
                  <a:moveTo>
                    <a:pt x="8" y="95"/>
                  </a:moveTo>
                  <a:cubicBezTo>
                    <a:pt x="9" y="93"/>
                    <a:pt x="11" y="93"/>
                    <a:pt x="13" y="92"/>
                  </a:cubicBezTo>
                  <a:cubicBezTo>
                    <a:pt x="14" y="91"/>
                    <a:pt x="15" y="91"/>
                    <a:pt x="16" y="90"/>
                  </a:cubicBezTo>
                  <a:cubicBezTo>
                    <a:pt x="17" y="89"/>
                    <a:pt x="17" y="88"/>
                    <a:pt x="18" y="87"/>
                  </a:cubicBezTo>
                  <a:cubicBezTo>
                    <a:pt x="18" y="90"/>
                    <a:pt x="21" y="87"/>
                    <a:pt x="21" y="84"/>
                  </a:cubicBezTo>
                  <a:cubicBezTo>
                    <a:pt x="23" y="86"/>
                    <a:pt x="25" y="86"/>
                    <a:pt x="27" y="84"/>
                  </a:cubicBezTo>
                  <a:cubicBezTo>
                    <a:pt x="27" y="83"/>
                    <a:pt x="27" y="82"/>
                    <a:pt x="27" y="82"/>
                  </a:cubicBezTo>
                  <a:cubicBezTo>
                    <a:pt x="28" y="81"/>
                    <a:pt x="29" y="82"/>
                    <a:pt x="29" y="82"/>
                  </a:cubicBezTo>
                  <a:cubicBezTo>
                    <a:pt x="30" y="82"/>
                    <a:pt x="30" y="82"/>
                    <a:pt x="32" y="81"/>
                  </a:cubicBezTo>
                  <a:cubicBezTo>
                    <a:pt x="32" y="80"/>
                    <a:pt x="31" y="79"/>
                    <a:pt x="32" y="79"/>
                  </a:cubicBezTo>
                  <a:cubicBezTo>
                    <a:pt x="32" y="79"/>
                    <a:pt x="33" y="79"/>
                    <a:pt x="34" y="79"/>
                  </a:cubicBezTo>
                  <a:cubicBezTo>
                    <a:pt x="34" y="78"/>
                    <a:pt x="35" y="77"/>
                    <a:pt x="35" y="76"/>
                  </a:cubicBezTo>
                  <a:cubicBezTo>
                    <a:pt x="37" y="75"/>
                    <a:pt x="38" y="76"/>
                    <a:pt x="39" y="75"/>
                  </a:cubicBezTo>
                  <a:cubicBezTo>
                    <a:pt x="41" y="75"/>
                    <a:pt x="40" y="74"/>
                    <a:pt x="41" y="73"/>
                  </a:cubicBezTo>
                  <a:cubicBezTo>
                    <a:pt x="43" y="74"/>
                    <a:pt x="43" y="73"/>
                    <a:pt x="45" y="72"/>
                  </a:cubicBezTo>
                  <a:cubicBezTo>
                    <a:pt x="45" y="71"/>
                    <a:pt x="44" y="71"/>
                    <a:pt x="45" y="70"/>
                  </a:cubicBezTo>
                  <a:cubicBezTo>
                    <a:pt x="46" y="70"/>
                    <a:pt x="46" y="71"/>
                    <a:pt x="47" y="71"/>
                  </a:cubicBezTo>
                  <a:cubicBezTo>
                    <a:pt x="49" y="71"/>
                    <a:pt x="48" y="69"/>
                    <a:pt x="49" y="68"/>
                  </a:cubicBezTo>
                  <a:cubicBezTo>
                    <a:pt x="50" y="66"/>
                    <a:pt x="51" y="68"/>
                    <a:pt x="53" y="67"/>
                  </a:cubicBezTo>
                  <a:cubicBezTo>
                    <a:pt x="55" y="67"/>
                    <a:pt x="55" y="65"/>
                    <a:pt x="56" y="64"/>
                  </a:cubicBezTo>
                  <a:cubicBezTo>
                    <a:pt x="57" y="63"/>
                    <a:pt x="59" y="64"/>
                    <a:pt x="60" y="62"/>
                  </a:cubicBezTo>
                  <a:cubicBezTo>
                    <a:pt x="61" y="60"/>
                    <a:pt x="59" y="60"/>
                    <a:pt x="62" y="59"/>
                  </a:cubicBezTo>
                  <a:cubicBezTo>
                    <a:pt x="64" y="58"/>
                    <a:pt x="64" y="59"/>
                    <a:pt x="65" y="57"/>
                  </a:cubicBezTo>
                  <a:cubicBezTo>
                    <a:pt x="66" y="57"/>
                    <a:pt x="65" y="56"/>
                    <a:pt x="66" y="55"/>
                  </a:cubicBezTo>
                  <a:cubicBezTo>
                    <a:pt x="66" y="55"/>
                    <a:pt x="67" y="55"/>
                    <a:pt x="68" y="55"/>
                  </a:cubicBezTo>
                  <a:cubicBezTo>
                    <a:pt x="68" y="55"/>
                    <a:pt x="69" y="55"/>
                    <a:pt x="69" y="55"/>
                  </a:cubicBezTo>
                  <a:cubicBezTo>
                    <a:pt x="70" y="55"/>
                    <a:pt x="70" y="53"/>
                    <a:pt x="71" y="52"/>
                  </a:cubicBezTo>
                  <a:cubicBezTo>
                    <a:pt x="72" y="52"/>
                    <a:pt x="73" y="52"/>
                    <a:pt x="74" y="52"/>
                  </a:cubicBezTo>
                  <a:cubicBezTo>
                    <a:pt x="76" y="51"/>
                    <a:pt x="76" y="51"/>
                    <a:pt x="77" y="49"/>
                  </a:cubicBezTo>
                  <a:cubicBezTo>
                    <a:pt x="79" y="47"/>
                    <a:pt x="83" y="47"/>
                    <a:pt x="85" y="44"/>
                  </a:cubicBezTo>
                  <a:cubicBezTo>
                    <a:pt x="86" y="44"/>
                    <a:pt x="87" y="42"/>
                    <a:pt x="87" y="41"/>
                  </a:cubicBezTo>
                  <a:cubicBezTo>
                    <a:pt x="87" y="40"/>
                    <a:pt x="86" y="39"/>
                    <a:pt x="86" y="38"/>
                  </a:cubicBezTo>
                  <a:cubicBezTo>
                    <a:pt x="87" y="38"/>
                    <a:pt x="87" y="37"/>
                    <a:pt x="87" y="36"/>
                  </a:cubicBezTo>
                  <a:cubicBezTo>
                    <a:pt x="89" y="37"/>
                    <a:pt x="87" y="38"/>
                    <a:pt x="88" y="39"/>
                  </a:cubicBezTo>
                  <a:cubicBezTo>
                    <a:pt x="89" y="40"/>
                    <a:pt x="90" y="38"/>
                    <a:pt x="91" y="38"/>
                  </a:cubicBezTo>
                  <a:cubicBezTo>
                    <a:pt x="92" y="37"/>
                    <a:pt x="96" y="35"/>
                    <a:pt x="93" y="34"/>
                  </a:cubicBezTo>
                  <a:cubicBezTo>
                    <a:pt x="94" y="33"/>
                    <a:pt x="94" y="31"/>
                    <a:pt x="95" y="30"/>
                  </a:cubicBezTo>
                  <a:cubicBezTo>
                    <a:pt x="96" y="29"/>
                    <a:pt x="99" y="30"/>
                    <a:pt x="100" y="30"/>
                  </a:cubicBezTo>
                  <a:cubicBezTo>
                    <a:pt x="103" y="31"/>
                    <a:pt x="106" y="30"/>
                    <a:pt x="109" y="29"/>
                  </a:cubicBezTo>
                  <a:cubicBezTo>
                    <a:pt x="111" y="28"/>
                    <a:pt x="118" y="27"/>
                    <a:pt x="113" y="25"/>
                  </a:cubicBezTo>
                  <a:cubicBezTo>
                    <a:pt x="111" y="24"/>
                    <a:pt x="108" y="24"/>
                    <a:pt x="105" y="23"/>
                  </a:cubicBezTo>
                  <a:cubicBezTo>
                    <a:pt x="106" y="22"/>
                    <a:pt x="111" y="22"/>
                    <a:pt x="113" y="21"/>
                  </a:cubicBezTo>
                  <a:cubicBezTo>
                    <a:pt x="115" y="20"/>
                    <a:pt x="118" y="20"/>
                    <a:pt x="120" y="19"/>
                  </a:cubicBezTo>
                  <a:cubicBezTo>
                    <a:pt x="123" y="18"/>
                    <a:pt x="125" y="17"/>
                    <a:pt x="127" y="15"/>
                  </a:cubicBezTo>
                  <a:cubicBezTo>
                    <a:pt x="128" y="14"/>
                    <a:pt x="130" y="15"/>
                    <a:pt x="130" y="13"/>
                  </a:cubicBezTo>
                  <a:cubicBezTo>
                    <a:pt x="130" y="12"/>
                    <a:pt x="130" y="10"/>
                    <a:pt x="129" y="10"/>
                  </a:cubicBezTo>
                  <a:cubicBezTo>
                    <a:pt x="129" y="8"/>
                    <a:pt x="133" y="8"/>
                    <a:pt x="134" y="7"/>
                  </a:cubicBezTo>
                  <a:cubicBezTo>
                    <a:pt x="136" y="4"/>
                    <a:pt x="134" y="3"/>
                    <a:pt x="134" y="1"/>
                  </a:cubicBezTo>
                  <a:cubicBezTo>
                    <a:pt x="130" y="0"/>
                    <a:pt x="125" y="1"/>
                    <a:pt x="121" y="2"/>
                  </a:cubicBezTo>
                  <a:cubicBezTo>
                    <a:pt x="114" y="3"/>
                    <a:pt x="106" y="1"/>
                    <a:pt x="100" y="5"/>
                  </a:cubicBezTo>
                  <a:cubicBezTo>
                    <a:pt x="94" y="7"/>
                    <a:pt x="89" y="11"/>
                    <a:pt x="85" y="15"/>
                  </a:cubicBezTo>
                  <a:cubicBezTo>
                    <a:pt x="80" y="18"/>
                    <a:pt x="74" y="21"/>
                    <a:pt x="70" y="26"/>
                  </a:cubicBezTo>
                  <a:cubicBezTo>
                    <a:pt x="65" y="31"/>
                    <a:pt x="61" y="36"/>
                    <a:pt x="56" y="40"/>
                  </a:cubicBezTo>
                  <a:cubicBezTo>
                    <a:pt x="49" y="47"/>
                    <a:pt x="41" y="52"/>
                    <a:pt x="35" y="58"/>
                  </a:cubicBezTo>
                  <a:cubicBezTo>
                    <a:pt x="31" y="62"/>
                    <a:pt x="26" y="65"/>
                    <a:pt x="21" y="69"/>
                  </a:cubicBezTo>
                  <a:cubicBezTo>
                    <a:pt x="17" y="72"/>
                    <a:pt x="13" y="75"/>
                    <a:pt x="9" y="77"/>
                  </a:cubicBezTo>
                  <a:cubicBezTo>
                    <a:pt x="7" y="78"/>
                    <a:pt x="5" y="80"/>
                    <a:pt x="3" y="81"/>
                  </a:cubicBezTo>
                  <a:cubicBezTo>
                    <a:pt x="2" y="83"/>
                    <a:pt x="1" y="85"/>
                    <a:pt x="0" y="86"/>
                  </a:cubicBezTo>
                  <a:lnTo>
                    <a:pt x="8" y="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87" name="Freeform 1514"/>
            <p:cNvSpPr>
              <a:spLocks/>
            </p:cNvSpPr>
            <p:nvPr/>
          </p:nvSpPr>
          <p:spPr bwMode="auto">
            <a:xfrm>
              <a:off x="20451" y="2852"/>
              <a:ext cx="812" cy="603"/>
            </a:xfrm>
            <a:custGeom>
              <a:avLst/>
              <a:gdLst>
                <a:gd name="T0" fmla="*/ 1083 w 144"/>
                <a:gd name="T1" fmla="*/ 19149 h 107"/>
                <a:gd name="T2" fmla="*/ 1782 w 144"/>
                <a:gd name="T3" fmla="*/ 16833 h 107"/>
                <a:gd name="T4" fmla="*/ 2509 w 144"/>
                <a:gd name="T5" fmla="*/ 17532 h 107"/>
                <a:gd name="T6" fmla="*/ 2509 w 144"/>
                <a:gd name="T7" fmla="*/ 17183 h 107"/>
                <a:gd name="T8" fmla="*/ 2865 w 144"/>
                <a:gd name="T9" fmla="*/ 17183 h 107"/>
                <a:gd name="T10" fmla="*/ 3242 w 144"/>
                <a:gd name="T11" fmla="*/ 16642 h 107"/>
                <a:gd name="T12" fmla="*/ 4133 w 144"/>
                <a:gd name="T13" fmla="*/ 15402 h 107"/>
                <a:gd name="T14" fmla="*/ 4675 w 144"/>
                <a:gd name="T15" fmla="*/ 15943 h 107"/>
                <a:gd name="T16" fmla="*/ 5024 w 144"/>
                <a:gd name="T17" fmla="*/ 15560 h 107"/>
                <a:gd name="T18" fmla="*/ 5024 w 144"/>
                <a:gd name="T19" fmla="*/ 15024 h 107"/>
                <a:gd name="T20" fmla="*/ 5566 w 144"/>
                <a:gd name="T21" fmla="*/ 15402 h 107"/>
                <a:gd name="T22" fmla="*/ 5723 w 144"/>
                <a:gd name="T23" fmla="*/ 15024 h 107"/>
                <a:gd name="T24" fmla="*/ 6107 w 144"/>
                <a:gd name="T25" fmla="*/ 14861 h 107"/>
                <a:gd name="T26" fmla="*/ 6998 w 144"/>
                <a:gd name="T27" fmla="*/ 14325 h 107"/>
                <a:gd name="T28" fmla="*/ 7347 w 144"/>
                <a:gd name="T29" fmla="*/ 14134 h 107"/>
                <a:gd name="T30" fmla="*/ 7347 w 144"/>
                <a:gd name="T31" fmla="*/ 13784 h 107"/>
                <a:gd name="T32" fmla="*/ 7883 w 144"/>
                <a:gd name="T33" fmla="*/ 13784 h 107"/>
                <a:gd name="T34" fmla="*/ 8233 w 144"/>
                <a:gd name="T35" fmla="*/ 13243 h 107"/>
                <a:gd name="T36" fmla="*/ 8966 w 144"/>
                <a:gd name="T37" fmla="*/ 13243 h 107"/>
                <a:gd name="T38" fmla="*/ 9507 w 144"/>
                <a:gd name="T39" fmla="*/ 12511 h 107"/>
                <a:gd name="T40" fmla="*/ 9857 w 144"/>
                <a:gd name="T41" fmla="*/ 12511 h 107"/>
                <a:gd name="T42" fmla="*/ 10206 w 144"/>
                <a:gd name="T43" fmla="*/ 12161 h 107"/>
                <a:gd name="T44" fmla="*/ 10748 w 144"/>
                <a:gd name="T45" fmla="*/ 12004 h 107"/>
                <a:gd name="T46" fmla="*/ 11289 w 144"/>
                <a:gd name="T47" fmla="*/ 11626 h 107"/>
                <a:gd name="T48" fmla="*/ 11667 w 144"/>
                <a:gd name="T49" fmla="*/ 11277 h 107"/>
                <a:gd name="T50" fmla="*/ 12180 w 144"/>
                <a:gd name="T51" fmla="*/ 11085 h 107"/>
                <a:gd name="T52" fmla="*/ 12372 w 144"/>
                <a:gd name="T53" fmla="*/ 10736 h 107"/>
                <a:gd name="T54" fmla="*/ 12907 w 144"/>
                <a:gd name="T55" fmla="*/ 10544 h 107"/>
                <a:gd name="T56" fmla="*/ 13257 w 144"/>
                <a:gd name="T57" fmla="*/ 10195 h 107"/>
                <a:gd name="T58" fmla="*/ 13798 w 144"/>
                <a:gd name="T59" fmla="*/ 10037 h 107"/>
                <a:gd name="T60" fmla="*/ 14148 w 144"/>
                <a:gd name="T61" fmla="*/ 9654 h 107"/>
                <a:gd name="T62" fmla="*/ 14689 w 144"/>
                <a:gd name="T63" fmla="*/ 9496 h 107"/>
                <a:gd name="T64" fmla="*/ 15614 w 144"/>
                <a:gd name="T65" fmla="*/ 8955 h 107"/>
                <a:gd name="T66" fmla="*/ 15964 w 144"/>
                <a:gd name="T67" fmla="*/ 8228 h 107"/>
                <a:gd name="T68" fmla="*/ 16155 w 144"/>
                <a:gd name="T69" fmla="*/ 7878 h 107"/>
                <a:gd name="T70" fmla="*/ 16155 w 144"/>
                <a:gd name="T71" fmla="*/ 7337 h 107"/>
                <a:gd name="T72" fmla="*/ 16505 w 144"/>
                <a:gd name="T73" fmla="*/ 7529 h 107"/>
                <a:gd name="T74" fmla="*/ 17041 w 144"/>
                <a:gd name="T75" fmla="*/ 7337 h 107"/>
                <a:gd name="T76" fmla="*/ 18473 w 144"/>
                <a:gd name="T77" fmla="*/ 6988 h 107"/>
                <a:gd name="T78" fmla="*/ 19714 w 144"/>
                <a:gd name="T79" fmla="*/ 6447 h 107"/>
                <a:gd name="T80" fmla="*/ 19364 w 144"/>
                <a:gd name="T81" fmla="*/ 5906 h 107"/>
                <a:gd name="T82" fmla="*/ 20796 w 144"/>
                <a:gd name="T83" fmla="*/ 5557 h 107"/>
                <a:gd name="T84" fmla="*/ 21529 w 144"/>
                <a:gd name="T85" fmla="*/ 5179 h 107"/>
                <a:gd name="T86" fmla="*/ 22065 w 144"/>
                <a:gd name="T87" fmla="*/ 4666 h 107"/>
                <a:gd name="T88" fmla="*/ 22764 w 144"/>
                <a:gd name="T89" fmla="*/ 4289 h 107"/>
                <a:gd name="T90" fmla="*/ 22764 w 144"/>
                <a:gd name="T91" fmla="*/ 3590 h 107"/>
                <a:gd name="T92" fmla="*/ 23114 w 144"/>
                <a:gd name="T93" fmla="*/ 3398 h 107"/>
                <a:gd name="T94" fmla="*/ 23497 w 144"/>
                <a:gd name="T95" fmla="*/ 2857 h 107"/>
                <a:gd name="T96" fmla="*/ 24580 w 144"/>
                <a:gd name="T97" fmla="*/ 2158 h 107"/>
                <a:gd name="T98" fmla="*/ 25279 w 144"/>
                <a:gd name="T99" fmla="*/ 1240 h 107"/>
                <a:gd name="T100" fmla="*/ 25629 w 144"/>
                <a:gd name="T101" fmla="*/ 192 h 107"/>
                <a:gd name="T102" fmla="*/ 23655 w 144"/>
                <a:gd name="T103" fmla="*/ 541 h 107"/>
                <a:gd name="T104" fmla="*/ 22229 w 144"/>
                <a:gd name="T105" fmla="*/ 733 h 107"/>
                <a:gd name="T106" fmla="*/ 19714 w 144"/>
                <a:gd name="T107" fmla="*/ 1617 h 107"/>
                <a:gd name="T108" fmla="*/ 15964 w 144"/>
                <a:gd name="T109" fmla="*/ 3398 h 107"/>
                <a:gd name="T110" fmla="*/ 10748 w 144"/>
                <a:gd name="T111" fmla="*/ 6639 h 107"/>
                <a:gd name="T112" fmla="*/ 6107 w 144"/>
                <a:gd name="T113" fmla="*/ 11626 h 107"/>
                <a:gd name="T114" fmla="*/ 3400 w 144"/>
                <a:gd name="T115" fmla="*/ 14325 h 107"/>
                <a:gd name="T116" fmla="*/ 1432 w 144"/>
                <a:gd name="T117" fmla="*/ 15024 h 107"/>
                <a:gd name="T118" fmla="*/ 0 w 144"/>
                <a:gd name="T119" fmla="*/ 16833 h 107"/>
                <a:gd name="T120" fmla="*/ 350 w 144"/>
                <a:gd name="T121" fmla="*/ 17532 h 107"/>
                <a:gd name="T122" fmla="*/ 891 w 144"/>
                <a:gd name="T123" fmla="*/ 18422 h 107"/>
                <a:gd name="T124" fmla="*/ 1083 w 144"/>
                <a:gd name="T125" fmla="*/ 19149 h 10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44" h="107">
                  <a:moveTo>
                    <a:pt x="6" y="107"/>
                  </a:moveTo>
                  <a:cubicBezTo>
                    <a:pt x="12" y="105"/>
                    <a:pt x="11" y="99"/>
                    <a:pt x="10" y="94"/>
                  </a:cubicBezTo>
                  <a:cubicBezTo>
                    <a:pt x="12" y="93"/>
                    <a:pt x="13" y="96"/>
                    <a:pt x="14" y="98"/>
                  </a:cubicBezTo>
                  <a:cubicBezTo>
                    <a:pt x="14" y="98"/>
                    <a:pt x="15" y="96"/>
                    <a:pt x="14" y="96"/>
                  </a:cubicBezTo>
                  <a:cubicBezTo>
                    <a:pt x="14" y="97"/>
                    <a:pt x="16" y="96"/>
                    <a:pt x="16" y="96"/>
                  </a:cubicBezTo>
                  <a:cubicBezTo>
                    <a:pt x="17" y="95"/>
                    <a:pt x="18" y="94"/>
                    <a:pt x="18" y="93"/>
                  </a:cubicBezTo>
                  <a:cubicBezTo>
                    <a:pt x="20" y="90"/>
                    <a:pt x="23" y="91"/>
                    <a:pt x="23" y="86"/>
                  </a:cubicBezTo>
                  <a:cubicBezTo>
                    <a:pt x="24" y="88"/>
                    <a:pt x="23" y="89"/>
                    <a:pt x="26" y="89"/>
                  </a:cubicBezTo>
                  <a:cubicBezTo>
                    <a:pt x="26" y="89"/>
                    <a:pt x="28" y="87"/>
                    <a:pt x="28" y="87"/>
                  </a:cubicBezTo>
                  <a:cubicBezTo>
                    <a:pt x="28" y="86"/>
                    <a:pt x="28" y="85"/>
                    <a:pt x="28" y="84"/>
                  </a:cubicBezTo>
                  <a:cubicBezTo>
                    <a:pt x="29" y="85"/>
                    <a:pt x="29" y="86"/>
                    <a:pt x="31" y="86"/>
                  </a:cubicBezTo>
                  <a:cubicBezTo>
                    <a:pt x="32" y="86"/>
                    <a:pt x="32" y="85"/>
                    <a:pt x="32" y="84"/>
                  </a:cubicBezTo>
                  <a:cubicBezTo>
                    <a:pt x="33" y="84"/>
                    <a:pt x="33" y="84"/>
                    <a:pt x="34" y="83"/>
                  </a:cubicBezTo>
                  <a:cubicBezTo>
                    <a:pt x="36" y="82"/>
                    <a:pt x="38" y="81"/>
                    <a:pt x="39" y="80"/>
                  </a:cubicBezTo>
                  <a:cubicBezTo>
                    <a:pt x="40" y="79"/>
                    <a:pt x="40" y="80"/>
                    <a:pt x="41" y="79"/>
                  </a:cubicBezTo>
                  <a:cubicBezTo>
                    <a:pt x="42" y="79"/>
                    <a:pt x="41" y="78"/>
                    <a:pt x="41" y="77"/>
                  </a:cubicBezTo>
                  <a:cubicBezTo>
                    <a:pt x="43" y="76"/>
                    <a:pt x="43" y="78"/>
                    <a:pt x="44" y="77"/>
                  </a:cubicBezTo>
                  <a:cubicBezTo>
                    <a:pt x="46" y="77"/>
                    <a:pt x="45" y="75"/>
                    <a:pt x="46" y="74"/>
                  </a:cubicBezTo>
                  <a:cubicBezTo>
                    <a:pt x="47" y="74"/>
                    <a:pt x="49" y="74"/>
                    <a:pt x="50" y="74"/>
                  </a:cubicBezTo>
                  <a:cubicBezTo>
                    <a:pt x="50" y="72"/>
                    <a:pt x="52" y="70"/>
                    <a:pt x="53" y="70"/>
                  </a:cubicBezTo>
                  <a:cubicBezTo>
                    <a:pt x="53" y="69"/>
                    <a:pt x="54" y="71"/>
                    <a:pt x="55" y="70"/>
                  </a:cubicBezTo>
                  <a:cubicBezTo>
                    <a:pt x="56" y="70"/>
                    <a:pt x="56" y="68"/>
                    <a:pt x="57" y="68"/>
                  </a:cubicBezTo>
                  <a:cubicBezTo>
                    <a:pt x="59" y="67"/>
                    <a:pt x="59" y="68"/>
                    <a:pt x="60" y="67"/>
                  </a:cubicBezTo>
                  <a:cubicBezTo>
                    <a:pt x="61" y="67"/>
                    <a:pt x="62" y="66"/>
                    <a:pt x="63" y="65"/>
                  </a:cubicBezTo>
                  <a:cubicBezTo>
                    <a:pt x="64" y="64"/>
                    <a:pt x="64" y="64"/>
                    <a:pt x="65" y="63"/>
                  </a:cubicBezTo>
                  <a:cubicBezTo>
                    <a:pt x="66" y="63"/>
                    <a:pt x="67" y="63"/>
                    <a:pt x="68" y="62"/>
                  </a:cubicBezTo>
                  <a:cubicBezTo>
                    <a:pt x="69" y="62"/>
                    <a:pt x="68" y="60"/>
                    <a:pt x="69" y="60"/>
                  </a:cubicBezTo>
                  <a:cubicBezTo>
                    <a:pt x="69" y="59"/>
                    <a:pt x="71" y="59"/>
                    <a:pt x="72" y="59"/>
                  </a:cubicBezTo>
                  <a:cubicBezTo>
                    <a:pt x="73" y="59"/>
                    <a:pt x="73" y="58"/>
                    <a:pt x="74" y="57"/>
                  </a:cubicBezTo>
                  <a:cubicBezTo>
                    <a:pt x="75" y="57"/>
                    <a:pt x="76" y="57"/>
                    <a:pt x="77" y="56"/>
                  </a:cubicBezTo>
                  <a:cubicBezTo>
                    <a:pt x="78" y="56"/>
                    <a:pt x="78" y="55"/>
                    <a:pt x="79" y="54"/>
                  </a:cubicBezTo>
                  <a:cubicBezTo>
                    <a:pt x="80" y="53"/>
                    <a:pt x="81" y="54"/>
                    <a:pt x="82" y="53"/>
                  </a:cubicBezTo>
                  <a:cubicBezTo>
                    <a:pt x="84" y="52"/>
                    <a:pt x="84" y="50"/>
                    <a:pt x="87" y="50"/>
                  </a:cubicBezTo>
                  <a:cubicBezTo>
                    <a:pt x="87" y="48"/>
                    <a:pt x="88" y="48"/>
                    <a:pt x="89" y="46"/>
                  </a:cubicBezTo>
                  <a:cubicBezTo>
                    <a:pt x="90" y="45"/>
                    <a:pt x="90" y="46"/>
                    <a:pt x="90" y="44"/>
                  </a:cubicBezTo>
                  <a:cubicBezTo>
                    <a:pt x="89" y="42"/>
                    <a:pt x="88" y="42"/>
                    <a:pt x="90" y="41"/>
                  </a:cubicBezTo>
                  <a:cubicBezTo>
                    <a:pt x="90" y="41"/>
                    <a:pt x="91" y="42"/>
                    <a:pt x="92" y="42"/>
                  </a:cubicBezTo>
                  <a:cubicBezTo>
                    <a:pt x="93" y="42"/>
                    <a:pt x="94" y="41"/>
                    <a:pt x="95" y="41"/>
                  </a:cubicBezTo>
                  <a:cubicBezTo>
                    <a:pt x="97" y="40"/>
                    <a:pt x="100" y="40"/>
                    <a:pt x="103" y="39"/>
                  </a:cubicBezTo>
                  <a:cubicBezTo>
                    <a:pt x="105" y="39"/>
                    <a:pt x="113" y="38"/>
                    <a:pt x="110" y="36"/>
                  </a:cubicBezTo>
                  <a:cubicBezTo>
                    <a:pt x="109" y="35"/>
                    <a:pt x="102" y="34"/>
                    <a:pt x="108" y="33"/>
                  </a:cubicBezTo>
                  <a:cubicBezTo>
                    <a:pt x="110" y="32"/>
                    <a:pt x="113" y="31"/>
                    <a:pt x="116" y="31"/>
                  </a:cubicBezTo>
                  <a:cubicBezTo>
                    <a:pt x="117" y="30"/>
                    <a:pt x="118" y="30"/>
                    <a:pt x="120" y="29"/>
                  </a:cubicBezTo>
                  <a:cubicBezTo>
                    <a:pt x="121" y="28"/>
                    <a:pt x="122" y="27"/>
                    <a:pt x="123" y="26"/>
                  </a:cubicBezTo>
                  <a:cubicBezTo>
                    <a:pt x="124" y="25"/>
                    <a:pt x="126" y="25"/>
                    <a:pt x="127" y="24"/>
                  </a:cubicBezTo>
                  <a:cubicBezTo>
                    <a:pt x="129" y="22"/>
                    <a:pt x="126" y="22"/>
                    <a:pt x="127" y="20"/>
                  </a:cubicBezTo>
                  <a:cubicBezTo>
                    <a:pt x="127" y="19"/>
                    <a:pt x="129" y="19"/>
                    <a:pt x="129" y="19"/>
                  </a:cubicBezTo>
                  <a:cubicBezTo>
                    <a:pt x="130" y="18"/>
                    <a:pt x="130" y="17"/>
                    <a:pt x="131" y="16"/>
                  </a:cubicBezTo>
                  <a:cubicBezTo>
                    <a:pt x="134" y="15"/>
                    <a:pt x="135" y="14"/>
                    <a:pt x="137" y="12"/>
                  </a:cubicBezTo>
                  <a:cubicBezTo>
                    <a:pt x="138" y="10"/>
                    <a:pt x="139" y="8"/>
                    <a:pt x="141" y="7"/>
                  </a:cubicBezTo>
                  <a:cubicBezTo>
                    <a:pt x="144" y="4"/>
                    <a:pt x="143" y="4"/>
                    <a:pt x="143" y="1"/>
                  </a:cubicBezTo>
                  <a:cubicBezTo>
                    <a:pt x="139" y="0"/>
                    <a:pt x="135" y="2"/>
                    <a:pt x="132" y="3"/>
                  </a:cubicBezTo>
                  <a:cubicBezTo>
                    <a:pt x="129" y="3"/>
                    <a:pt x="126" y="3"/>
                    <a:pt x="124" y="4"/>
                  </a:cubicBezTo>
                  <a:cubicBezTo>
                    <a:pt x="119" y="5"/>
                    <a:pt x="115" y="7"/>
                    <a:pt x="110" y="9"/>
                  </a:cubicBezTo>
                  <a:cubicBezTo>
                    <a:pt x="103" y="12"/>
                    <a:pt x="96" y="16"/>
                    <a:pt x="89" y="19"/>
                  </a:cubicBezTo>
                  <a:cubicBezTo>
                    <a:pt x="79" y="24"/>
                    <a:pt x="69" y="30"/>
                    <a:pt x="60" y="37"/>
                  </a:cubicBezTo>
                  <a:cubicBezTo>
                    <a:pt x="50" y="45"/>
                    <a:pt x="42" y="54"/>
                    <a:pt x="34" y="65"/>
                  </a:cubicBezTo>
                  <a:cubicBezTo>
                    <a:pt x="30" y="71"/>
                    <a:pt x="26" y="76"/>
                    <a:pt x="19" y="80"/>
                  </a:cubicBezTo>
                  <a:cubicBezTo>
                    <a:pt x="15" y="82"/>
                    <a:pt x="12" y="82"/>
                    <a:pt x="8" y="84"/>
                  </a:cubicBezTo>
                  <a:cubicBezTo>
                    <a:pt x="5" y="87"/>
                    <a:pt x="1" y="90"/>
                    <a:pt x="0" y="94"/>
                  </a:cubicBezTo>
                  <a:cubicBezTo>
                    <a:pt x="0" y="97"/>
                    <a:pt x="1" y="97"/>
                    <a:pt x="2" y="98"/>
                  </a:cubicBezTo>
                  <a:cubicBezTo>
                    <a:pt x="3" y="100"/>
                    <a:pt x="5" y="101"/>
                    <a:pt x="5" y="103"/>
                  </a:cubicBezTo>
                  <a:lnTo>
                    <a:pt x="6" y="107"/>
                  </a:ln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88" name="Freeform 1515"/>
            <p:cNvSpPr>
              <a:spLocks/>
            </p:cNvSpPr>
            <p:nvPr/>
          </p:nvSpPr>
          <p:spPr bwMode="auto">
            <a:xfrm>
              <a:off x="20327" y="2857"/>
              <a:ext cx="936" cy="598"/>
            </a:xfrm>
            <a:custGeom>
              <a:avLst/>
              <a:gdLst>
                <a:gd name="T0" fmla="*/ 4832 w 166"/>
                <a:gd name="T1" fmla="*/ 18301 h 106"/>
                <a:gd name="T2" fmla="*/ 5565 w 166"/>
                <a:gd name="T3" fmla="*/ 16710 h 106"/>
                <a:gd name="T4" fmla="*/ 6806 w 166"/>
                <a:gd name="T5" fmla="*/ 16169 h 106"/>
                <a:gd name="T6" fmla="*/ 7697 w 166"/>
                <a:gd name="T7" fmla="*/ 15085 h 106"/>
                <a:gd name="T8" fmla="*/ 8965 w 166"/>
                <a:gd name="T9" fmla="*/ 14002 h 106"/>
                <a:gd name="T10" fmla="*/ 9856 w 166"/>
                <a:gd name="T11" fmla="*/ 13652 h 106"/>
                <a:gd name="T12" fmla="*/ 10747 w 166"/>
                <a:gd name="T13" fmla="*/ 13274 h 106"/>
                <a:gd name="T14" fmla="*/ 11288 w 166"/>
                <a:gd name="T15" fmla="*/ 12569 h 106"/>
                <a:gd name="T16" fmla="*/ 12179 w 166"/>
                <a:gd name="T17" fmla="*/ 12220 h 106"/>
                <a:gd name="T18" fmla="*/ 12907 w 166"/>
                <a:gd name="T19" fmla="*/ 11842 h 106"/>
                <a:gd name="T20" fmla="*/ 13640 w 166"/>
                <a:gd name="T21" fmla="*/ 11300 h 106"/>
                <a:gd name="T22" fmla="*/ 14339 w 166"/>
                <a:gd name="T23" fmla="*/ 10758 h 106"/>
                <a:gd name="T24" fmla="*/ 15230 w 166"/>
                <a:gd name="T25" fmla="*/ 9867 h 106"/>
                <a:gd name="T26" fmla="*/ 16121 w 166"/>
                <a:gd name="T27" fmla="*/ 9325 h 106"/>
                <a:gd name="T28" fmla="*/ 17198 w 166"/>
                <a:gd name="T29" fmla="*/ 9517 h 106"/>
                <a:gd name="T30" fmla="*/ 17198 w 166"/>
                <a:gd name="T31" fmla="*/ 9167 h 106"/>
                <a:gd name="T32" fmla="*/ 17931 w 166"/>
                <a:gd name="T33" fmla="*/ 8276 h 106"/>
                <a:gd name="T34" fmla="*/ 17931 w 166"/>
                <a:gd name="T35" fmla="*/ 7892 h 106"/>
                <a:gd name="T36" fmla="*/ 19171 w 166"/>
                <a:gd name="T37" fmla="*/ 8434 h 106"/>
                <a:gd name="T38" fmla="*/ 18821 w 166"/>
                <a:gd name="T39" fmla="*/ 7543 h 106"/>
                <a:gd name="T40" fmla="*/ 20096 w 166"/>
                <a:gd name="T41" fmla="*/ 7001 h 106"/>
                <a:gd name="T42" fmla="*/ 20445 w 166"/>
                <a:gd name="T43" fmla="*/ 6460 h 106"/>
                <a:gd name="T44" fmla="*/ 20603 w 166"/>
                <a:gd name="T45" fmla="*/ 6110 h 106"/>
                <a:gd name="T46" fmla="*/ 22763 w 166"/>
                <a:gd name="T47" fmla="*/ 6110 h 106"/>
                <a:gd name="T48" fmla="*/ 20981 w 166"/>
                <a:gd name="T49" fmla="*/ 5027 h 106"/>
                <a:gd name="T50" fmla="*/ 25627 w 166"/>
                <a:gd name="T51" fmla="*/ 4299 h 106"/>
                <a:gd name="T52" fmla="*/ 22571 w 166"/>
                <a:gd name="T53" fmla="*/ 3757 h 106"/>
                <a:gd name="T54" fmla="*/ 24545 w 166"/>
                <a:gd name="T55" fmla="*/ 3407 h 106"/>
                <a:gd name="T56" fmla="*/ 27245 w 166"/>
                <a:gd name="T57" fmla="*/ 2166 h 106"/>
                <a:gd name="T58" fmla="*/ 27595 w 166"/>
                <a:gd name="T59" fmla="*/ 1625 h 106"/>
                <a:gd name="T60" fmla="*/ 24037 w 166"/>
                <a:gd name="T61" fmla="*/ 1083 h 106"/>
                <a:gd name="T62" fmla="*/ 7697 w 166"/>
                <a:gd name="T63" fmla="*/ 8976 h 106"/>
                <a:gd name="T64" fmla="*/ 350 w 166"/>
                <a:gd name="T65" fmla="*/ 12919 h 106"/>
                <a:gd name="T66" fmla="*/ 1432 w 166"/>
                <a:gd name="T67" fmla="*/ 14544 h 106"/>
                <a:gd name="T68" fmla="*/ 4291 w 166"/>
                <a:gd name="T69" fmla="*/ 18493 h 10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66" h="106">
                  <a:moveTo>
                    <a:pt x="24" y="103"/>
                  </a:moveTo>
                  <a:cubicBezTo>
                    <a:pt x="24" y="103"/>
                    <a:pt x="26" y="106"/>
                    <a:pt x="27" y="102"/>
                  </a:cubicBezTo>
                  <a:cubicBezTo>
                    <a:pt x="27" y="102"/>
                    <a:pt x="27" y="95"/>
                    <a:pt x="29" y="96"/>
                  </a:cubicBezTo>
                  <a:cubicBezTo>
                    <a:pt x="29" y="96"/>
                    <a:pt x="31" y="97"/>
                    <a:pt x="31" y="93"/>
                  </a:cubicBezTo>
                  <a:cubicBezTo>
                    <a:pt x="31" y="93"/>
                    <a:pt x="31" y="87"/>
                    <a:pt x="34" y="92"/>
                  </a:cubicBezTo>
                  <a:cubicBezTo>
                    <a:pt x="34" y="92"/>
                    <a:pt x="37" y="95"/>
                    <a:pt x="38" y="90"/>
                  </a:cubicBezTo>
                  <a:cubicBezTo>
                    <a:pt x="38" y="90"/>
                    <a:pt x="38" y="88"/>
                    <a:pt x="40" y="87"/>
                  </a:cubicBezTo>
                  <a:cubicBezTo>
                    <a:pt x="40" y="87"/>
                    <a:pt x="43" y="87"/>
                    <a:pt x="43" y="84"/>
                  </a:cubicBezTo>
                  <a:cubicBezTo>
                    <a:pt x="43" y="84"/>
                    <a:pt x="45" y="85"/>
                    <a:pt x="45" y="81"/>
                  </a:cubicBezTo>
                  <a:cubicBezTo>
                    <a:pt x="45" y="81"/>
                    <a:pt x="49" y="82"/>
                    <a:pt x="50" y="78"/>
                  </a:cubicBezTo>
                  <a:cubicBezTo>
                    <a:pt x="50" y="78"/>
                    <a:pt x="53" y="80"/>
                    <a:pt x="54" y="76"/>
                  </a:cubicBezTo>
                  <a:cubicBezTo>
                    <a:pt x="54" y="76"/>
                    <a:pt x="55" y="73"/>
                    <a:pt x="55" y="76"/>
                  </a:cubicBezTo>
                  <a:cubicBezTo>
                    <a:pt x="55" y="76"/>
                    <a:pt x="56" y="81"/>
                    <a:pt x="57" y="75"/>
                  </a:cubicBezTo>
                  <a:cubicBezTo>
                    <a:pt x="57" y="75"/>
                    <a:pt x="59" y="71"/>
                    <a:pt x="60" y="74"/>
                  </a:cubicBezTo>
                  <a:cubicBezTo>
                    <a:pt x="60" y="74"/>
                    <a:pt x="62" y="76"/>
                    <a:pt x="62" y="71"/>
                  </a:cubicBezTo>
                  <a:cubicBezTo>
                    <a:pt x="62" y="71"/>
                    <a:pt x="63" y="68"/>
                    <a:pt x="63" y="70"/>
                  </a:cubicBezTo>
                  <a:cubicBezTo>
                    <a:pt x="63" y="70"/>
                    <a:pt x="65" y="74"/>
                    <a:pt x="65" y="69"/>
                  </a:cubicBezTo>
                  <a:cubicBezTo>
                    <a:pt x="65" y="69"/>
                    <a:pt x="67" y="65"/>
                    <a:pt x="68" y="68"/>
                  </a:cubicBezTo>
                  <a:cubicBezTo>
                    <a:pt x="68" y="68"/>
                    <a:pt x="70" y="72"/>
                    <a:pt x="70" y="67"/>
                  </a:cubicBezTo>
                  <a:cubicBezTo>
                    <a:pt x="70" y="67"/>
                    <a:pt x="72" y="62"/>
                    <a:pt x="72" y="66"/>
                  </a:cubicBezTo>
                  <a:cubicBezTo>
                    <a:pt x="72" y="66"/>
                    <a:pt x="74" y="70"/>
                    <a:pt x="74" y="64"/>
                  </a:cubicBezTo>
                  <a:cubicBezTo>
                    <a:pt x="74" y="64"/>
                    <a:pt x="74" y="61"/>
                    <a:pt x="76" y="63"/>
                  </a:cubicBezTo>
                  <a:cubicBezTo>
                    <a:pt x="76" y="63"/>
                    <a:pt x="78" y="68"/>
                    <a:pt x="78" y="62"/>
                  </a:cubicBezTo>
                  <a:cubicBezTo>
                    <a:pt x="78" y="62"/>
                    <a:pt x="78" y="58"/>
                    <a:pt x="80" y="60"/>
                  </a:cubicBezTo>
                  <a:cubicBezTo>
                    <a:pt x="80" y="60"/>
                    <a:pt x="83" y="62"/>
                    <a:pt x="83" y="58"/>
                  </a:cubicBezTo>
                  <a:cubicBezTo>
                    <a:pt x="83" y="58"/>
                    <a:pt x="83" y="52"/>
                    <a:pt x="85" y="55"/>
                  </a:cubicBezTo>
                  <a:cubicBezTo>
                    <a:pt x="85" y="55"/>
                    <a:pt x="93" y="59"/>
                    <a:pt x="90" y="55"/>
                  </a:cubicBezTo>
                  <a:cubicBezTo>
                    <a:pt x="90" y="55"/>
                    <a:pt x="83" y="49"/>
                    <a:pt x="90" y="52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1" y="53"/>
                    <a:pt x="98" y="57"/>
                    <a:pt x="96" y="53"/>
                  </a:cubicBezTo>
                  <a:cubicBezTo>
                    <a:pt x="96" y="53"/>
                    <a:pt x="94" y="50"/>
                    <a:pt x="91" y="49"/>
                  </a:cubicBezTo>
                  <a:cubicBezTo>
                    <a:pt x="91" y="49"/>
                    <a:pt x="88" y="46"/>
                    <a:pt x="96" y="51"/>
                  </a:cubicBezTo>
                  <a:cubicBezTo>
                    <a:pt x="96" y="51"/>
                    <a:pt x="99" y="52"/>
                    <a:pt x="100" y="51"/>
                  </a:cubicBezTo>
                  <a:cubicBezTo>
                    <a:pt x="100" y="51"/>
                    <a:pt x="104" y="51"/>
                    <a:pt x="100" y="46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7" y="44"/>
                    <a:pt x="96" y="42"/>
                    <a:pt x="100" y="44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8"/>
                    <a:pt x="107" y="51"/>
                    <a:pt x="107" y="47"/>
                  </a:cubicBezTo>
                  <a:cubicBezTo>
                    <a:pt x="107" y="47"/>
                    <a:pt x="106" y="44"/>
                    <a:pt x="104" y="42"/>
                  </a:cubicBezTo>
                  <a:cubicBezTo>
                    <a:pt x="104" y="42"/>
                    <a:pt x="103" y="40"/>
                    <a:pt x="105" y="42"/>
                  </a:cubicBezTo>
                  <a:cubicBezTo>
                    <a:pt x="105" y="42"/>
                    <a:pt x="109" y="45"/>
                    <a:pt x="109" y="41"/>
                  </a:cubicBezTo>
                  <a:cubicBezTo>
                    <a:pt x="109" y="41"/>
                    <a:pt x="111" y="42"/>
                    <a:pt x="112" y="39"/>
                  </a:cubicBezTo>
                  <a:cubicBezTo>
                    <a:pt x="112" y="39"/>
                    <a:pt x="111" y="36"/>
                    <a:pt x="109" y="35"/>
                  </a:cubicBezTo>
                  <a:cubicBezTo>
                    <a:pt x="109" y="35"/>
                    <a:pt x="112" y="35"/>
                    <a:pt x="114" y="36"/>
                  </a:cubicBezTo>
                  <a:cubicBezTo>
                    <a:pt x="114" y="36"/>
                    <a:pt x="117" y="40"/>
                    <a:pt x="117" y="36"/>
                  </a:cubicBezTo>
                  <a:cubicBezTo>
                    <a:pt x="117" y="36"/>
                    <a:pt x="117" y="35"/>
                    <a:pt x="115" y="34"/>
                  </a:cubicBezTo>
                  <a:cubicBezTo>
                    <a:pt x="115" y="34"/>
                    <a:pt x="119" y="34"/>
                    <a:pt x="122" y="35"/>
                  </a:cubicBezTo>
                  <a:cubicBezTo>
                    <a:pt x="122" y="35"/>
                    <a:pt x="130" y="38"/>
                    <a:pt x="127" y="34"/>
                  </a:cubicBezTo>
                  <a:cubicBezTo>
                    <a:pt x="127" y="34"/>
                    <a:pt x="122" y="31"/>
                    <a:pt x="114" y="30"/>
                  </a:cubicBezTo>
                  <a:cubicBezTo>
                    <a:pt x="114" y="30"/>
                    <a:pt x="112" y="28"/>
                    <a:pt x="117" y="28"/>
                  </a:cubicBezTo>
                  <a:cubicBezTo>
                    <a:pt x="117" y="28"/>
                    <a:pt x="122" y="29"/>
                    <a:pt x="123" y="28"/>
                  </a:cubicBezTo>
                  <a:cubicBezTo>
                    <a:pt x="123" y="28"/>
                    <a:pt x="142" y="27"/>
                    <a:pt x="143" y="24"/>
                  </a:cubicBezTo>
                  <a:cubicBezTo>
                    <a:pt x="143" y="24"/>
                    <a:pt x="143" y="21"/>
                    <a:pt x="124" y="23"/>
                  </a:cubicBezTo>
                  <a:cubicBezTo>
                    <a:pt x="124" y="23"/>
                    <a:pt x="123" y="22"/>
                    <a:pt x="126" y="21"/>
                  </a:cubicBezTo>
                  <a:cubicBezTo>
                    <a:pt x="126" y="21"/>
                    <a:pt x="130" y="21"/>
                    <a:pt x="131" y="20"/>
                  </a:cubicBezTo>
                  <a:cubicBezTo>
                    <a:pt x="131" y="20"/>
                    <a:pt x="134" y="20"/>
                    <a:pt x="137" y="19"/>
                  </a:cubicBezTo>
                  <a:cubicBezTo>
                    <a:pt x="137" y="19"/>
                    <a:pt x="154" y="17"/>
                    <a:pt x="156" y="13"/>
                  </a:cubicBezTo>
                  <a:cubicBezTo>
                    <a:pt x="156" y="13"/>
                    <a:pt x="158" y="11"/>
                    <a:pt x="152" y="12"/>
                  </a:cubicBezTo>
                  <a:cubicBezTo>
                    <a:pt x="152" y="12"/>
                    <a:pt x="147" y="13"/>
                    <a:pt x="145" y="13"/>
                  </a:cubicBezTo>
                  <a:cubicBezTo>
                    <a:pt x="145" y="13"/>
                    <a:pt x="152" y="11"/>
                    <a:pt x="154" y="9"/>
                  </a:cubicBezTo>
                  <a:cubicBezTo>
                    <a:pt x="154" y="9"/>
                    <a:pt x="166" y="8"/>
                    <a:pt x="166" y="1"/>
                  </a:cubicBezTo>
                  <a:cubicBezTo>
                    <a:pt x="166" y="1"/>
                    <a:pt x="143" y="0"/>
                    <a:pt x="134" y="6"/>
                  </a:cubicBezTo>
                  <a:cubicBezTo>
                    <a:pt x="95" y="22"/>
                    <a:pt x="95" y="22"/>
                    <a:pt x="95" y="22"/>
                  </a:cubicBezTo>
                  <a:cubicBezTo>
                    <a:pt x="95" y="22"/>
                    <a:pt x="47" y="47"/>
                    <a:pt x="43" y="50"/>
                  </a:cubicBezTo>
                  <a:cubicBezTo>
                    <a:pt x="43" y="50"/>
                    <a:pt x="21" y="64"/>
                    <a:pt x="17" y="67"/>
                  </a:cubicBezTo>
                  <a:cubicBezTo>
                    <a:pt x="17" y="67"/>
                    <a:pt x="8" y="73"/>
                    <a:pt x="2" y="72"/>
                  </a:cubicBezTo>
                  <a:cubicBezTo>
                    <a:pt x="2" y="72"/>
                    <a:pt x="0" y="71"/>
                    <a:pt x="3" y="75"/>
                  </a:cubicBezTo>
                  <a:cubicBezTo>
                    <a:pt x="3" y="75"/>
                    <a:pt x="6" y="78"/>
                    <a:pt x="8" y="81"/>
                  </a:cubicBezTo>
                  <a:cubicBezTo>
                    <a:pt x="8" y="81"/>
                    <a:pt x="10" y="87"/>
                    <a:pt x="18" y="94"/>
                  </a:cubicBezTo>
                  <a:cubicBezTo>
                    <a:pt x="18" y="94"/>
                    <a:pt x="23" y="99"/>
                    <a:pt x="24" y="103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89" name="Freeform 1516"/>
            <p:cNvSpPr>
              <a:spLocks/>
            </p:cNvSpPr>
            <p:nvPr/>
          </p:nvSpPr>
          <p:spPr bwMode="auto">
            <a:xfrm>
              <a:off x="20525" y="3286"/>
              <a:ext cx="16" cy="90"/>
            </a:xfrm>
            <a:custGeom>
              <a:avLst/>
              <a:gdLst>
                <a:gd name="T0" fmla="*/ 0 w 3"/>
                <a:gd name="T1" fmla="*/ 1074 h 16"/>
                <a:gd name="T2" fmla="*/ 144 w 3"/>
                <a:gd name="T3" fmla="*/ 2661 h 16"/>
                <a:gd name="T4" fmla="*/ 315 w 3"/>
                <a:gd name="T5" fmla="*/ 2312 h 16"/>
                <a:gd name="T6" fmla="*/ 315 w 3"/>
                <a:gd name="T7" fmla="*/ 1074 h 16"/>
                <a:gd name="T8" fmla="*/ 0 w 3"/>
                <a:gd name="T9" fmla="*/ 107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16">
                  <a:moveTo>
                    <a:pt x="0" y="6"/>
                  </a:moveTo>
                  <a:cubicBezTo>
                    <a:pt x="0" y="6"/>
                    <a:pt x="0" y="12"/>
                    <a:pt x="1" y="15"/>
                  </a:cubicBezTo>
                  <a:cubicBezTo>
                    <a:pt x="1" y="15"/>
                    <a:pt x="3" y="16"/>
                    <a:pt x="2" y="13"/>
                  </a:cubicBezTo>
                  <a:cubicBezTo>
                    <a:pt x="2" y="13"/>
                    <a:pt x="2" y="9"/>
                    <a:pt x="2" y="6"/>
                  </a:cubicBezTo>
                  <a:cubicBezTo>
                    <a:pt x="2" y="6"/>
                    <a:pt x="1" y="0"/>
                    <a:pt x="0" y="6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90" name="Freeform 1517"/>
            <p:cNvSpPr>
              <a:spLocks/>
            </p:cNvSpPr>
            <p:nvPr/>
          </p:nvSpPr>
          <p:spPr bwMode="auto">
            <a:xfrm>
              <a:off x="20547" y="3269"/>
              <a:ext cx="17" cy="90"/>
            </a:xfrm>
            <a:custGeom>
              <a:avLst/>
              <a:gdLst>
                <a:gd name="T0" fmla="*/ 193 w 3"/>
                <a:gd name="T1" fmla="*/ 726 h 16"/>
                <a:gd name="T2" fmla="*/ 193 w 3"/>
                <a:gd name="T3" fmla="*/ 2498 h 16"/>
                <a:gd name="T4" fmla="*/ 544 w 3"/>
                <a:gd name="T5" fmla="*/ 2312 h 16"/>
                <a:gd name="T6" fmla="*/ 193 w 3"/>
                <a:gd name="T7" fmla="*/ 726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6">
                  <a:moveTo>
                    <a:pt x="1" y="4"/>
                  </a:moveTo>
                  <a:cubicBezTo>
                    <a:pt x="1" y="4"/>
                    <a:pt x="0" y="12"/>
                    <a:pt x="1" y="14"/>
                  </a:cubicBezTo>
                  <a:cubicBezTo>
                    <a:pt x="1" y="14"/>
                    <a:pt x="3" y="16"/>
                    <a:pt x="3" y="13"/>
                  </a:cubicBezTo>
                  <a:cubicBezTo>
                    <a:pt x="3" y="13"/>
                    <a:pt x="2" y="0"/>
                    <a:pt x="1" y="4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91" name="Freeform 1518"/>
            <p:cNvSpPr>
              <a:spLocks/>
            </p:cNvSpPr>
            <p:nvPr/>
          </p:nvSpPr>
          <p:spPr bwMode="auto">
            <a:xfrm>
              <a:off x="20570" y="3269"/>
              <a:ext cx="11" cy="73"/>
            </a:xfrm>
            <a:custGeom>
              <a:avLst/>
              <a:gdLst>
                <a:gd name="T0" fmla="*/ 0 w 2"/>
                <a:gd name="T1" fmla="*/ 348 h 13"/>
                <a:gd name="T2" fmla="*/ 0 w 2"/>
                <a:gd name="T3" fmla="*/ 1421 h 13"/>
                <a:gd name="T4" fmla="*/ 336 w 2"/>
                <a:gd name="T5" fmla="*/ 1763 h 13"/>
                <a:gd name="T6" fmla="*/ 336 w 2"/>
                <a:gd name="T7" fmla="*/ 882 h 13"/>
                <a:gd name="T8" fmla="*/ 182 w 2"/>
                <a:gd name="T9" fmla="*/ 0 h 13"/>
                <a:gd name="T10" fmla="*/ 182 w 2"/>
                <a:gd name="T11" fmla="*/ 348 h 13"/>
                <a:gd name="T12" fmla="*/ 0 w 2"/>
                <a:gd name="T13" fmla="*/ 348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13">
                  <a:moveTo>
                    <a:pt x="0" y="2"/>
                  </a:moveTo>
                  <a:cubicBezTo>
                    <a:pt x="0" y="4"/>
                    <a:pt x="0" y="6"/>
                    <a:pt x="0" y="8"/>
                  </a:cubicBezTo>
                  <a:cubicBezTo>
                    <a:pt x="0" y="9"/>
                    <a:pt x="2" y="13"/>
                    <a:pt x="2" y="10"/>
                  </a:cubicBezTo>
                  <a:cubicBezTo>
                    <a:pt x="2" y="8"/>
                    <a:pt x="2" y="6"/>
                    <a:pt x="2" y="5"/>
                  </a:cubicBezTo>
                  <a:cubicBezTo>
                    <a:pt x="2" y="4"/>
                    <a:pt x="2" y="1"/>
                    <a:pt x="1" y="0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92" name="Freeform 1519"/>
            <p:cNvSpPr>
              <a:spLocks/>
            </p:cNvSpPr>
            <p:nvPr/>
          </p:nvSpPr>
          <p:spPr bwMode="auto">
            <a:xfrm>
              <a:off x="20587" y="3252"/>
              <a:ext cx="16" cy="79"/>
            </a:xfrm>
            <a:custGeom>
              <a:avLst/>
              <a:gdLst>
                <a:gd name="T0" fmla="*/ 144 w 3"/>
                <a:gd name="T1" fmla="*/ 350 h 14"/>
                <a:gd name="T2" fmla="*/ 144 w 3"/>
                <a:gd name="T3" fmla="*/ 1433 h 14"/>
                <a:gd name="T4" fmla="*/ 315 w 3"/>
                <a:gd name="T5" fmla="*/ 2167 h 14"/>
                <a:gd name="T6" fmla="*/ 453 w 3"/>
                <a:gd name="T7" fmla="*/ 1625 h 14"/>
                <a:gd name="T8" fmla="*/ 453 w 3"/>
                <a:gd name="T9" fmla="*/ 1083 h 14"/>
                <a:gd name="T10" fmla="*/ 315 w 3"/>
                <a:gd name="T11" fmla="*/ 542 h 14"/>
                <a:gd name="T12" fmla="*/ 144 w 3"/>
                <a:gd name="T13" fmla="*/ 0 h 14"/>
                <a:gd name="T14" fmla="*/ 0 w 3"/>
                <a:gd name="T15" fmla="*/ 192 h 14"/>
                <a:gd name="T16" fmla="*/ 144 w 3"/>
                <a:gd name="T17" fmla="*/ 350 h 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14">
                  <a:moveTo>
                    <a:pt x="1" y="2"/>
                  </a:moveTo>
                  <a:cubicBezTo>
                    <a:pt x="1" y="4"/>
                    <a:pt x="1" y="6"/>
                    <a:pt x="1" y="8"/>
                  </a:cubicBezTo>
                  <a:cubicBezTo>
                    <a:pt x="1" y="9"/>
                    <a:pt x="1" y="14"/>
                    <a:pt x="2" y="12"/>
                  </a:cubicBezTo>
                  <a:cubicBezTo>
                    <a:pt x="3" y="12"/>
                    <a:pt x="3" y="10"/>
                    <a:pt x="3" y="9"/>
                  </a:cubicBezTo>
                  <a:cubicBezTo>
                    <a:pt x="3" y="8"/>
                    <a:pt x="3" y="7"/>
                    <a:pt x="3" y="6"/>
                  </a:cubicBezTo>
                  <a:cubicBezTo>
                    <a:pt x="3" y="5"/>
                    <a:pt x="2" y="4"/>
                    <a:pt x="2" y="3"/>
                  </a:cubicBezTo>
                  <a:cubicBezTo>
                    <a:pt x="1" y="2"/>
                    <a:pt x="1" y="1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1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93" name="Freeform 1520"/>
            <p:cNvSpPr>
              <a:spLocks/>
            </p:cNvSpPr>
            <p:nvPr/>
          </p:nvSpPr>
          <p:spPr bwMode="auto">
            <a:xfrm>
              <a:off x="20609" y="3241"/>
              <a:ext cx="23" cy="73"/>
            </a:xfrm>
            <a:custGeom>
              <a:avLst/>
              <a:gdLst>
                <a:gd name="T0" fmla="*/ 201 w 4"/>
                <a:gd name="T1" fmla="*/ 191 h 13"/>
                <a:gd name="T2" fmla="*/ 201 w 4"/>
                <a:gd name="T3" fmla="*/ 1421 h 13"/>
                <a:gd name="T4" fmla="*/ 201 w 4"/>
                <a:gd name="T5" fmla="*/ 1954 h 13"/>
                <a:gd name="T6" fmla="*/ 564 w 4"/>
                <a:gd name="T7" fmla="*/ 1954 h 13"/>
                <a:gd name="T8" fmla="*/ 564 w 4"/>
                <a:gd name="T9" fmla="*/ 1606 h 13"/>
                <a:gd name="T10" fmla="*/ 564 w 4"/>
                <a:gd name="T11" fmla="*/ 1421 h 13"/>
                <a:gd name="T12" fmla="*/ 759 w 4"/>
                <a:gd name="T13" fmla="*/ 882 h 13"/>
                <a:gd name="T14" fmla="*/ 397 w 4"/>
                <a:gd name="T15" fmla="*/ 348 h 13"/>
                <a:gd name="T16" fmla="*/ 201 w 4"/>
                <a:gd name="T17" fmla="*/ 0 h 13"/>
                <a:gd name="T18" fmla="*/ 201 w 4"/>
                <a:gd name="T19" fmla="*/ 0 h 13"/>
                <a:gd name="T20" fmla="*/ 201 w 4"/>
                <a:gd name="T21" fmla="*/ 191 h 1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" h="13">
                  <a:moveTo>
                    <a:pt x="1" y="1"/>
                  </a:moveTo>
                  <a:cubicBezTo>
                    <a:pt x="0" y="2"/>
                    <a:pt x="0" y="6"/>
                    <a:pt x="1" y="8"/>
                  </a:cubicBezTo>
                  <a:cubicBezTo>
                    <a:pt x="1" y="9"/>
                    <a:pt x="1" y="10"/>
                    <a:pt x="1" y="11"/>
                  </a:cubicBezTo>
                  <a:cubicBezTo>
                    <a:pt x="2" y="13"/>
                    <a:pt x="3" y="12"/>
                    <a:pt x="3" y="11"/>
                  </a:cubicBezTo>
                  <a:cubicBezTo>
                    <a:pt x="3" y="10"/>
                    <a:pt x="3" y="10"/>
                    <a:pt x="3" y="9"/>
                  </a:cubicBezTo>
                  <a:cubicBezTo>
                    <a:pt x="3" y="9"/>
                    <a:pt x="3" y="8"/>
                    <a:pt x="3" y="8"/>
                  </a:cubicBezTo>
                  <a:cubicBezTo>
                    <a:pt x="3" y="7"/>
                    <a:pt x="4" y="7"/>
                    <a:pt x="4" y="5"/>
                  </a:cubicBezTo>
                  <a:cubicBezTo>
                    <a:pt x="3" y="4"/>
                    <a:pt x="2" y="3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94" name="Freeform 1521"/>
            <p:cNvSpPr>
              <a:spLocks/>
            </p:cNvSpPr>
            <p:nvPr/>
          </p:nvSpPr>
          <p:spPr bwMode="auto">
            <a:xfrm>
              <a:off x="20637" y="3224"/>
              <a:ext cx="12" cy="67"/>
            </a:xfrm>
            <a:custGeom>
              <a:avLst/>
              <a:gdLst>
                <a:gd name="T0" fmla="*/ 0 w 2"/>
                <a:gd name="T1" fmla="*/ 190 h 12"/>
                <a:gd name="T2" fmla="*/ 216 w 2"/>
                <a:gd name="T3" fmla="*/ 1061 h 12"/>
                <a:gd name="T4" fmla="*/ 216 w 2"/>
                <a:gd name="T5" fmla="*/ 2088 h 12"/>
                <a:gd name="T6" fmla="*/ 0 w 2"/>
                <a:gd name="T7" fmla="*/ 1061 h 12"/>
                <a:gd name="T8" fmla="*/ 0 w 2"/>
                <a:gd name="T9" fmla="*/ 530 h 12"/>
                <a:gd name="T10" fmla="*/ 0 w 2"/>
                <a:gd name="T11" fmla="*/ 0 h 12"/>
                <a:gd name="T12" fmla="*/ 0 w 2"/>
                <a:gd name="T13" fmla="*/ 19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12">
                  <a:moveTo>
                    <a:pt x="0" y="1"/>
                  </a:moveTo>
                  <a:cubicBezTo>
                    <a:pt x="1" y="2"/>
                    <a:pt x="1" y="5"/>
                    <a:pt x="1" y="6"/>
                  </a:cubicBezTo>
                  <a:cubicBezTo>
                    <a:pt x="2" y="8"/>
                    <a:pt x="2" y="10"/>
                    <a:pt x="1" y="12"/>
                  </a:cubicBezTo>
                  <a:cubicBezTo>
                    <a:pt x="0" y="10"/>
                    <a:pt x="0" y="8"/>
                    <a:pt x="0" y="6"/>
                  </a:cubicBezTo>
                  <a:cubicBezTo>
                    <a:pt x="0" y="5"/>
                    <a:pt x="0" y="4"/>
                    <a:pt x="0" y="3"/>
                  </a:cubicBezTo>
                  <a:cubicBezTo>
                    <a:pt x="0" y="2"/>
                    <a:pt x="0" y="1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95" name="Freeform 1522"/>
            <p:cNvSpPr>
              <a:spLocks/>
            </p:cNvSpPr>
            <p:nvPr/>
          </p:nvSpPr>
          <p:spPr bwMode="auto">
            <a:xfrm>
              <a:off x="20654" y="3212"/>
              <a:ext cx="23" cy="68"/>
            </a:xfrm>
            <a:custGeom>
              <a:avLst/>
              <a:gdLst>
                <a:gd name="T0" fmla="*/ 201 w 4"/>
                <a:gd name="T1" fmla="*/ 193 h 12"/>
                <a:gd name="T2" fmla="*/ 564 w 4"/>
                <a:gd name="T3" fmla="*/ 1286 h 12"/>
                <a:gd name="T4" fmla="*/ 397 w 4"/>
                <a:gd name="T5" fmla="*/ 1989 h 12"/>
                <a:gd name="T6" fmla="*/ 201 w 4"/>
                <a:gd name="T7" fmla="*/ 1094 h 12"/>
                <a:gd name="T8" fmla="*/ 0 w 4"/>
                <a:gd name="T9" fmla="*/ 0 h 12"/>
                <a:gd name="T10" fmla="*/ 0 w 4"/>
                <a:gd name="T11" fmla="*/ 193 h 12"/>
                <a:gd name="T12" fmla="*/ 201 w 4"/>
                <a:gd name="T13" fmla="*/ 19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2">
                  <a:moveTo>
                    <a:pt x="1" y="1"/>
                  </a:moveTo>
                  <a:cubicBezTo>
                    <a:pt x="2" y="2"/>
                    <a:pt x="2" y="5"/>
                    <a:pt x="3" y="7"/>
                  </a:cubicBezTo>
                  <a:cubicBezTo>
                    <a:pt x="3" y="8"/>
                    <a:pt x="4" y="12"/>
                    <a:pt x="2" y="11"/>
                  </a:cubicBezTo>
                  <a:cubicBezTo>
                    <a:pt x="1" y="10"/>
                    <a:pt x="1" y="7"/>
                    <a:pt x="1" y="6"/>
                  </a:cubicBezTo>
                  <a:cubicBezTo>
                    <a:pt x="0" y="4"/>
                    <a:pt x="0" y="2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96" name="Freeform 1523"/>
            <p:cNvSpPr>
              <a:spLocks/>
            </p:cNvSpPr>
            <p:nvPr/>
          </p:nvSpPr>
          <p:spPr bwMode="auto">
            <a:xfrm>
              <a:off x="20677" y="3196"/>
              <a:ext cx="22" cy="73"/>
            </a:xfrm>
            <a:custGeom>
              <a:avLst/>
              <a:gdLst>
                <a:gd name="T0" fmla="*/ 0 w 4"/>
                <a:gd name="T1" fmla="*/ 191 h 13"/>
                <a:gd name="T2" fmla="*/ 336 w 4"/>
                <a:gd name="T3" fmla="*/ 1230 h 13"/>
                <a:gd name="T4" fmla="*/ 336 w 4"/>
                <a:gd name="T5" fmla="*/ 1954 h 13"/>
                <a:gd name="T6" fmla="*/ 0 w 4"/>
                <a:gd name="T7" fmla="*/ 1073 h 13"/>
                <a:gd name="T8" fmla="*/ 0 w 4"/>
                <a:gd name="T9" fmla="*/ 0 h 13"/>
                <a:gd name="T10" fmla="*/ 0 w 4"/>
                <a:gd name="T11" fmla="*/ 191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13">
                  <a:moveTo>
                    <a:pt x="0" y="1"/>
                  </a:moveTo>
                  <a:cubicBezTo>
                    <a:pt x="1" y="3"/>
                    <a:pt x="1" y="5"/>
                    <a:pt x="2" y="7"/>
                  </a:cubicBezTo>
                  <a:cubicBezTo>
                    <a:pt x="3" y="8"/>
                    <a:pt x="4" y="13"/>
                    <a:pt x="2" y="11"/>
                  </a:cubicBezTo>
                  <a:cubicBezTo>
                    <a:pt x="0" y="10"/>
                    <a:pt x="0" y="8"/>
                    <a:pt x="0" y="6"/>
                  </a:cubicBezTo>
                  <a:cubicBezTo>
                    <a:pt x="0" y="4"/>
                    <a:pt x="0" y="2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97" name="Freeform 1524"/>
            <p:cNvSpPr>
              <a:spLocks/>
            </p:cNvSpPr>
            <p:nvPr/>
          </p:nvSpPr>
          <p:spPr bwMode="auto">
            <a:xfrm>
              <a:off x="20694" y="3184"/>
              <a:ext cx="17" cy="74"/>
            </a:xfrm>
            <a:custGeom>
              <a:avLst/>
              <a:gdLst>
                <a:gd name="T0" fmla="*/ 193 w 3"/>
                <a:gd name="T1" fmla="*/ 194 h 13"/>
                <a:gd name="T2" fmla="*/ 544 w 3"/>
                <a:gd name="T3" fmla="*/ 1298 h 13"/>
                <a:gd name="T4" fmla="*/ 193 w 3"/>
                <a:gd name="T5" fmla="*/ 2044 h 13"/>
                <a:gd name="T6" fmla="*/ 193 w 3"/>
                <a:gd name="T7" fmla="*/ 905 h 13"/>
                <a:gd name="T8" fmla="*/ 193 w 3"/>
                <a:gd name="T9" fmla="*/ 0 h 13"/>
                <a:gd name="T10" fmla="*/ 193 w 3"/>
                <a:gd name="T11" fmla="*/ 194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" h="13">
                  <a:moveTo>
                    <a:pt x="1" y="1"/>
                  </a:moveTo>
                  <a:cubicBezTo>
                    <a:pt x="2" y="2"/>
                    <a:pt x="3" y="5"/>
                    <a:pt x="3" y="7"/>
                  </a:cubicBezTo>
                  <a:cubicBezTo>
                    <a:pt x="3" y="8"/>
                    <a:pt x="3" y="13"/>
                    <a:pt x="1" y="11"/>
                  </a:cubicBezTo>
                  <a:cubicBezTo>
                    <a:pt x="1" y="10"/>
                    <a:pt x="1" y="6"/>
                    <a:pt x="1" y="5"/>
                  </a:cubicBezTo>
                  <a:cubicBezTo>
                    <a:pt x="1" y="4"/>
                    <a:pt x="0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98" name="Freeform 1525"/>
            <p:cNvSpPr>
              <a:spLocks/>
            </p:cNvSpPr>
            <p:nvPr/>
          </p:nvSpPr>
          <p:spPr bwMode="auto">
            <a:xfrm>
              <a:off x="20711" y="3162"/>
              <a:ext cx="33" cy="67"/>
            </a:xfrm>
            <a:custGeom>
              <a:avLst/>
              <a:gdLst>
                <a:gd name="T0" fmla="*/ 182 w 6"/>
                <a:gd name="T1" fmla="*/ 341 h 12"/>
                <a:gd name="T2" fmla="*/ 847 w 6"/>
                <a:gd name="T3" fmla="*/ 2088 h 12"/>
                <a:gd name="T4" fmla="*/ 336 w 6"/>
                <a:gd name="T5" fmla="*/ 1061 h 12"/>
                <a:gd name="T6" fmla="*/ 0 w 6"/>
                <a:gd name="T7" fmla="*/ 190 h 12"/>
                <a:gd name="T8" fmla="*/ 0 w 6"/>
                <a:gd name="T9" fmla="*/ 190 h 12"/>
                <a:gd name="T10" fmla="*/ 182 w 6"/>
                <a:gd name="T11" fmla="*/ 341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" h="12">
                  <a:moveTo>
                    <a:pt x="1" y="2"/>
                  </a:moveTo>
                  <a:cubicBezTo>
                    <a:pt x="2" y="5"/>
                    <a:pt x="6" y="8"/>
                    <a:pt x="5" y="12"/>
                  </a:cubicBezTo>
                  <a:cubicBezTo>
                    <a:pt x="3" y="12"/>
                    <a:pt x="2" y="8"/>
                    <a:pt x="2" y="6"/>
                  </a:cubicBezTo>
                  <a:cubicBezTo>
                    <a:pt x="1" y="5"/>
                    <a:pt x="0" y="2"/>
                    <a:pt x="0" y="1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1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99" name="Freeform 1526"/>
            <p:cNvSpPr>
              <a:spLocks/>
            </p:cNvSpPr>
            <p:nvPr/>
          </p:nvSpPr>
          <p:spPr bwMode="auto">
            <a:xfrm>
              <a:off x="20722" y="3145"/>
              <a:ext cx="51" cy="67"/>
            </a:xfrm>
            <a:custGeom>
              <a:avLst/>
              <a:gdLst>
                <a:gd name="T0" fmla="*/ 351 w 9"/>
                <a:gd name="T1" fmla="*/ 190 h 12"/>
                <a:gd name="T2" fmla="*/ 737 w 9"/>
                <a:gd name="T3" fmla="*/ 687 h 12"/>
                <a:gd name="T4" fmla="*/ 901 w 9"/>
                <a:gd name="T5" fmla="*/ 1401 h 12"/>
                <a:gd name="T6" fmla="*/ 1094 w 9"/>
                <a:gd name="T7" fmla="*/ 1904 h 12"/>
                <a:gd name="T8" fmla="*/ 544 w 9"/>
                <a:gd name="T9" fmla="*/ 1061 h 12"/>
                <a:gd name="T10" fmla="*/ 193 w 9"/>
                <a:gd name="T11" fmla="*/ 530 h 12"/>
                <a:gd name="T12" fmla="*/ 0 w 9"/>
                <a:gd name="T13" fmla="*/ 190 h 12"/>
                <a:gd name="T14" fmla="*/ 193 w 9"/>
                <a:gd name="T15" fmla="*/ 190 h 12"/>
                <a:gd name="T16" fmla="*/ 351 w 9"/>
                <a:gd name="T17" fmla="*/ 190 h 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" h="12">
                  <a:moveTo>
                    <a:pt x="2" y="1"/>
                  </a:moveTo>
                  <a:cubicBezTo>
                    <a:pt x="2" y="2"/>
                    <a:pt x="3" y="3"/>
                    <a:pt x="4" y="4"/>
                  </a:cubicBezTo>
                  <a:cubicBezTo>
                    <a:pt x="5" y="5"/>
                    <a:pt x="5" y="6"/>
                    <a:pt x="5" y="8"/>
                  </a:cubicBezTo>
                  <a:cubicBezTo>
                    <a:pt x="6" y="8"/>
                    <a:pt x="9" y="12"/>
                    <a:pt x="6" y="11"/>
                  </a:cubicBezTo>
                  <a:cubicBezTo>
                    <a:pt x="4" y="10"/>
                    <a:pt x="4" y="8"/>
                    <a:pt x="3" y="6"/>
                  </a:cubicBezTo>
                  <a:cubicBezTo>
                    <a:pt x="3" y="5"/>
                    <a:pt x="2" y="4"/>
                    <a:pt x="1" y="3"/>
                  </a:cubicBezTo>
                  <a:cubicBezTo>
                    <a:pt x="1" y="2"/>
                    <a:pt x="1" y="1"/>
                    <a:pt x="0" y="1"/>
                  </a:cubicBezTo>
                  <a:cubicBezTo>
                    <a:pt x="1" y="0"/>
                    <a:pt x="1" y="1"/>
                    <a:pt x="1" y="1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00" name="Freeform 1527"/>
            <p:cNvSpPr>
              <a:spLocks/>
            </p:cNvSpPr>
            <p:nvPr/>
          </p:nvSpPr>
          <p:spPr bwMode="auto">
            <a:xfrm>
              <a:off x="20744" y="3134"/>
              <a:ext cx="62" cy="67"/>
            </a:xfrm>
            <a:custGeom>
              <a:avLst/>
              <a:gdLst>
                <a:gd name="T0" fmla="*/ 349 w 11"/>
                <a:gd name="T1" fmla="*/ 190 h 12"/>
                <a:gd name="T2" fmla="*/ 1240 w 11"/>
                <a:gd name="T3" fmla="*/ 871 h 12"/>
                <a:gd name="T4" fmla="*/ 1432 w 11"/>
                <a:gd name="T5" fmla="*/ 1748 h 12"/>
                <a:gd name="T6" fmla="*/ 891 w 11"/>
                <a:gd name="T7" fmla="*/ 1217 h 12"/>
                <a:gd name="T8" fmla="*/ 733 w 11"/>
                <a:gd name="T9" fmla="*/ 871 h 12"/>
                <a:gd name="T10" fmla="*/ 0 w 11"/>
                <a:gd name="T11" fmla="*/ 0 h 12"/>
                <a:gd name="T12" fmla="*/ 349 w 11"/>
                <a:gd name="T13" fmla="*/ 19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2">
                  <a:moveTo>
                    <a:pt x="2" y="1"/>
                  </a:moveTo>
                  <a:cubicBezTo>
                    <a:pt x="4" y="3"/>
                    <a:pt x="6" y="3"/>
                    <a:pt x="7" y="5"/>
                  </a:cubicBezTo>
                  <a:cubicBezTo>
                    <a:pt x="8" y="7"/>
                    <a:pt x="11" y="12"/>
                    <a:pt x="8" y="10"/>
                  </a:cubicBezTo>
                  <a:cubicBezTo>
                    <a:pt x="7" y="9"/>
                    <a:pt x="6" y="8"/>
                    <a:pt x="5" y="7"/>
                  </a:cubicBezTo>
                  <a:cubicBezTo>
                    <a:pt x="5" y="7"/>
                    <a:pt x="5" y="6"/>
                    <a:pt x="4" y="5"/>
                  </a:cubicBezTo>
                  <a:cubicBezTo>
                    <a:pt x="3" y="3"/>
                    <a:pt x="1" y="2"/>
                    <a:pt x="0" y="0"/>
                  </a:cubicBezTo>
                  <a:cubicBezTo>
                    <a:pt x="1" y="0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01" name="Freeform 1528"/>
            <p:cNvSpPr>
              <a:spLocks/>
            </p:cNvSpPr>
            <p:nvPr/>
          </p:nvSpPr>
          <p:spPr bwMode="auto">
            <a:xfrm>
              <a:off x="20767" y="3122"/>
              <a:ext cx="68" cy="57"/>
            </a:xfrm>
            <a:custGeom>
              <a:avLst/>
              <a:gdLst>
                <a:gd name="T0" fmla="*/ 0 w 12"/>
                <a:gd name="T1" fmla="*/ 0 h 10"/>
                <a:gd name="T2" fmla="*/ 1286 w 12"/>
                <a:gd name="T3" fmla="*/ 553 h 10"/>
                <a:gd name="T4" fmla="*/ 1830 w 12"/>
                <a:gd name="T5" fmla="*/ 1106 h 10"/>
                <a:gd name="T6" fmla="*/ 2182 w 12"/>
                <a:gd name="T7" fmla="*/ 1493 h 10"/>
                <a:gd name="T8" fmla="*/ 1094 w 12"/>
                <a:gd name="T9" fmla="*/ 941 h 10"/>
                <a:gd name="T10" fmla="*/ 0 w 12"/>
                <a:gd name="T11" fmla="*/ 0 h 10"/>
                <a:gd name="T12" fmla="*/ 0 w 12"/>
                <a:gd name="T13" fmla="*/ 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0">
                  <a:moveTo>
                    <a:pt x="0" y="0"/>
                  </a:moveTo>
                  <a:cubicBezTo>
                    <a:pt x="2" y="0"/>
                    <a:pt x="5" y="2"/>
                    <a:pt x="7" y="3"/>
                  </a:cubicBezTo>
                  <a:cubicBezTo>
                    <a:pt x="8" y="4"/>
                    <a:pt x="9" y="5"/>
                    <a:pt x="10" y="6"/>
                  </a:cubicBezTo>
                  <a:cubicBezTo>
                    <a:pt x="11" y="6"/>
                    <a:pt x="12" y="7"/>
                    <a:pt x="12" y="8"/>
                  </a:cubicBezTo>
                  <a:cubicBezTo>
                    <a:pt x="10" y="10"/>
                    <a:pt x="7" y="6"/>
                    <a:pt x="6" y="5"/>
                  </a:cubicBezTo>
                  <a:cubicBezTo>
                    <a:pt x="4" y="4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02" name="Freeform 1529"/>
            <p:cNvSpPr>
              <a:spLocks/>
            </p:cNvSpPr>
            <p:nvPr/>
          </p:nvSpPr>
          <p:spPr bwMode="auto">
            <a:xfrm>
              <a:off x="20778" y="3105"/>
              <a:ext cx="90" cy="51"/>
            </a:xfrm>
            <a:custGeom>
              <a:avLst/>
              <a:gdLst>
                <a:gd name="T0" fmla="*/ 349 w 16"/>
                <a:gd name="T1" fmla="*/ 0 h 9"/>
                <a:gd name="T2" fmla="*/ 1074 w 16"/>
                <a:gd name="T3" fmla="*/ 351 h 9"/>
                <a:gd name="T4" fmla="*/ 1772 w 16"/>
                <a:gd name="T5" fmla="*/ 737 h 9"/>
                <a:gd name="T6" fmla="*/ 2498 w 16"/>
                <a:gd name="T7" fmla="*/ 1286 h 9"/>
                <a:gd name="T8" fmla="*/ 2661 w 16"/>
                <a:gd name="T9" fmla="*/ 1445 h 9"/>
                <a:gd name="T10" fmla="*/ 2498 w 16"/>
                <a:gd name="T11" fmla="*/ 1638 h 9"/>
                <a:gd name="T12" fmla="*/ 1772 w 16"/>
                <a:gd name="T13" fmla="*/ 1445 h 9"/>
                <a:gd name="T14" fmla="*/ 1232 w 16"/>
                <a:gd name="T15" fmla="*/ 1094 h 9"/>
                <a:gd name="T16" fmla="*/ 540 w 16"/>
                <a:gd name="T17" fmla="*/ 544 h 9"/>
                <a:gd name="T18" fmla="*/ 0 w 16"/>
                <a:gd name="T19" fmla="*/ 0 h 9"/>
                <a:gd name="T20" fmla="*/ 191 w 16"/>
                <a:gd name="T21" fmla="*/ 0 h 9"/>
                <a:gd name="T22" fmla="*/ 349 w 16"/>
                <a:gd name="T23" fmla="*/ 0 h 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6" h="9">
                  <a:moveTo>
                    <a:pt x="2" y="0"/>
                  </a:moveTo>
                  <a:cubicBezTo>
                    <a:pt x="3" y="1"/>
                    <a:pt x="5" y="1"/>
                    <a:pt x="6" y="2"/>
                  </a:cubicBezTo>
                  <a:cubicBezTo>
                    <a:pt x="8" y="3"/>
                    <a:pt x="9" y="3"/>
                    <a:pt x="10" y="4"/>
                  </a:cubicBezTo>
                  <a:cubicBezTo>
                    <a:pt x="11" y="5"/>
                    <a:pt x="12" y="6"/>
                    <a:pt x="14" y="7"/>
                  </a:cubicBezTo>
                  <a:cubicBezTo>
                    <a:pt x="14" y="7"/>
                    <a:pt x="15" y="7"/>
                    <a:pt x="15" y="8"/>
                  </a:cubicBezTo>
                  <a:cubicBezTo>
                    <a:pt x="16" y="9"/>
                    <a:pt x="15" y="8"/>
                    <a:pt x="14" y="9"/>
                  </a:cubicBezTo>
                  <a:cubicBezTo>
                    <a:pt x="13" y="9"/>
                    <a:pt x="12" y="9"/>
                    <a:pt x="10" y="8"/>
                  </a:cubicBezTo>
                  <a:cubicBezTo>
                    <a:pt x="9" y="7"/>
                    <a:pt x="8" y="6"/>
                    <a:pt x="7" y="6"/>
                  </a:cubicBezTo>
                  <a:cubicBezTo>
                    <a:pt x="5" y="5"/>
                    <a:pt x="4" y="4"/>
                    <a:pt x="3" y="3"/>
                  </a:cubicBezTo>
                  <a:cubicBezTo>
                    <a:pt x="2" y="2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03" name="Freeform 1530"/>
            <p:cNvSpPr>
              <a:spLocks/>
            </p:cNvSpPr>
            <p:nvPr/>
          </p:nvSpPr>
          <p:spPr bwMode="auto">
            <a:xfrm>
              <a:off x="20806" y="3083"/>
              <a:ext cx="91" cy="56"/>
            </a:xfrm>
            <a:custGeom>
              <a:avLst/>
              <a:gdLst>
                <a:gd name="T0" fmla="*/ 552 w 16"/>
                <a:gd name="T1" fmla="*/ 190 h 10"/>
                <a:gd name="T2" fmla="*/ 358 w 16"/>
                <a:gd name="T3" fmla="*/ 0 h 10"/>
                <a:gd name="T4" fmla="*/ 745 w 16"/>
                <a:gd name="T5" fmla="*/ 532 h 10"/>
                <a:gd name="T6" fmla="*/ 0 w 16"/>
                <a:gd name="T7" fmla="*/ 347 h 10"/>
                <a:gd name="T8" fmla="*/ 1098 w 16"/>
                <a:gd name="T9" fmla="*/ 1064 h 10"/>
                <a:gd name="T10" fmla="*/ 1649 w 16"/>
                <a:gd name="T11" fmla="*/ 1411 h 10"/>
                <a:gd name="T12" fmla="*/ 2201 w 16"/>
                <a:gd name="T13" fmla="*/ 1758 h 10"/>
                <a:gd name="T14" fmla="*/ 2394 w 16"/>
                <a:gd name="T15" fmla="*/ 1411 h 10"/>
                <a:gd name="T16" fmla="*/ 2747 w 16"/>
                <a:gd name="T17" fmla="*/ 1411 h 10"/>
                <a:gd name="T18" fmla="*/ 2201 w 16"/>
                <a:gd name="T19" fmla="*/ 1064 h 10"/>
                <a:gd name="T20" fmla="*/ 1490 w 16"/>
                <a:gd name="T21" fmla="*/ 532 h 10"/>
                <a:gd name="T22" fmla="*/ 745 w 16"/>
                <a:gd name="T23" fmla="*/ 190 h 10"/>
                <a:gd name="T24" fmla="*/ 552 w 16"/>
                <a:gd name="T25" fmla="*/ 190 h 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" h="10">
                  <a:moveTo>
                    <a:pt x="3" y="1"/>
                  </a:moveTo>
                  <a:cubicBezTo>
                    <a:pt x="3" y="0"/>
                    <a:pt x="2" y="0"/>
                    <a:pt x="2" y="0"/>
                  </a:cubicBezTo>
                  <a:cubicBezTo>
                    <a:pt x="2" y="1"/>
                    <a:pt x="4" y="3"/>
                    <a:pt x="4" y="3"/>
                  </a:cubicBezTo>
                  <a:cubicBezTo>
                    <a:pt x="3" y="4"/>
                    <a:pt x="1" y="2"/>
                    <a:pt x="0" y="2"/>
                  </a:cubicBezTo>
                  <a:cubicBezTo>
                    <a:pt x="2" y="4"/>
                    <a:pt x="4" y="5"/>
                    <a:pt x="6" y="6"/>
                  </a:cubicBezTo>
                  <a:cubicBezTo>
                    <a:pt x="7" y="7"/>
                    <a:pt x="8" y="7"/>
                    <a:pt x="9" y="8"/>
                  </a:cubicBezTo>
                  <a:cubicBezTo>
                    <a:pt x="10" y="9"/>
                    <a:pt x="11" y="10"/>
                    <a:pt x="12" y="10"/>
                  </a:cubicBezTo>
                  <a:cubicBezTo>
                    <a:pt x="12" y="9"/>
                    <a:pt x="12" y="9"/>
                    <a:pt x="13" y="8"/>
                  </a:cubicBezTo>
                  <a:cubicBezTo>
                    <a:pt x="13" y="8"/>
                    <a:pt x="14" y="9"/>
                    <a:pt x="15" y="8"/>
                  </a:cubicBezTo>
                  <a:cubicBezTo>
                    <a:pt x="16" y="8"/>
                    <a:pt x="13" y="6"/>
                    <a:pt x="12" y="6"/>
                  </a:cubicBezTo>
                  <a:cubicBezTo>
                    <a:pt x="11" y="5"/>
                    <a:pt x="10" y="4"/>
                    <a:pt x="8" y="3"/>
                  </a:cubicBezTo>
                  <a:cubicBezTo>
                    <a:pt x="7" y="3"/>
                    <a:pt x="5" y="1"/>
                    <a:pt x="4" y="1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04" name="Freeform 1531"/>
            <p:cNvSpPr>
              <a:spLocks/>
            </p:cNvSpPr>
            <p:nvPr/>
          </p:nvSpPr>
          <p:spPr bwMode="auto">
            <a:xfrm>
              <a:off x="20818" y="3060"/>
              <a:ext cx="95" cy="57"/>
            </a:xfrm>
            <a:custGeom>
              <a:avLst/>
              <a:gdLst>
                <a:gd name="T0" fmla="*/ 341 w 17"/>
                <a:gd name="T1" fmla="*/ 359 h 10"/>
                <a:gd name="T2" fmla="*/ 1749 w 17"/>
                <a:gd name="T3" fmla="*/ 1106 h 10"/>
                <a:gd name="T4" fmla="*/ 2280 w 17"/>
                <a:gd name="T5" fmla="*/ 1493 h 10"/>
                <a:gd name="T6" fmla="*/ 2777 w 17"/>
                <a:gd name="T7" fmla="*/ 1853 h 10"/>
                <a:gd name="T8" fmla="*/ 2621 w 17"/>
                <a:gd name="T9" fmla="*/ 1300 h 10"/>
                <a:gd name="T10" fmla="*/ 2967 w 17"/>
                <a:gd name="T11" fmla="*/ 1300 h 10"/>
                <a:gd name="T12" fmla="*/ 2621 w 17"/>
                <a:gd name="T13" fmla="*/ 747 h 10"/>
                <a:gd name="T14" fmla="*/ 1749 w 17"/>
                <a:gd name="T15" fmla="*/ 359 h 10"/>
                <a:gd name="T16" fmla="*/ 1062 w 17"/>
                <a:gd name="T17" fmla="*/ 194 h 10"/>
                <a:gd name="T18" fmla="*/ 341 w 17"/>
                <a:gd name="T19" fmla="*/ 0 h 10"/>
                <a:gd name="T20" fmla="*/ 687 w 17"/>
                <a:gd name="T21" fmla="*/ 359 h 10"/>
                <a:gd name="T22" fmla="*/ 0 w 17"/>
                <a:gd name="T23" fmla="*/ 194 h 10"/>
                <a:gd name="T24" fmla="*/ 190 w 17"/>
                <a:gd name="T25" fmla="*/ 359 h 10"/>
                <a:gd name="T26" fmla="*/ 341 w 17"/>
                <a:gd name="T27" fmla="*/ 359 h 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7" h="10">
                  <a:moveTo>
                    <a:pt x="2" y="2"/>
                  </a:moveTo>
                  <a:cubicBezTo>
                    <a:pt x="4" y="4"/>
                    <a:pt x="7" y="5"/>
                    <a:pt x="10" y="6"/>
                  </a:cubicBezTo>
                  <a:cubicBezTo>
                    <a:pt x="11" y="6"/>
                    <a:pt x="12" y="7"/>
                    <a:pt x="13" y="8"/>
                  </a:cubicBezTo>
                  <a:cubicBezTo>
                    <a:pt x="14" y="8"/>
                    <a:pt x="15" y="9"/>
                    <a:pt x="16" y="10"/>
                  </a:cubicBezTo>
                  <a:cubicBezTo>
                    <a:pt x="16" y="8"/>
                    <a:pt x="15" y="8"/>
                    <a:pt x="15" y="7"/>
                  </a:cubicBezTo>
                  <a:cubicBezTo>
                    <a:pt x="15" y="6"/>
                    <a:pt x="16" y="7"/>
                    <a:pt x="17" y="7"/>
                  </a:cubicBezTo>
                  <a:cubicBezTo>
                    <a:pt x="16" y="5"/>
                    <a:pt x="16" y="5"/>
                    <a:pt x="15" y="4"/>
                  </a:cubicBezTo>
                  <a:cubicBezTo>
                    <a:pt x="13" y="3"/>
                    <a:pt x="12" y="3"/>
                    <a:pt x="10" y="2"/>
                  </a:cubicBezTo>
                  <a:cubicBezTo>
                    <a:pt x="9" y="2"/>
                    <a:pt x="8" y="2"/>
                    <a:pt x="6" y="1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3" y="1"/>
                    <a:pt x="4" y="1"/>
                    <a:pt x="4" y="2"/>
                  </a:cubicBezTo>
                  <a:cubicBezTo>
                    <a:pt x="4" y="2"/>
                    <a:pt x="1" y="0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lnTo>
                    <a:pt x="2" y="2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05" name="Freeform 1532"/>
            <p:cNvSpPr>
              <a:spLocks/>
            </p:cNvSpPr>
            <p:nvPr/>
          </p:nvSpPr>
          <p:spPr bwMode="auto">
            <a:xfrm>
              <a:off x="20840" y="3038"/>
              <a:ext cx="124" cy="45"/>
            </a:xfrm>
            <a:custGeom>
              <a:avLst/>
              <a:gdLst>
                <a:gd name="T0" fmla="*/ 733 w 22"/>
                <a:gd name="T1" fmla="*/ 191 h 8"/>
                <a:gd name="T2" fmla="*/ 349 w 22"/>
                <a:gd name="T3" fmla="*/ 349 h 8"/>
                <a:gd name="T4" fmla="*/ 0 w 22"/>
                <a:gd name="T5" fmla="*/ 349 h 8"/>
                <a:gd name="T6" fmla="*/ 349 w 22"/>
                <a:gd name="T7" fmla="*/ 726 h 8"/>
                <a:gd name="T8" fmla="*/ 733 w 22"/>
                <a:gd name="T9" fmla="*/ 726 h 8"/>
                <a:gd name="T10" fmla="*/ 1781 w 22"/>
                <a:gd name="T11" fmla="*/ 1074 h 8"/>
                <a:gd name="T12" fmla="*/ 2700 w 22"/>
                <a:gd name="T13" fmla="*/ 1423 h 8"/>
                <a:gd name="T14" fmla="*/ 1967 w 22"/>
                <a:gd name="T15" fmla="*/ 889 h 8"/>
                <a:gd name="T16" fmla="*/ 2858 w 22"/>
                <a:gd name="T17" fmla="*/ 1232 h 8"/>
                <a:gd name="T18" fmla="*/ 3207 w 22"/>
                <a:gd name="T19" fmla="*/ 889 h 8"/>
                <a:gd name="T20" fmla="*/ 2858 w 22"/>
                <a:gd name="T21" fmla="*/ 726 h 8"/>
                <a:gd name="T22" fmla="*/ 3049 w 22"/>
                <a:gd name="T23" fmla="*/ 349 h 8"/>
                <a:gd name="T24" fmla="*/ 3940 w 22"/>
                <a:gd name="T25" fmla="*/ 349 h 8"/>
                <a:gd name="T26" fmla="*/ 3940 w 22"/>
                <a:gd name="T27" fmla="*/ 349 h 8"/>
                <a:gd name="T28" fmla="*/ 2317 w 22"/>
                <a:gd name="T29" fmla="*/ 191 h 8"/>
                <a:gd name="T30" fmla="*/ 1618 w 22"/>
                <a:gd name="T31" fmla="*/ 191 h 8"/>
                <a:gd name="T32" fmla="*/ 891 w 22"/>
                <a:gd name="T33" fmla="*/ 191 h 8"/>
                <a:gd name="T34" fmla="*/ 733 w 22"/>
                <a:gd name="T35" fmla="*/ 191 h 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2" h="8">
                  <a:moveTo>
                    <a:pt x="4" y="1"/>
                  </a:moveTo>
                  <a:cubicBezTo>
                    <a:pt x="3" y="1"/>
                    <a:pt x="2" y="1"/>
                    <a:pt x="2" y="2"/>
                  </a:cubicBezTo>
                  <a:cubicBezTo>
                    <a:pt x="1" y="2"/>
                    <a:pt x="0" y="1"/>
                    <a:pt x="0" y="2"/>
                  </a:cubicBezTo>
                  <a:cubicBezTo>
                    <a:pt x="0" y="2"/>
                    <a:pt x="1" y="4"/>
                    <a:pt x="2" y="4"/>
                  </a:cubicBezTo>
                  <a:cubicBezTo>
                    <a:pt x="2" y="4"/>
                    <a:pt x="3" y="4"/>
                    <a:pt x="4" y="4"/>
                  </a:cubicBezTo>
                  <a:cubicBezTo>
                    <a:pt x="6" y="5"/>
                    <a:pt x="8" y="5"/>
                    <a:pt x="10" y="6"/>
                  </a:cubicBezTo>
                  <a:cubicBezTo>
                    <a:pt x="12" y="7"/>
                    <a:pt x="14" y="8"/>
                    <a:pt x="15" y="8"/>
                  </a:cubicBezTo>
                  <a:cubicBezTo>
                    <a:pt x="15" y="6"/>
                    <a:pt x="12" y="6"/>
                    <a:pt x="11" y="5"/>
                  </a:cubicBezTo>
                  <a:cubicBezTo>
                    <a:pt x="13" y="4"/>
                    <a:pt x="14" y="6"/>
                    <a:pt x="16" y="7"/>
                  </a:cubicBezTo>
                  <a:cubicBezTo>
                    <a:pt x="18" y="7"/>
                    <a:pt x="20" y="7"/>
                    <a:pt x="18" y="5"/>
                  </a:cubicBezTo>
                  <a:cubicBezTo>
                    <a:pt x="17" y="5"/>
                    <a:pt x="16" y="4"/>
                    <a:pt x="16" y="4"/>
                  </a:cubicBezTo>
                  <a:cubicBezTo>
                    <a:pt x="15" y="3"/>
                    <a:pt x="16" y="3"/>
                    <a:pt x="17" y="2"/>
                  </a:cubicBezTo>
                  <a:cubicBezTo>
                    <a:pt x="19" y="2"/>
                    <a:pt x="20" y="2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19" y="1"/>
                    <a:pt x="16" y="1"/>
                    <a:pt x="13" y="1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7" y="1"/>
                    <a:pt x="6" y="1"/>
                    <a:pt x="5" y="1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06" name="Freeform 1533"/>
            <p:cNvSpPr>
              <a:spLocks/>
            </p:cNvSpPr>
            <p:nvPr/>
          </p:nvSpPr>
          <p:spPr bwMode="auto">
            <a:xfrm>
              <a:off x="20868" y="3021"/>
              <a:ext cx="158" cy="28"/>
            </a:xfrm>
            <a:custGeom>
              <a:avLst/>
              <a:gdLst>
                <a:gd name="T0" fmla="*/ 1625 w 28"/>
                <a:gd name="T1" fmla="*/ 0 h 5"/>
                <a:gd name="T2" fmla="*/ 0 w 28"/>
                <a:gd name="T3" fmla="*/ 347 h 5"/>
                <a:gd name="T4" fmla="*/ 1275 w 28"/>
                <a:gd name="T5" fmla="*/ 532 h 5"/>
                <a:gd name="T6" fmla="*/ 2325 w 28"/>
                <a:gd name="T7" fmla="*/ 532 h 5"/>
                <a:gd name="T8" fmla="*/ 3792 w 28"/>
                <a:gd name="T9" fmla="*/ 689 h 5"/>
                <a:gd name="T10" fmla="*/ 5033 w 28"/>
                <a:gd name="T11" fmla="*/ 879 h 5"/>
                <a:gd name="T12" fmla="*/ 3408 w 28"/>
                <a:gd name="T13" fmla="*/ 532 h 5"/>
                <a:gd name="T14" fmla="*/ 2517 w 28"/>
                <a:gd name="T15" fmla="*/ 347 h 5"/>
                <a:gd name="T16" fmla="*/ 1783 w 28"/>
                <a:gd name="T17" fmla="*/ 190 h 5"/>
                <a:gd name="T18" fmla="*/ 1625 w 28"/>
                <a:gd name="T19" fmla="*/ 0 h 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8" h="5">
                  <a:moveTo>
                    <a:pt x="9" y="0"/>
                  </a:moveTo>
                  <a:cubicBezTo>
                    <a:pt x="6" y="1"/>
                    <a:pt x="2" y="0"/>
                    <a:pt x="0" y="2"/>
                  </a:cubicBezTo>
                  <a:cubicBezTo>
                    <a:pt x="1" y="3"/>
                    <a:pt x="5" y="3"/>
                    <a:pt x="7" y="3"/>
                  </a:cubicBezTo>
                  <a:cubicBezTo>
                    <a:pt x="9" y="3"/>
                    <a:pt x="11" y="3"/>
                    <a:pt x="13" y="3"/>
                  </a:cubicBezTo>
                  <a:cubicBezTo>
                    <a:pt x="16" y="4"/>
                    <a:pt x="19" y="4"/>
                    <a:pt x="21" y="4"/>
                  </a:cubicBezTo>
                  <a:cubicBezTo>
                    <a:pt x="24" y="5"/>
                    <a:pt x="26" y="5"/>
                    <a:pt x="28" y="5"/>
                  </a:cubicBezTo>
                  <a:cubicBezTo>
                    <a:pt x="28" y="3"/>
                    <a:pt x="21" y="3"/>
                    <a:pt x="19" y="3"/>
                  </a:cubicBezTo>
                  <a:cubicBezTo>
                    <a:pt x="18" y="2"/>
                    <a:pt x="16" y="2"/>
                    <a:pt x="14" y="2"/>
                  </a:cubicBezTo>
                  <a:cubicBezTo>
                    <a:pt x="13" y="1"/>
                    <a:pt x="12" y="1"/>
                    <a:pt x="10" y="1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07" name="Freeform 1534"/>
            <p:cNvSpPr>
              <a:spLocks/>
            </p:cNvSpPr>
            <p:nvPr/>
          </p:nvSpPr>
          <p:spPr bwMode="auto">
            <a:xfrm>
              <a:off x="20902" y="2993"/>
              <a:ext cx="209" cy="22"/>
            </a:xfrm>
            <a:custGeom>
              <a:avLst/>
              <a:gdLst>
                <a:gd name="T0" fmla="*/ 2327 w 37"/>
                <a:gd name="T1" fmla="*/ 182 h 4"/>
                <a:gd name="T2" fmla="*/ 1085 w 37"/>
                <a:gd name="T3" fmla="*/ 182 h 4"/>
                <a:gd name="T4" fmla="*/ 0 w 37"/>
                <a:gd name="T5" fmla="*/ 517 h 4"/>
                <a:gd name="T6" fmla="*/ 734 w 37"/>
                <a:gd name="T7" fmla="*/ 517 h 4"/>
                <a:gd name="T8" fmla="*/ 1785 w 37"/>
                <a:gd name="T9" fmla="*/ 517 h 4"/>
                <a:gd name="T10" fmla="*/ 2519 w 37"/>
                <a:gd name="T11" fmla="*/ 336 h 4"/>
                <a:gd name="T12" fmla="*/ 3412 w 37"/>
                <a:gd name="T13" fmla="*/ 336 h 4"/>
                <a:gd name="T14" fmla="*/ 4496 w 37"/>
                <a:gd name="T15" fmla="*/ 336 h 4"/>
                <a:gd name="T16" fmla="*/ 5394 w 37"/>
                <a:gd name="T17" fmla="*/ 336 h 4"/>
                <a:gd name="T18" fmla="*/ 6129 w 37"/>
                <a:gd name="T19" fmla="*/ 182 h 4"/>
                <a:gd name="T20" fmla="*/ 6671 w 37"/>
                <a:gd name="T21" fmla="*/ 0 h 4"/>
                <a:gd name="T22" fmla="*/ 6315 w 37"/>
                <a:gd name="T23" fmla="*/ 0 h 4"/>
                <a:gd name="T24" fmla="*/ 5587 w 37"/>
                <a:gd name="T25" fmla="*/ 0 h 4"/>
                <a:gd name="T26" fmla="*/ 4338 w 37"/>
                <a:gd name="T27" fmla="*/ 0 h 4"/>
                <a:gd name="T28" fmla="*/ 3412 w 37"/>
                <a:gd name="T29" fmla="*/ 0 h 4"/>
                <a:gd name="T30" fmla="*/ 2519 w 37"/>
                <a:gd name="T31" fmla="*/ 182 h 4"/>
                <a:gd name="T32" fmla="*/ 2327 w 37"/>
                <a:gd name="T33" fmla="*/ 182 h 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7" h="4">
                  <a:moveTo>
                    <a:pt x="13" y="1"/>
                  </a:moveTo>
                  <a:cubicBezTo>
                    <a:pt x="11" y="2"/>
                    <a:pt x="8" y="1"/>
                    <a:pt x="6" y="1"/>
                  </a:cubicBezTo>
                  <a:cubicBezTo>
                    <a:pt x="5" y="2"/>
                    <a:pt x="0" y="2"/>
                    <a:pt x="0" y="3"/>
                  </a:cubicBezTo>
                  <a:cubicBezTo>
                    <a:pt x="0" y="4"/>
                    <a:pt x="3" y="3"/>
                    <a:pt x="4" y="3"/>
                  </a:cubicBezTo>
                  <a:cubicBezTo>
                    <a:pt x="6" y="3"/>
                    <a:pt x="8" y="4"/>
                    <a:pt x="10" y="3"/>
                  </a:cubicBezTo>
                  <a:cubicBezTo>
                    <a:pt x="11" y="3"/>
                    <a:pt x="13" y="2"/>
                    <a:pt x="14" y="2"/>
                  </a:cubicBezTo>
                  <a:cubicBezTo>
                    <a:pt x="16" y="2"/>
                    <a:pt x="18" y="2"/>
                    <a:pt x="19" y="2"/>
                  </a:cubicBezTo>
                  <a:cubicBezTo>
                    <a:pt x="21" y="2"/>
                    <a:pt x="23" y="2"/>
                    <a:pt x="25" y="2"/>
                  </a:cubicBezTo>
                  <a:cubicBezTo>
                    <a:pt x="26" y="2"/>
                    <a:pt x="28" y="3"/>
                    <a:pt x="30" y="2"/>
                  </a:cubicBezTo>
                  <a:cubicBezTo>
                    <a:pt x="31" y="2"/>
                    <a:pt x="32" y="1"/>
                    <a:pt x="34" y="1"/>
                  </a:cubicBezTo>
                  <a:cubicBezTo>
                    <a:pt x="35" y="1"/>
                    <a:pt x="36" y="1"/>
                    <a:pt x="37" y="0"/>
                  </a:cubicBezTo>
                  <a:cubicBezTo>
                    <a:pt x="37" y="0"/>
                    <a:pt x="35" y="0"/>
                    <a:pt x="35" y="0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28" y="0"/>
                    <a:pt x="26" y="0"/>
                    <a:pt x="24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7" y="0"/>
                    <a:pt x="16" y="1"/>
                    <a:pt x="14" y="1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08" name="Freeform 1535"/>
            <p:cNvSpPr>
              <a:spLocks/>
            </p:cNvSpPr>
            <p:nvPr/>
          </p:nvSpPr>
          <p:spPr bwMode="auto">
            <a:xfrm>
              <a:off x="20925" y="2914"/>
              <a:ext cx="321" cy="79"/>
            </a:xfrm>
            <a:custGeom>
              <a:avLst/>
              <a:gdLst>
                <a:gd name="T0" fmla="*/ 541 w 57"/>
                <a:gd name="T1" fmla="*/ 2325 h 14"/>
                <a:gd name="T2" fmla="*/ 2664 w 57"/>
                <a:gd name="T3" fmla="*/ 1975 h 14"/>
                <a:gd name="T4" fmla="*/ 3047 w 57"/>
                <a:gd name="T5" fmla="*/ 1783 h 14"/>
                <a:gd name="T6" fmla="*/ 3582 w 57"/>
                <a:gd name="T7" fmla="*/ 1625 h 14"/>
                <a:gd name="T8" fmla="*/ 3931 w 57"/>
                <a:gd name="T9" fmla="*/ 1625 h 14"/>
                <a:gd name="T10" fmla="*/ 4280 w 57"/>
                <a:gd name="T11" fmla="*/ 1625 h 14"/>
                <a:gd name="T12" fmla="*/ 6595 w 57"/>
                <a:gd name="T13" fmla="*/ 1275 h 14"/>
                <a:gd name="T14" fmla="*/ 7518 w 57"/>
                <a:gd name="T15" fmla="*/ 892 h 14"/>
                <a:gd name="T16" fmla="*/ 8402 w 57"/>
                <a:gd name="T17" fmla="*/ 734 h 14"/>
                <a:gd name="T18" fmla="*/ 8943 w 57"/>
                <a:gd name="T19" fmla="*/ 542 h 14"/>
                <a:gd name="T20" fmla="*/ 8943 w 57"/>
                <a:gd name="T21" fmla="*/ 892 h 14"/>
                <a:gd name="T22" fmla="*/ 8751 w 57"/>
                <a:gd name="T23" fmla="*/ 1275 h 14"/>
                <a:gd name="T24" fmla="*/ 9450 w 57"/>
                <a:gd name="T25" fmla="*/ 734 h 14"/>
                <a:gd name="T26" fmla="*/ 9990 w 57"/>
                <a:gd name="T27" fmla="*/ 0 h 14"/>
                <a:gd name="T28" fmla="*/ 8943 w 57"/>
                <a:gd name="T29" fmla="*/ 350 h 14"/>
                <a:gd name="T30" fmla="*/ 8025 w 57"/>
                <a:gd name="T31" fmla="*/ 542 h 14"/>
                <a:gd name="T32" fmla="*/ 6060 w 57"/>
                <a:gd name="T33" fmla="*/ 892 h 14"/>
                <a:gd name="T34" fmla="*/ 5012 w 57"/>
                <a:gd name="T35" fmla="*/ 1083 h 14"/>
                <a:gd name="T36" fmla="*/ 3931 w 57"/>
                <a:gd name="T37" fmla="*/ 1433 h 14"/>
                <a:gd name="T38" fmla="*/ 3047 w 57"/>
                <a:gd name="T39" fmla="*/ 1625 h 14"/>
                <a:gd name="T40" fmla="*/ 2506 w 57"/>
                <a:gd name="T41" fmla="*/ 1783 h 14"/>
                <a:gd name="T42" fmla="*/ 2157 w 57"/>
                <a:gd name="T43" fmla="*/ 1975 h 14"/>
                <a:gd name="T44" fmla="*/ 1076 w 57"/>
                <a:gd name="T45" fmla="*/ 1975 h 14"/>
                <a:gd name="T46" fmla="*/ 0 w 57"/>
                <a:gd name="T47" fmla="*/ 2325 h 14"/>
                <a:gd name="T48" fmla="*/ 541 w 57"/>
                <a:gd name="T49" fmla="*/ 2325 h 1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7" h="14">
                  <a:moveTo>
                    <a:pt x="3" y="13"/>
                  </a:moveTo>
                  <a:cubicBezTo>
                    <a:pt x="7" y="12"/>
                    <a:pt x="11" y="13"/>
                    <a:pt x="15" y="11"/>
                  </a:cubicBezTo>
                  <a:cubicBezTo>
                    <a:pt x="16" y="11"/>
                    <a:pt x="16" y="11"/>
                    <a:pt x="17" y="10"/>
                  </a:cubicBezTo>
                  <a:cubicBezTo>
                    <a:pt x="18" y="10"/>
                    <a:pt x="19" y="10"/>
                    <a:pt x="20" y="9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3" y="9"/>
                    <a:pt x="24" y="9"/>
                    <a:pt x="24" y="9"/>
                  </a:cubicBezTo>
                  <a:cubicBezTo>
                    <a:pt x="28" y="9"/>
                    <a:pt x="33" y="8"/>
                    <a:pt x="37" y="7"/>
                  </a:cubicBezTo>
                  <a:cubicBezTo>
                    <a:pt x="38" y="6"/>
                    <a:pt x="40" y="6"/>
                    <a:pt x="42" y="5"/>
                  </a:cubicBezTo>
                  <a:cubicBezTo>
                    <a:pt x="44" y="5"/>
                    <a:pt x="45" y="4"/>
                    <a:pt x="47" y="4"/>
                  </a:cubicBezTo>
                  <a:cubicBezTo>
                    <a:pt x="48" y="3"/>
                    <a:pt x="50" y="3"/>
                    <a:pt x="50" y="3"/>
                  </a:cubicBezTo>
                  <a:cubicBezTo>
                    <a:pt x="51" y="4"/>
                    <a:pt x="50" y="5"/>
                    <a:pt x="50" y="5"/>
                  </a:cubicBezTo>
                  <a:cubicBezTo>
                    <a:pt x="49" y="6"/>
                    <a:pt x="49" y="6"/>
                    <a:pt x="49" y="7"/>
                  </a:cubicBezTo>
                  <a:cubicBezTo>
                    <a:pt x="51" y="8"/>
                    <a:pt x="52" y="6"/>
                    <a:pt x="53" y="4"/>
                  </a:cubicBezTo>
                  <a:cubicBezTo>
                    <a:pt x="54" y="4"/>
                    <a:pt x="57" y="1"/>
                    <a:pt x="56" y="0"/>
                  </a:cubicBezTo>
                  <a:cubicBezTo>
                    <a:pt x="55" y="0"/>
                    <a:pt x="51" y="2"/>
                    <a:pt x="50" y="2"/>
                  </a:cubicBezTo>
                  <a:cubicBezTo>
                    <a:pt x="48" y="2"/>
                    <a:pt x="46" y="2"/>
                    <a:pt x="45" y="3"/>
                  </a:cubicBezTo>
                  <a:cubicBezTo>
                    <a:pt x="41" y="3"/>
                    <a:pt x="37" y="5"/>
                    <a:pt x="34" y="5"/>
                  </a:cubicBezTo>
                  <a:cubicBezTo>
                    <a:pt x="32" y="6"/>
                    <a:pt x="30" y="6"/>
                    <a:pt x="28" y="6"/>
                  </a:cubicBezTo>
                  <a:cubicBezTo>
                    <a:pt x="26" y="7"/>
                    <a:pt x="24" y="7"/>
                    <a:pt x="22" y="8"/>
                  </a:cubicBezTo>
                  <a:cubicBezTo>
                    <a:pt x="21" y="8"/>
                    <a:pt x="19" y="8"/>
                    <a:pt x="17" y="9"/>
                  </a:cubicBezTo>
                  <a:cubicBezTo>
                    <a:pt x="16" y="9"/>
                    <a:pt x="15" y="10"/>
                    <a:pt x="14" y="10"/>
                  </a:cubicBezTo>
                  <a:cubicBezTo>
                    <a:pt x="14" y="11"/>
                    <a:pt x="13" y="11"/>
                    <a:pt x="12" y="11"/>
                  </a:cubicBezTo>
                  <a:cubicBezTo>
                    <a:pt x="10" y="11"/>
                    <a:pt x="8" y="11"/>
                    <a:pt x="6" y="11"/>
                  </a:cubicBezTo>
                  <a:cubicBezTo>
                    <a:pt x="3" y="11"/>
                    <a:pt x="2" y="12"/>
                    <a:pt x="0" y="13"/>
                  </a:cubicBezTo>
                  <a:cubicBezTo>
                    <a:pt x="0" y="14"/>
                    <a:pt x="2" y="13"/>
                    <a:pt x="3" y="13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09" name="Freeform 1536"/>
            <p:cNvSpPr>
              <a:spLocks/>
            </p:cNvSpPr>
            <p:nvPr/>
          </p:nvSpPr>
          <p:spPr bwMode="auto">
            <a:xfrm>
              <a:off x="20885" y="2733"/>
              <a:ext cx="496" cy="248"/>
            </a:xfrm>
            <a:custGeom>
              <a:avLst/>
              <a:gdLst>
                <a:gd name="T0" fmla="*/ 3207 w 88"/>
                <a:gd name="T1" fmla="*/ 6640 h 44"/>
                <a:gd name="T2" fmla="*/ 3940 w 88"/>
                <a:gd name="T3" fmla="*/ 6099 h 44"/>
                <a:gd name="T4" fmla="*/ 6448 w 88"/>
                <a:gd name="T5" fmla="*/ 4673 h 44"/>
                <a:gd name="T6" fmla="*/ 7688 w 88"/>
                <a:gd name="T7" fmla="*/ 4131 h 44"/>
                <a:gd name="T8" fmla="*/ 10579 w 88"/>
                <a:gd name="T9" fmla="*/ 2508 h 44"/>
                <a:gd name="T10" fmla="*/ 15218 w 88"/>
                <a:gd name="T11" fmla="*/ 541 h 44"/>
                <a:gd name="T12" fmla="*/ 14677 w 88"/>
                <a:gd name="T13" fmla="*/ 1240 h 44"/>
                <a:gd name="T14" fmla="*/ 13787 w 88"/>
                <a:gd name="T15" fmla="*/ 2159 h 44"/>
                <a:gd name="T16" fmla="*/ 14136 w 88"/>
                <a:gd name="T17" fmla="*/ 1967 h 44"/>
                <a:gd name="T18" fmla="*/ 15027 w 88"/>
                <a:gd name="T19" fmla="*/ 1781 h 44"/>
                <a:gd name="T20" fmla="*/ 14328 w 88"/>
                <a:gd name="T21" fmla="*/ 2508 h 44"/>
                <a:gd name="T22" fmla="*/ 14519 w 88"/>
                <a:gd name="T23" fmla="*/ 2858 h 44"/>
                <a:gd name="T24" fmla="*/ 13245 w 88"/>
                <a:gd name="T25" fmla="*/ 3590 h 44"/>
                <a:gd name="T26" fmla="*/ 13245 w 88"/>
                <a:gd name="T27" fmla="*/ 3748 h 44"/>
                <a:gd name="T28" fmla="*/ 13787 w 88"/>
                <a:gd name="T29" fmla="*/ 3748 h 44"/>
                <a:gd name="T30" fmla="*/ 11278 w 88"/>
                <a:gd name="T31" fmla="*/ 5557 h 44"/>
                <a:gd name="T32" fmla="*/ 11278 w 88"/>
                <a:gd name="T33" fmla="*/ 5180 h 44"/>
                <a:gd name="T34" fmla="*/ 11087 w 88"/>
                <a:gd name="T35" fmla="*/ 5022 h 44"/>
                <a:gd name="T36" fmla="*/ 8770 w 88"/>
                <a:gd name="T37" fmla="*/ 5721 h 44"/>
                <a:gd name="T38" fmla="*/ 7339 w 88"/>
                <a:gd name="T39" fmla="*/ 5907 h 44"/>
                <a:gd name="T40" fmla="*/ 6256 w 88"/>
                <a:gd name="T41" fmla="*/ 6256 h 44"/>
                <a:gd name="T42" fmla="*/ 5180 w 88"/>
                <a:gd name="T43" fmla="*/ 6640 h 44"/>
                <a:gd name="T44" fmla="*/ 3748 w 88"/>
                <a:gd name="T45" fmla="*/ 6989 h 44"/>
                <a:gd name="T46" fmla="*/ 5022 w 88"/>
                <a:gd name="T47" fmla="*/ 6448 h 44"/>
                <a:gd name="T48" fmla="*/ 6448 w 88"/>
                <a:gd name="T49" fmla="*/ 6099 h 44"/>
                <a:gd name="T50" fmla="*/ 7147 w 88"/>
                <a:gd name="T51" fmla="*/ 5721 h 44"/>
                <a:gd name="T52" fmla="*/ 8956 w 88"/>
                <a:gd name="T53" fmla="*/ 5022 h 44"/>
                <a:gd name="T54" fmla="*/ 8229 w 88"/>
                <a:gd name="T55" fmla="*/ 5022 h 44"/>
                <a:gd name="T56" fmla="*/ 6640 w 88"/>
                <a:gd name="T57" fmla="*/ 5557 h 44"/>
                <a:gd name="T58" fmla="*/ 5907 w 88"/>
                <a:gd name="T59" fmla="*/ 5721 h 44"/>
                <a:gd name="T60" fmla="*/ 5180 w 88"/>
                <a:gd name="T61" fmla="*/ 5907 h 44"/>
                <a:gd name="T62" fmla="*/ 3399 w 88"/>
                <a:gd name="T63" fmla="*/ 6640 h 44"/>
                <a:gd name="T64" fmla="*/ 192 w 88"/>
                <a:gd name="T65" fmla="*/ 7880 h 44"/>
                <a:gd name="T66" fmla="*/ 349 w 88"/>
                <a:gd name="T67" fmla="*/ 7688 h 44"/>
                <a:gd name="T68" fmla="*/ 3207 w 88"/>
                <a:gd name="T69" fmla="*/ 6640 h 4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8" h="44">
                  <a:moveTo>
                    <a:pt x="18" y="37"/>
                  </a:moveTo>
                  <a:cubicBezTo>
                    <a:pt x="18" y="37"/>
                    <a:pt x="20" y="35"/>
                    <a:pt x="22" y="34"/>
                  </a:cubicBezTo>
                  <a:cubicBezTo>
                    <a:pt x="22" y="34"/>
                    <a:pt x="34" y="28"/>
                    <a:pt x="36" y="26"/>
                  </a:cubicBezTo>
                  <a:cubicBezTo>
                    <a:pt x="36" y="26"/>
                    <a:pt x="42" y="24"/>
                    <a:pt x="43" y="23"/>
                  </a:cubicBezTo>
                  <a:cubicBezTo>
                    <a:pt x="43" y="23"/>
                    <a:pt x="55" y="18"/>
                    <a:pt x="59" y="14"/>
                  </a:cubicBezTo>
                  <a:cubicBezTo>
                    <a:pt x="59" y="14"/>
                    <a:pt x="84" y="0"/>
                    <a:pt x="85" y="3"/>
                  </a:cubicBezTo>
                  <a:cubicBezTo>
                    <a:pt x="85" y="3"/>
                    <a:pt x="85" y="5"/>
                    <a:pt x="82" y="7"/>
                  </a:cubicBezTo>
                  <a:cubicBezTo>
                    <a:pt x="82" y="7"/>
                    <a:pt x="75" y="12"/>
                    <a:pt x="77" y="12"/>
                  </a:cubicBezTo>
                  <a:cubicBezTo>
                    <a:pt x="77" y="12"/>
                    <a:pt x="77" y="12"/>
                    <a:pt x="79" y="11"/>
                  </a:cubicBezTo>
                  <a:cubicBezTo>
                    <a:pt x="79" y="11"/>
                    <a:pt x="88" y="7"/>
                    <a:pt x="84" y="10"/>
                  </a:cubicBezTo>
                  <a:cubicBezTo>
                    <a:pt x="84" y="10"/>
                    <a:pt x="83" y="14"/>
                    <a:pt x="80" y="14"/>
                  </a:cubicBezTo>
                  <a:cubicBezTo>
                    <a:pt x="80" y="14"/>
                    <a:pt x="84" y="14"/>
                    <a:pt x="81" y="16"/>
                  </a:cubicBezTo>
                  <a:cubicBezTo>
                    <a:pt x="81" y="16"/>
                    <a:pt x="76" y="19"/>
                    <a:pt x="74" y="20"/>
                  </a:cubicBezTo>
                  <a:cubicBezTo>
                    <a:pt x="74" y="20"/>
                    <a:pt x="71" y="22"/>
                    <a:pt x="74" y="21"/>
                  </a:cubicBezTo>
                  <a:cubicBezTo>
                    <a:pt x="74" y="21"/>
                    <a:pt x="80" y="19"/>
                    <a:pt x="77" y="21"/>
                  </a:cubicBezTo>
                  <a:cubicBezTo>
                    <a:pt x="77" y="21"/>
                    <a:pt x="70" y="31"/>
                    <a:pt x="63" y="31"/>
                  </a:cubicBezTo>
                  <a:cubicBezTo>
                    <a:pt x="63" y="31"/>
                    <a:pt x="60" y="32"/>
                    <a:pt x="63" y="29"/>
                  </a:cubicBezTo>
                  <a:cubicBezTo>
                    <a:pt x="63" y="29"/>
                    <a:pt x="69" y="24"/>
                    <a:pt x="62" y="28"/>
                  </a:cubicBezTo>
                  <a:cubicBezTo>
                    <a:pt x="62" y="28"/>
                    <a:pt x="51" y="33"/>
                    <a:pt x="49" y="32"/>
                  </a:cubicBezTo>
                  <a:cubicBezTo>
                    <a:pt x="49" y="32"/>
                    <a:pt x="46" y="31"/>
                    <a:pt x="41" y="33"/>
                  </a:cubicBezTo>
                  <a:cubicBezTo>
                    <a:pt x="41" y="33"/>
                    <a:pt x="37" y="35"/>
                    <a:pt x="35" y="35"/>
                  </a:cubicBezTo>
                  <a:cubicBezTo>
                    <a:pt x="35" y="35"/>
                    <a:pt x="32" y="36"/>
                    <a:pt x="29" y="37"/>
                  </a:cubicBezTo>
                  <a:cubicBezTo>
                    <a:pt x="29" y="37"/>
                    <a:pt x="21" y="40"/>
                    <a:pt x="21" y="39"/>
                  </a:cubicBezTo>
                  <a:cubicBezTo>
                    <a:pt x="21" y="39"/>
                    <a:pt x="24" y="37"/>
                    <a:pt x="28" y="36"/>
                  </a:cubicBezTo>
                  <a:cubicBezTo>
                    <a:pt x="28" y="36"/>
                    <a:pt x="34" y="35"/>
                    <a:pt x="36" y="34"/>
                  </a:cubicBezTo>
                  <a:cubicBezTo>
                    <a:pt x="36" y="34"/>
                    <a:pt x="38" y="33"/>
                    <a:pt x="40" y="32"/>
                  </a:cubicBezTo>
                  <a:cubicBezTo>
                    <a:pt x="40" y="32"/>
                    <a:pt x="50" y="30"/>
                    <a:pt x="50" y="28"/>
                  </a:cubicBezTo>
                  <a:cubicBezTo>
                    <a:pt x="50" y="28"/>
                    <a:pt x="49" y="27"/>
                    <a:pt x="46" y="28"/>
                  </a:cubicBezTo>
                  <a:cubicBezTo>
                    <a:pt x="46" y="28"/>
                    <a:pt x="38" y="31"/>
                    <a:pt x="37" y="31"/>
                  </a:cubicBezTo>
                  <a:cubicBezTo>
                    <a:pt x="37" y="31"/>
                    <a:pt x="35" y="31"/>
                    <a:pt x="33" y="32"/>
                  </a:cubicBezTo>
                  <a:cubicBezTo>
                    <a:pt x="33" y="32"/>
                    <a:pt x="30" y="33"/>
                    <a:pt x="29" y="33"/>
                  </a:cubicBezTo>
                  <a:cubicBezTo>
                    <a:pt x="29" y="33"/>
                    <a:pt x="25" y="33"/>
                    <a:pt x="19" y="37"/>
                  </a:cubicBezTo>
                  <a:cubicBezTo>
                    <a:pt x="19" y="37"/>
                    <a:pt x="3" y="44"/>
                    <a:pt x="1" y="44"/>
                  </a:cubicBezTo>
                  <a:cubicBezTo>
                    <a:pt x="1" y="44"/>
                    <a:pt x="0" y="44"/>
                    <a:pt x="2" y="43"/>
                  </a:cubicBezTo>
                  <a:cubicBezTo>
                    <a:pt x="2" y="43"/>
                    <a:pt x="12" y="38"/>
                    <a:pt x="18" y="37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10" name="Freeform 1537"/>
            <p:cNvSpPr>
              <a:spLocks/>
            </p:cNvSpPr>
            <p:nvPr/>
          </p:nvSpPr>
          <p:spPr bwMode="auto">
            <a:xfrm>
              <a:off x="20440" y="3139"/>
              <a:ext cx="152" cy="90"/>
            </a:xfrm>
            <a:custGeom>
              <a:avLst/>
              <a:gdLst>
                <a:gd name="T0" fmla="*/ 349 w 27"/>
                <a:gd name="T1" fmla="*/ 2661 h 16"/>
                <a:gd name="T2" fmla="*/ 1075 w 27"/>
                <a:gd name="T3" fmla="*/ 2312 h 16"/>
                <a:gd name="T4" fmla="*/ 3738 w 27"/>
                <a:gd name="T5" fmla="*/ 540 h 16"/>
                <a:gd name="T6" fmla="*/ 3738 w 27"/>
                <a:gd name="T7" fmla="*/ 540 h 16"/>
                <a:gd name="T8" fmla="*/ 4470 w 27"/>
                <a:gd name="T9" fmla="*/ 0 h 16"/>
                <a:gd name="T10" fmla="*/ 1965 w 27"/>
                <a:gd name="T11" fmla="*/ 1423 h 16"/>
                <a:gd name="T12" fmla="*/ 889 w 27"/>
                <a:gd name="T13" fmla="*/ 2312 h 16"/>
                <a:gd name="T14" fmla="*/ 349 w 27"/>
                <a:gd name="T15" fmla="*/ 2661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16">
                  <a:moveTo>
                    <a:pt x="2" y="15"/>
                  </a:moveTo>
                  <a:cubicBezTo>
                    <a:pt x="2" y="15"/>
                    <a:pt x="3" y="15"/>
                    <a:pt x="6" y="13"/>
                  </a:cubicBezTo>
                  <a:cubicBezTo>
                    <a:pt x="6" y="13"/>
                    <a:pt x="17" y="5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5" y="1"/>
                    <a:pt x="27" y="0"/>
                    <a:pt x="25" y="0"/>
                  </a:cubicBezTo>
                  <a:cubicBezTo>
                    <a:pt x="25" y="0"/>
                    <a:pt x="19" y="2"/>
                    <a:pt x="11" y="8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0" y="16"/>
                    <a:pt x="2" y="15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11" name="Freeform 1538"/>
            <p:cNvSpPr>
              <a:spLocks/>
            </p:cNvSpPr>
            <p:nvPr/>
          </p:nvSpPr>
          <p:spPr bwMode="auto">
            <a:xfrm>
              <a:off x="20198" y="3229"/>
              <a:ext cx="45" cy="34"/>
            </a:xfrm>
            <a:custGeom>
              <a:avLst/>
              <a:gdLst>
                <a:gd name="T0" fmla="*/ 0 w 8"/>
                <a:gd name="T1" fmla="*/ 544 h 6"/>
                <a:gd name="T2" fmla="*/ 191 w 8"/>
                <a:gd name="T3" fmla="*/ 544 h 6"/>
                <a:gd name="T4" fmla="*/ 191 w 8"/>
                <a:gd name="T5" fmla="*/ 351 h 6"/>
                <a:gd name="T6" fmla="*/ 726 w 8"/>
                <a:gd name="T7" fmla="*/ 0 h 6"/>
                <a:gd name="T8" fmla="*/ 1074 w 8"/>
                <a:gd name="T9" fmla="*/ 351 h 6"/>
                <a:gd name="T10" fmla="*/ 1232 w 8"/>
                <a:gd name="T11" fmla="*/ 351 h 6"/>
                <a:gd name="T12" fmla="*/ 1232 w 8"/>
                <a:gd name="T13" fmla="*/ 544 h 6"/>
                <a:gd name="T14" fmla="*/ 1074 w 8"/>
                <a:gd name="T15" fmla="*/ 737 h 6"/>
                <a:gd name="T16" fmla="*/ 726 w 8"/>
                <a:gd name="T17" fmla="*/ 901 h 6"/>
                <a:gd name="T18" fmla="*/ 191 w 8"/>
                <a:gd name="T19" fmla="*/ 737 h 6"/>
                <a:gd name="T20" fmla="*/ 0 w 8"/>
                <a:gd name="T21" fmla="*/ 544 h 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" h="6">
                  <a:moveTo>
                    <a:pt x="0" y="3"/>
                  </a:moveTo>
                  <a:cubicBezTo>
                    <a:pt x="0" y="3"/>
                    <a:pt x="0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2" y="0"/>
                    <a:pt x="4" y="0"/>
                  </a:cubicBezTo>
                  <a:cubicBezTo>
                    <a:pt x="4" y="0"/>
                    <a:pt x="6" y="0"/>
                    <a:pt x="6" y="2"/>
                  </a:cubicBezTo>
                  <a:cubicBezTo>
                    <a:pt x="6" y="2"/>
                    <a:pt x="7" y="2"/>
                    <a:pt x="7" y="2"/>
                  </a:cubicBezTo>
                  <a:cubicBezTo>
                    <a:pt x="7" y="2"/>
                    <a:pt x="8" y="3"/>
                    <a:pt x="7" y="3"/>
                  </a:cubicBezTo>
                  <a:cubicBezTo>
                    <a:pt x="7" y="3"/>
                    <a:pt x="6" y="3"/>
                    <a:pt x="6" y="4"/>
                  </a:cubicBezTo>
                  <a:cubicBezTo>
                    <a:pt x="6" y="4"/>
                    <a:pt x="6" y="6"/>
                    <a:pt x="4" y="5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1" y="4"/>
                    <a:pt x="1" y="3"/>
                    <a:pt x="0" y="3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12" name="Oval 1539"/>
            <p:cNvSpPr>
              <a:spLocks noChangeArrowheads="1"/>
            </p:cNvSpPr>
            <p:nvPr/>
          </p:nvSpPr>
          <p:spPr bwMode="auto">
            <a:xfrm>
              <a:off x="20209" y="3235"/>
              <a:ext cx="22" cy="23"/>
            </a:xfrm>
            <a:prstGeom prst="ellipse">
              <a:avLst/>
            </a:pr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8713" name="Oval 1540"/>
            <p:cNvSpPr>
              <a:spLocks noChangeArrowheads="1"/>
            </p:cNvSpPr>
            <p:nvPr/>
          </p:nvSpPr>
          <p:spPr bwMode="auto">
            <a:xfrm>
              <a:off x="20215" y="3241"/>
              <a:ext cx="11" cy="11"/>
            </a:xfrm>
            <a:prstGeom prst="ellipse">
              <a:avLst/>
            </a:prstGeom>
            <a:solidFill>
              <a:srgbClr val="2929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8714" name="Oval 1541"/>
            <p:cNvSpPr>
              <a:spLocks noChangeArrowheads="1"/>
            </p:cNvSpPr>
            <p:nvPr/>
          </p:nvSpPr>
          <p:spPr bwMode="auto">
            <a:xfrm>
              <a:off x="20220" y="3246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8715" name="Freeform 1542"/>
            <p:cNvSpPr>
              <a:spLocks/>
            </p:cNvSpPr>
            <p:nvPr/>
          </p:nvSpPr>
          <p:spPr bwMode="auto">
            <a:xfrm>
              <a:off x="20153" y="3263"/>
              <a:ext cx="67" cy="28"/>
            </a:xfrm>
            <a:custGeom>
              <a:avLst/>
              <a:gdLst>
                <a:gd name="T0" fmla="*/ 1217 w 12"/>
                <a:gd name="T1" fmla="*/ 879 h 5"/>
                <a:gd name="T2" fmla="*/ 1558 w 12"/>
                <a:gd name="T3" fmla="*/ 689 h 5"/>
                <a:gd name="T4" fmla="*/ 1748 w 12"/>
                <a:gd name="T5" fmla="*/ 532 h 5"/>
                <a:gd name="T6" fmla="*/ 1748 w 12"/>
                <a:gd name="T7" fmla="*/ 190 h 5"/>
                <a:gd name="T8" fmla="*/ 1061 w 12"/>
                <a:gd name="T9" fmla="*/ 190 h 5"/>
                <a:gd name="T10" fmla="*/ 687 w 12"/>
                <a:gd name="T11" fmla="*/ 0 h 5"/>
                <a:gd name="T12" fmla="*/ 1217 w 12"/>
                <a:gd name="T13" fmla="*/ 879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">
                  <a:moveTo>
                    <a:pt x="7" y="5"/>
                  </a:moveTo>
                  <a:cubicBezTo>
                    <a:pt x="7" y="5"/>
                    <a:pt x="8" y="5"/>
                    <a:pt x="9" y="4"/>
                  </a:cubicBezTo>
                  <a:cubicBezTo>
                    <a:pt x="9" y="4"/>
                    <a:pt x="10" y="3"/>
                    <a:pt x="10" y="3"/>
                  </a:cubicBezTo>
                  <a:cubicBezTo>
                    <a:pt x="10" y="3"/>
                    <a:pt x="12" y="2"/>
                    <a:pt x="10" y="1"/>
                  </a:cubicBezTo>
                  <a:cubicBezTo>
                    <a:pt x="10" y="1"/>
                    <a:pt x="8" y="0"/>
                    <a:pt x="6" y="1"/>
                  </a:cubicBezTo>
                  <a:cubicBezTo>
                    <a:pt x="6" y="1"/>
                    <a:pt x="3" y="2"/>
                    <a:pt x="4" y="0"/>
                  </a:cubicBezTo>
                  <a:cubicBezTo>
                    <a:pt x="4" y="0"/>
                    <a:pt x="0" y="4"/>
                    <a:pt x="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16" name="Freeform 1543"/>
            <p:cNvSpPr>
              <a:spLocks/>
            </p:cNvSpPr>
            <p:nvPr/>
          </p:nvSpPr>
          <p:spPr bwMode="auto">
            <a:xfrm>
              <a:off x="20136" y="3274"/>
              <a:ext cx="73" cy="40"/>
            </a:xfrm>
            <a:custGeom>
              <a:avLst/>
              <a:gdLst>
                <a:gd name="T0" fmla="*/ 0 w 13"/>
                <a:gd name="T1" fmla="*/ 1309 h 7"/>
                <a:gd name="T2" fmla="*/ 191 w 13"/>
                <a:gd name="T3" fmla="*/ 1109 h 7"/>
                <a:gd name="T4" fmla="*/ 1073 w 13"/>
                <a:gd name="T5" fmla="*/ 949 h 7"/>
                <a:gd name="T6" fmla="*/ 1763 w 13"/>
                <a:gd name="T7" fmla="*/ 554 h 7"/>
                <a:gd name="T8" fmla="*/ 2111 w 13"/>
                <a:gd name="T9" fmla="*/ 194 h 7"/>
                <a:gd name="T10" fmla="*/ 2111 w 13"/>
                <a:gd name="T11" fmla="*/ 0 h 7"/>
                <a:gd name="T12" fmla="*/ 0 w 13"/>
                <a:gd name="T13" fmla="*/ 1309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7">
                  <a:moveTo>
                    <a:pt x="0" y="7"/>
                  </a:moveTo>
                  <a:cubicBezTo>
                    <a:pt x="0" y="7"/>
                    <a:pt x="0" y="7"/>
                    <a:pt x="1" y="6"/>
                  </a:cubicBezTo>
                  <a:cubicBezTo>
                    <a:pt x="1" y="6"/>
                    <a:pt x="3" y="4"/>
                    <a:pt x="6" y="5"/>
                  </a:cubicBezTo>
                  <a:cubicBezTo>
                    <a:pt x="6" y="5"/>
                    <a:pt x="9" y="6"/>
                    <a:pt x="10" y="3"/>
                  </a:cubicBezTo>
                  <a:cubicBezTo>
                    <a:pt x="10" y="3"/>
                    <a:pt x="11" y="1"/>
                    <a:pt x="12" y="1"/>
                  </a:cubicBezTo>
                  <a:cubicBezTo>
                    <a:pt x="12" y="1"/>
                    <a:pt x="13" y="0"/>
                    <a:pt x="12" y="0"/>
                  </a:cubicBezTo>
                  <a:cubicBezTo>
                    <a:pt x="12" y="0"/>
                    <a:pt x="1" y="1"/>
                    <a:pt x="0" y="7"/>
                  </a:cubicBezTo>
                  <a:close/>
                </a:path>
              </a:pathLst>
            </a:custGeom>
            <a:solidFill>
              <a:srgbClr val="976C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17" name="Freeform 1544"/>
            <p:cNvSpPr>
              <a:spLocks/>
            </p:cNvSpPr>
            <p:nvPr/>
          </p:nvSpPr>
          <p:spPr bwMode="auto">
            <a:xfrm>
              <a:off x="20124" y="3258"/>
              <a:ext cx="91" cy="62"/>
            </a:xfrm>
            <a:custGeom>
              <a:avLst/>
              <a:gdLst>
                <a:gd name="T0" fmla="*/ 745 w 16"/>
                <a:gd name="T1" fmla="*/ 0 h 11"/>
                <a:gd name="T2" fmla="*/ 193 w 16"/>
                <a:gd name="T3" fmla="*/ 1618 h 11"/>
                <a:gd name="T4" fmla="*/ 358 w 16"/>
                <a:gd name="T5" fmla="*/ 1618 h 11"/>
                <a:gd name="T6" fmla="*/ 1490 w 16"/>
                <a:gd name="T7" fmla="*/ 1240 h 11"/>
                <a:gd name="T8" fmla="*/ 2201 w 16"/>
                <a:gd name="T9" fmla="*/ 733 h 11"/>
                <a:gd name="T10" fmla="*/ 2394 w 16"/>
                <a:gd name="T11" fmla="*/ 541 h 11"/>
                <a:gd name="T12" fmla="*/ 2588 w 16"/>
                <a:gd name="T13" fmla="*/ 349 h 11"/>
                <a:gd name="T14" fmla="*/ 2036 w 16"/>
                <a:gd name="T15" fmla="*/ 541 h 11"/>
                <a:gd name="T16" fmla="*/ 1490 w 16"/>
                <a:gd name="T17" fmla="*/ 192 h 11"/>
                <a:gd name="T18" fmla="*/ 1098 w 16"/>
                <a:gd name="T19" fmla="*/ 192 h 11"/>
                <a:gd name="T20" fmla="*/ 745 w 16"/>
                <a:gd name="T21" fmla="*/ 0 h 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" h="11">
                  <a:moveTo>
                    <a:pt x="4" y="0"/>
                  </a:moveTo>
                  <a:cubicBezTo>
                    <a:pt x="4" y="0"/>
                    <a:pt x="0" y="5"/>
                    <a:pt x="1" y="9"/>
                  </a:cubicBezTo>
                  <a:cubicBezTo>
                    <a:pt x="1" y="9"/>
                    <a:pt x="1" y="11"/>
                    <a:pt x="2" y="9"/>
                  </a:cubicBezTo>
                  <a:cubicBezTo>
                    <a:pt x="2" y="9"/>
                    <a:pt x="5" y="6"/>
                    <a:pt x="8" y="7"/>
                  </a:cubicBezTo>
                  <a:cubicBezTo>
                    <a:pt x="8" y="7"/>
                    <a:pt x="11" y="6"/>
                    <a:pt x="12" y="4"/>
                  </a:cubicBezTo>
                  <a:cubicBezTo>
                    <a:pt x="12" y="4"/>
                    <a:pt x="12" y="3"/>
                    <a:pt x="13" y="3"/>
                  </a:cubicBezTo>
                  <a:cubicBezTo>
                    <a:pt x="13" y="3"/>
                    <a:pt x="16" y="3"/>
                    <a:pt x="14" y="2"/>
                  </a:cubicBezTo>
                  <a:cubicBezTo>
                    <a:pt x="14" y="2"/>
                    <a:pt x="13" y="1"/>
                    <a:pt x="11" y="3"/>
                  </a:cubicBezTo>
                  <a:cubicBezTo>
                    <a:pt x="11" y="3"/>
                    <a:pt x="8" y="3"/>
                    <a:pt x="8" y="1"/>
                  </a:cubicBezTo>
                  <a:cubicBezTo>
                    <a:pt x="8" y="1"/>
                    <a:pt x="7" y="0"/>
                    <a:pt x="6" y="1"/>
                  </a:cubicBezTo>
                  <a:cubicBezTo>
                    <a:pt x="6" y="1"/>
                    <a:pt x="5" y="2"/>
                    <a:pt x="4" y="0"/>
                  </a:cubicBezTo>
                  <a:close/>
                </a:path>
              </a:pathLst>
            </a:custGeom>
            <a:solidFill>
              <a:srgbClr val="D0A1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18" name="Freeform 1545"/>
            <p:cNvSpPr>
              <a:spLocks/>
            </p:cNvSpPr>
            <p:nvPr/>
          </p:nvSpPr>
          <p:spPr bwMode="auto">
            <a:xfrm>
              <a:off x="20130" y="3274"/>
              <a:ext cx="79" cy="40"/>
            </a:xfrm>
            <a:custGeom>
              <a:avLst/>
              <a:gdLst>
                <a:gd name="T0" fmla="*/ 0 w 14"/>
                <a:gd name="T1" fmla="*/ 1309 h 7"/>
                <a:gd name="T2" fmla="*/ 192 w 14"/>
                <a:gd name="T3" fmla="*/ 1109 h 7"/>
                <a:gd name="T4" fmla="*/ 1083 w 14"/>
                <a:gd name="T5" fmla="*/ 749 h 7"/>
                <a:gd name="T6" fmla="*/ 1975 w 14"/>
                <a:gd name="T7" fmla="*/ 194 h 7"/>
                <a:gd name="T8" fmla="*/ 2325 w 14"/>
                <a:gd name="T9" fmla="*/ 194 h 7"/>
                <a:gd name="T10" fmla="*/ 2325 w 14"/>
                <a:gd name="T11" fmla="*/ 0 h 7"/>
                <a:gd name="T12" fmla="*/ 1783 w 14"/>
                <a:gd name="T13" fmla="*/ 194 h 7"/>
                <a:gd name="T14" fmla="*/ 1083 w 14"/>
                <a:gd name="T15" fmla="*/ 360 h 7"/>
                <a:gd name="T16" fmla="*/ 350 w 14"/>
                <a:gd name="T17" fmla="*/ 554 h 7"/>
                <a:gd name="T18" fmla="*/ 0 w 14"/>
                <a:gd name="T19" fmla="*/ 1309 h 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cubicBezTo>
                    <a:pt x="0" y="7"/>
                    <a:pt x="1" y="7"/>
                    <a:pt x="1" y="6"/>
                  </a:cubicBezTo>
                  <a:cubicBezTo>
                    <a:pt x="1" y="6"/>
                    <a:pt x="4" y="4"/>
                    <a:pt x="6" y="4"/>
                  </a:cubicBezTo>
                  <a:cubicBezTo>
                    <a:pt x="6" y="4"/>
                    <a:pt x="10" y="3"/>
                    <a:pt x="11" y="1"/>
                  </a:cubicBezTo>
                  <a:cubicBezTo>
                    <a:pt x="11" y="1"/>
                    <a:pt x="11" y="1"/>
                    <a:pt x="13" y="1"/>
                  </a:cubicBezTo>
                  <a:cubicBezTo>
                    <a:pt x="13" y="1"/>
                    <a:pt x="14" y="0"/>
                    <a:pt x="13" y="0"/>
                  </a:cubicBezTo>
                  <a:cubicBezTo>
                    <a:pt x="13" y="0"/>
                    <a:pt x="11" y="0"/>
                    <a:pt x="10" y="1"/>
                  </a:cubicBezTo>
                  <a:cubicBezTo>
                    <a:pt x="10" y="1"/>
                    <a:pt x="7" y="3"/>
                    <a:pt x="6" y="2"/>
                  </a:cubicBezTo>
                  <a:cubicBezTo>
                    <a:pt x="6" y="2"/>
                    <a:pt x="3" y="1"/>
                    <a:pt x="2" y="3"/>
                  </a:cubicBezTo>
                  <a:cubicBezTo>
                    <a:pt x="2" y="3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B87F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19" name="Freeform 1546"/>
            <p:cNvSpPr>
              <a:spLocks/>
            </p:cNvSpPr>
            <p:nvPr/>
          </p:nvSpPr>
          <p:spPr bwMode="auto">
            <a:xfrm>
              <a:off x="20136" y="3269"/>
              <a:ext cx="28" cy="17"/>
            </a:xfrm>
            <a:custGeom>
              <a:avLst/>
              <a:gdLst>
                <a:gd name="T0" fmla="*/ 190 w 5"/>
                <a:gd name="T1" fmla="*/ 193 h 3"/>
                <a:gd name="T2" fmla="*/ 347 w 5"/>
                <a:gd name="T3" fmla="*/ 0 h 3"/>
                <a:gd name="T4" fmla="*/ 532 w 5"/>
                <a:gd name="T5" fmla="*/ 0 h 3"/>
                <a:gd name="T6" fmla="*/ 532 w 5"/>
                <a:gd name="T7" fmla="*/ 0 h 3"/>
                <a:gd name="T8" fmla="*/ 689 w 5"/>
                <a:gd name="T9" fmla="*/ 0 h 3"/>
                <a:gd name="T10" fmla="*/ 347 w 5"/>
                <a:gd name="T11" fmla="*/ 351 h 3"/>
                <a:gd name="T12" fmla="*/ 190 w 5"/>
                <a:gd name="T13" fmla="*/ 193 h 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3">
                  <a:moveTo>
                    <a:pt x="1" y="1"/>
                  </a:moveTo>
                  <a:cubicBezTo>
                    <a:pt x="1" y="1"/>
                    <a:pt x="1" y="1"/>
                    <a:pt x="2" y="0"/>
                  </a:cubicBezTo>
                  <a:cubicBezTo>
                    <a:pt x="2" y="0"/>
                    <a:pt x="3" y="0"/>
                    <a:pt x="3" y="0"/>
                  </a:cubicBezTo>
                  <a:cubicBezTo>
                    <a:pt x="3" y="0"/>
                    <a:pt x="3" y="1"/>
                    <a:pt x="3" y="0"/>
                  </a:cubicBezTo>
                  <a:cubicBezTo>
                    <a:pt x="3" y="0"/>
                    <a:pt x="5" y="0"/>
                    <a:pt x="4" y="0"/>
                  </a:cubicBezTo>
                  <a:cubicBezTo>
                    <a:pt x="4" y="0"/>
                    <a:pt x="2" y="1"/>
                    <a:pt x="2" y="2"/>
                  </a:cubicBezTo>
                  <a:cubicBezTo>
                    <a:pt x="2" y="2"/>
                    <a:pt x="0" y="3"/>
                    <a:pt x="1" y="1"/>
                  </a:cubicBezTo>
                  <a:close/>
                </a:path>
              </a:pathLst>
            </a:custGeom>
            <a:solidFill>
              <a:srgbClr val="E5B5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20" name="Freeform 1547"/>
            <p:cNvSpPr>
              <a:spLocks/>
            </p:cNvSpPr>
            <p:nvPr/>
          </p:nvSpPr>
          <p:spPr bwMode="auto">
            <a:xfrm>
              <a:off x="20282" y="3477"/>
              <a:ext cx="130" cy="96"/>
            </a:xfrm>
            <a:custGeom>
              <a:avLst/>
              <a:gdLst>
                <a:gd name="T0" fmla="*/ 350 w 23"/>
                <a:gd name="T1" fmla="*/ 734 h 17"/>
                <a:gd name="T2" fmla="*/ 1820 w 23"/>
                <a:gd name="T3" fmla="*/ 2327 h 17"/>
                <a:gd name="T4" fmla="*/ 3804 w 23"/>
                <a:gd name="T5" fmla="*/ 3061 h 17"/>
                <a:gd name="T6" fmla="*/ 3804 w 23"/>
                <a:gd name="T7" fmla="*/ 2327 h 17"/>
                <a:gd name="T8" fmla="*/ 3962 w 23"/>
                <a:gd name="T9" fmla="*/ 1784 h 17"/>
                <a:gd name="T10" fmla="*/ 2713 w 23"/>
                <a:gd name="T11" fmla="*/ 1084 h 17"/>
                <a:gd name="T12" fmla="*/ 1277 w 23"/>
                <a:gd name="T13" fmla="*/ 542 h 17"/>
                <a:gd name="T14" fmla="*/ 350 w 23"/>
                <a:gd name="T15" fmla="*/ 734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7">
                  <a:moveTo>
                    <a:pt x="2" y="4"/>
                  </a:moveTo>
                  <a:cubicBezTo>
                    <a:pt x="5" y="7"/>
                    <a:pt x="7" y="10"/>
                    <a:pt x="10" y="13"/>
                  </a:cubicBezTo>
                  <a:cubicBezTo>
                    <a:pt x="13" y="14"/>
                    <a:pt x="18" y="17"/>
                    <a:pt x="21" y="17"/>
                  </a:cubicBezTo>
                  <a:cubicBezTo>
                    <a:pt x="21" y="16"/>
                    <a:pt x="21" y="14"/>
                    <a:pt x="21" y="13"/>
                  </a:cubicBezTo>
                  <a:cubicBezTo>
                    <a:pt x="21" y="12"/>
                    <a:pt x="23" y="11"/>
                    <a:pt x="22" y="10"/>
                  </a:cubicBezTo>
                  <a:cubicBezTo>
                    <a:pt x="21" y="7"/>
                    <a:pt x="17" y="7"/>
                    <a:pt x="15" y="6"/>
                  </a:cubicBezTo>
                  <a:cubicBezTo>
                    <a:pt x="12" y="6"/>
                    <a:pt x="10" y="4"/>
                    <a:pt x="7" y="3"/>
                  </a:cubicBezTo>
                  <a:cubicBezTo>
                    <a:pt x="6" y="2"/>
                    <a:pt x="0" y="0"/>
                    <a:pt x="2" y="4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21" name="Freeform 1548"/>
            <p:cNvSpPr>
              <a:spLocks/>
            </p:cNvSpPr>
            <p:nvPr/>
          </p:nvSpPr>
          <p:spPr bwMode="auto">
            <a:xfrm>
              <a:off x="20170" y="3314"/>
              <a:ext cx="90" cy="118"/>
            </a:xfrm>
            <a:custGeom>
              <a:avLst/>
              <a:gdLst>
                <a:gd name="T0" fmla="*/ 1423 w 16"/>
                <a:gd name="T1" fmla="*/ 0 h 21"/>
                <a:gd name="T2" fmla="*/ 889 w 16"/>
                <a:gd name="T3" fmla="*/ 348 h 21"/>
                <a:gd name="T4" fmla="*/ 540 w 16"/>
                <a:gd name="T5" fmla="*/ 539 h 21"/>
                <a:gd name="T6" fmla="*/ 540 w 16"/>
                <a:gd name="T7" fmla="*/ 1613 h 21"/>
                <a:gd name="T8" fmla="*/ 2154 w 16"/>
                <a:gd name="T9" fmla="*/ 3534 h 21"/>
                <a:gd name="T10" fmla="*/ 2498 w 16"/>
                <a:gd name="T11" fmla="*/ 1955 h 21"/>
                <a:gd name="T12" fmla="*/ 1772 w 16"/>
                <a:gd name="T13" fmla="*/ 0 h 21"/>
                <a:gd name="T14" fmla="*/ 1423 w 16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21">
                  <a:moveTo>
                    <a:pt x="8" y="0"/>
                  </a:moveTo>
                  <a:cubicBezTo>
                    <a:pt x="7" y="0"/>
                    <a:pt x="6" y="1"/>
                    <a:pt x="5" y="2"/>
                  </a:cubicBezTo>
                  <a:cubicBezTo>
                    <a:pt x="4" y="2"/>
                    <a:pt x="3" y="2"/>
                    <a:pt x="3" y="3"/>
                  </a:cubicBezTo>
                  <a:cubicBezTo>
                    <a:pt x="0" y="5"/>
                    <a:pt x="2" y="7"/>
                    <a:pt x="3" y="9"/>
                  </a:cubicBezTo>
                  <a:cubicBezTo>
                    <a:pt x="5" y="12"/>
                    <a:pt x="9" y="20"/>
                    <a:pt x="12" y="20"/>
                  </a:cubicBezTo>
                  <a:cubicBezTo>
                    <a:pt x="16" y="21"/>
                    <a:pt x="15" y="13"/>
                    <a:pt x="14" y="11"/>
                  </a:cubicBezTo>
                  <a:cubicBezTo>
                    <a:pt x="13" y="8"/>
                    <a:pt x="14" y="0"/>
                    <a:pt x="10" y="0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22" name="Freeform 1549"/>
            <p:cNvSpPr>
              <a:spLocks/>
            </p:cNvSpPr>
            <p:nvPr/>
          </p:nvSpPr>
          <p:spPr bwMode="auto">
            <a:xfrm>
              <a:off x="20479" y="3737"/>
              <a:ext cx="23" cy="79"/>
            </a:xfrm>
            <a:custGeom>
              <a:avLst/>
              <a:gdLst>
                <a:gd name="T0" fmla="*/ 397 w 4"/>
                <a:gd name="T1" fmla="*/ 192 h 14"/>
                <a:gd name="T2" fmla="*/ 759 w 4"/>
                <a:gd name="T3" fmla="*/ 1783 h 14"/>
                <a:gd name="T4" fmla="*/ 759 w 4"/>
                <a:gd name="T5" fmla="*/ 2325 h 14"/>
                <a:gd name="T6" fmla="*/ 759 w 4"/>
                <a:gd name="T7" fmla="*/ 1975 h 14"/>
                <a:gd name="T8" fmla="*/ 564 w 4"/>
                <a:gd name="T9" fmla="*/ 1625 h 14"/>
                <a:gd name="T10" fmla="*/ 397 w 4"/>
                <a:gd name="T11" fmla="*/ 350 h 14"/>
                <a:gd name="T12" fmla="*/ 397 w 4"/>
                <a:gd name="T13" fmla="*/ 192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4">
                  <a:moveTo>
                    <a:pt x="2" y="1"/>
                  </a:moveTo>
                  <a:cubicBezTo>
                    <a:pt x="2" y="1"/>
                    <a:pt x="4" y="6"/>
                    <a:pt x="4" y="10"/>
                  </a:cubicBezTo>
                  <a:cubicBezTo>
                    <a:pt x="4" y="10"/>
                    <a:pt x="4" y="13"/>
                    <a:pt x="4" y="13"/>
                  </a:cubicBezTo>
                  <a:cubicBezTo>
                    <a:pt x="4" y="13"/>
                    <a:pt x="4" y="14"/>
                    <a:pt x="4" y="11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4"/>
                    <a:pt x="2" y="2"/>
                  </a:cubicBezTo>
                  <a:cubicBezTo>
                    <a:pt x="2" y="2"/>
                    <a:pt x="0" y="0"/>
                    <a:pt x="2" y="1"/>
                  </a:cubicBezTo>
                  <a:close/>
                </a:path>
              </a:pathLst>
            </a:custGeom>
            <a:solidFill>
              <a:srgbClr val="574E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23" name="Freeform 1550"/>
            <p:cNvSpPr>
              <a:spLocks/>
            </p:cNvSpPr>
            <p:nvPr/>
          </p:nvSpPr>
          <p:spPr bwMode="auto">
            <a:xfrm>
              <a:off x="20468" y="3601"/>
              <a:ext cx="28" cy="226"/>
            </a:xfrm>
            <a:custGeom>
              <a:avLst/>
              <a:gdLst>
                <a:gd name="T0" fmla="*/ 0 w 5"/>
                <a:gd name="T1" fmla="*/ 350 h 40"/>
                <a:gd name="T2" fmla="*/ 190 w 5"/>
                <a:gd name="T3" fmla="*/ 3797 h 40"/>
                <a:gd name="T4" fmla="*/ 347 w 5"/>
                <a:gd name="T5" fmla="*/ 5238 h 40"/>
                <a:gd name="T6" fmla="*/ 689 w 5"/>
                <a:gd name="T7" fmla="*/ 6865 h 40"/>
                <a:gd name="T8" fmla="*/ 879 w 5"/>
                <a:gd name="T9" fmla="*/ 6865 h 40"/>
                <a:gd name="T10" fmla="*/ 532 w 5"/>
                <a:gd name="T11" fmla="*/ 5045 h 40"/>
                <a:gd name="T12" fmla="*/ 347 w 5"/>
                <a:gd name="T13" fmla="*/ 3961 h 40"/>
                <a:gd name="T14" fmla="*/ 0 w 5"/>
                <a:gd name="T15" fmla="*/ 542 h 40"/>
                <a:gd name="T16" fmla="*/ 0 w 5"/>
                <a:gd name="T17" fmla="*/ 350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" h="40">
                  <a:moveTo>
                    <a:pt x="0" y="2"/>
                  </a:moveTo>
                  <a:cubicBezTo>
                    <a:pt x="0" y="2"/>
                    <a:pt x="1" y="19"/>
                    <a:pt x="1" y="21"/>
                  </a:cubicBezTo>
                  <a:cubicBezTo>
                    <a:pt x="1" y="21"/>
                    <a:pt x="1" y="27"/>
                    <a:pt x="2" y="29"/>
                  </a:cubicBezTo>
                  <a:cubicBezTo>
                    <a:pt x="2" y="29"/>
                    <a:pt x="4" y="35"/>
                    <a:pt x="4" y="38"/>
                  </a:cubicBezTo>
                  <a:cubicBezTo>
                    <a:pt x="4" y="38"/>
                    <a:pt x="5" y="40"/>
                    <a:pt x="5" y="38"/>
                  </a:cubicBezTo>
                  <a:cubicBezTo>
                    <a:pt x="5" y="38"/>
                    <a:pt x="5" y="31"/>
                    <a:pt x="3" y="28"/>
                  </a:cubicBezTo>
                  <a:cubicBezTo>
                    <a:pt x="3" y="28"/>
                    <a:pt x="1" y="25"/>
                    <a:pt x="2" y="22"/>
                  </a:cubicBezTo>
                  <a:cubicBezTo>
                    <a:pt x="2" y="22"/>
                    <a:pt x="2" y="8"/>
                    <a:pt x="0" y="3"/>
                  </a:cubicBezTo>
                  <a:cubicBezTo>
                    <a:pt x="0" y="3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574E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24" name="Freeform 1551"/>
            <p:cNvSpPr>
              <a:spLocks/>
            </p:cNvSpPr>
            <p:nvPr/>
          </p:nvSpPr>
          <p:spPr bwMode="auto">
            <a:xfrm>
              <a:off x="20457" y="3562"/>
              <a:ext cx="28" cy="51"/>
            </a:xfrm>
            <a:custGeom>
              <a:avLst/>
              <a:gdLst>
                <a:gd name="T0" fmla="*/ 190 w 5"/>
                <a:gd name="T1" fmla="*/ 0 h 9"/>
                <a:gd name="T2" fmla="*/ 689 w 5"/>
                <a:gd name="T3" fmla="*/ 1445 h 9"/>
                <a:gd name="T4" fmla="*/ 532 w 5"/>
                <a:gd name="T5" fmla="*/ 1286 h 9"/>
                <a:gd name="T6" fmla="*/ 190 w 5"/>
                <a:gd name="T7" fmla="*/ 351 h 9"/>
                <a:gd name="T8" fmla="*/ 190 w 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cubicBezTo>
                    <a:pt x="1" y="0"/>
                    <a:pt x="5" y="2"/>
                    <a:pt x="4" y="8"/>
                  </a:cubicBezTo>
                  <a:cubicBezTo>
                    <a:pt x="4" y="8"/>
                    <a:pt x="3" y="9"/>
                    <a:pt x="3" y="7"/>
                  </a:cubicBezTo>
                  <a:cubicBezTo>
                    <a:pt x="3" y="7"/>
                    <a:pt x="2" y="3"/>
                    <a:pt x="1" y="2"/>
                  </a:cubicBezTo>
                  <a:cubicBezTo>
                    <a:pt x="1" y="2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25" name="Freeform 1552"/>
            <p:cNvSpPr>
              <a:spLocks/>
            </p:cNvSpPr>
            <p:nvPr/>
          </p:nvSpPr>
          <p:spPr bwMode="auto">
            <a:xfrm>
              <a:off x="20485" y="3714"/>
              <a:ext cx="28" cy="96"/>
            </a:xfrm>
            <a:custGeom>
              <a:avLst/>
              <a:gdLst>
                <a:gd name="T0" fmla="*/ 347 w 5"/>
                <a:gd name="T1" fmla="*/ 734 h 17"/>
                <a:gd name="T2" fmla="*/ 879 w 5"/>
                <a:gd name="T3" fmla="*/ 2168 h 17"/>
                <a:gd name="T4" fmla="*/ 689 w 5"/>
                <a:gd name="T5" fmla="*/ 2711 h 17"/>
                <a:gd name="T6" fmla="*/ 689 w 5"/>
                <a:gd name="T7" fmla="*/ 2168 h 17"/>
                <a:gd name="T8" fmla="*/ 190 w 5"/>
                <a:gd name="T9" fmla="*/ 892 h 17"/>
                <a:gd name="T10" fmla="*/ 347 w 5"/>
                <a:gd name="T11" fmla="*/ 542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17">
                  <a:moveTo>
                    <a:pt x="2" y="4"/>
                  </a:moveTo>
                  <a:cubicBezTo>
                    <a:pt x="2" y="4"/>
                    <a:pt x="5" y="10"/>
                    <a:pt x="5" y="12"/>
                  </a:cubicBezTo>
                  <a:cubicBezTo>
                    <a:pt x="5" y="12"/>
                    <a:pt x="4" y="17"/>
                    <a:pt x="4" y="15"/>
                  </a:cubicBezTo>
                  <a:cubicBezTo>
                    <a:pt x="4" y="15"/>
                    <a:pt x="3" y="14"/>
                    <a:pt x="4" y="12"/>
                  </a:cubicBezTo>
                  <a:cubicBezTo>
                    <a:pt x="4" y="12"/>
                    <a:pt x="3" y="9"/>
                    <a:pt x="1" y="5"/>
                  </a:cubicBezTo>
                  <a:cubicBezTo>
                    <a:pt x="1" y="5"/>
                    <a:pt x="0" y="0"/>
                    <a:pt x="2" y="3"/>
                  </a:cubicBezTo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26" name="Freeform 1553"/>
            <p:cNvSpPr>
              <a:spLocks/>
            </p:cNvSpPr>
            <p:nvPr/>
          </p:nvSpPr>
          <p:spPr bwMode="auto">
            <a:xfrm>
              <a:off x="20637" y="3528"/>
              <a:ext cx="62" cy="40"/>
            </a:xfrm>
            <a:custGeom>
              <a:avLst/>
              <a:gdLst>
                <a:gd name="T0" fmla="*/ 1432 w 11"/>
                <a:gd name="T1" fmla="*/ 0 h 7"/>
                <a:gd name="T2" fmla="*/ 0 w 11"/>
                <a:gd name="T3" fmla="*/ 0 h 7"/>
                <a:gd name="T4" fmla="*/ 349 w 11"/>
                <a:gd name="T5" fmla="*/ 554 h 7"/>
                <a:gd name="T6" fmla="*/ 891 w 11"/>
                <a:gd name="T7" fmla="*/ 949 h 7"/>
                <a:gd name="T8" fmla="*/ 1781 w 11"/>
                <a:gd name="T9" fmla="*/ 1309 h 7"/>
                <a:gd name="T10" fmla="*/ 1082 w 11"/>
                <a:gd name="T11" fmla="*/ 360 h 7"/>
                <a:gd name="T12" fmla="*/ 1432 w 11"/>
                <a:gd name="T13" fmla="*/ 554 h 7"/>
                <a:gd name="T14" fmla="*/ 1967 w 11"/>
                <a:gd name="T15" fmla="*/ 360 h 7"/>
                <a:gd name="T16" fmla="*/ 1618 w 11"/>
                <a:gd name="T17" fmla="*/ 194 h 7"/>
                <a:gd name="T18" fmla="*/ 1432 w 11"/>
                <a:gd name="T19" fmla="*/ 0 h 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" h="7">
                  <a:moveTo>
                    <a:pt x="8" y="0"/>
                  </a:moveTo>
                  <a:cubicBezTo>
                    <a:pt x="6" y="1"/>
                    <a:pt x="3" y="0"/>
                    <a:pt x="0" y="0"/>
                  </a:cubicBezTo>
                  <a:cubicBezTo>
                    <a:pt x="0" y="1"/>
                    <a:pt x="2" y="1"/>
                    <a:pt x="2" y="3"/>
                  </a:cubicBezTo>
                  <a:cubicBezTo>
                    <a:pt x="0" y="4"/>
                    <a:pt x="4" y="5"/>
                    <a:pt x="5" y="5"/>
                  </a:cubicBezTo>
                  <a:cubicBezTo>
                    <a:pt x="6" y="6"/>
                    <a:pt x="8" y="7"/>
                    <a:pt x="10" y="7"/>
                  </a:cubicBezTo>
                  <a:cubicBezTo>
                    <a:pt x="10" y="5"/>
                    <a:pt x="6" y="3"/>
                    <a:pt x="6" y="2"/>
                  </a:cubicBezTo>
                  <a:cubicBezTo>
                    <a:pt x="7" y="2"/>
                    <a:pt x="7" y="3"/>
                    <a:pt x="8" y="3"/>
                  </a:cubicBezTo>
                  <a:cubicBezTo>
                    <a:pt x="9" y="2"/>
                    <a:pt x="10" y="2"/>
                    <a:pt x="11" y="2"/>
                  </a:cubicBezTo>
                  <a:cubicBezTo>
                    <a:pt x="11" y="1"/>
                    <a:pt x="10" y="0"/>
                    <a:pt x="9" y="1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27" name="Freeform 1554"/>
            <p:cNvSpPr>
              <a:spLocks/>
            </p:cNvSpPr>
            <p:nvPr/>
          </p:nvSpPr>
          <p:spPr bwMode="auto">
            <a:xfrm>
              <a:off x="20609" y="3579"/>
              <a:ext cx="62" cy="56"/>
            </a:xfrm>
            <a:custGeom>
              <a:avLst/>
              <a:gdLst>
                <a:gd name="T0" fmla="*/ 1618 w 11"/>
                <a:gd name="T1" fmla="*/ 1758 h 10"/>
                <a:gd name="T2" fmla="*/ 0 w 11"/>
                <a:gd name="T3" fmla="*/ 347 h 10"/>
                <a:gd name="T4" fmla="*/ 733 w 11"/>
                <a:gd name="T5" fmla="*/ 689 h 10"/>
                <a:gd name="T6" fmla="*/ 349 w 11"/>
                <a:gd name="T7" fmla="*/ 190 h 10"/>
                <a:gd name="T8" fmla="*/ 1082 w 11"/>
                <a:gd name="T9" fmla="*/ 879 h 10"/>
                <a:gd name="T10" fmla="*/ 1967 w 11"/>
                <a:gd name="T11" fmla="*/ 1758 h 10"/>
                <a:gd name="T12" fmla="*/ 1618 w 11"/>
                <a:gd name="T13" fmla="*/ 1758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0">
                  <a:moveTo>
                    <a:pt x="9" y="10"/>
                  </a:moveTo>
                  <a:cubicBezTo>
                    <a:pt x="6" y="9"/>
                    <a:pt x="1" y="6"/>
                    <a:pt x="0" y="2"/>
                  </a:cubicBezTo>
                  <a:cubicBezTo>
                    <a:pt x="1" y="2"/>
                    <a:pt x="3" y="4"/>
                    <a:pt x="4" y="4"/>
                  </a:cubicBezTo>
                  <a:cubicBezTo>
                    <a:pt x="4" y="3"/>
                    <a:pt x="2" y="2"/>
                    <a:pt x="2" y="1"/>
                  </a:cubicBezTo>
                  <a:cubicBezTo>
                    <a:pt x="3" y="0"/>
                    <a:pt x="5" y="4"/>
                    <a:pt x="6" y="5"/>
                  </a:cubicBezTo>
                  <a:cubicBezTo>
                    <a:pt x="7" y="5"/>
                    <a:pt x="11" y="8"/>
                    <a:pt x="11" y="10"/>
                  </a:cubicBezTo>
                  <a:cubicBezTo>
                    <a:pt x="10" y="10"/>
                    <a:pt x="10" y="10"/>
                    <a:pt x="9" y="1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28" name="Freeform 1555"/>
            <p:cNvSpPr>
              <a:spLocks/>
            </p:cNvSpPr>
            <p:nvPr/>
          </p:nvSpPr>
          <p:spPr bwMode="auto">
            <a:xfrm>
              <a:off x="20299" y="3675"/>
              <a:ext cx="34" cy="45"/>
            </a:xfrm>
            <a:custGeom>
              <a:avLst/>
              <a:gdLst>
                <a:gd name="T0" fmla="*/ 351 w 6"/>
                <a:gd name="T1" fmla="*/ 1074 h 8"/>
                <a:gd name="T2" fmla="*/ 544 w 6"/>
                <a:gd name="T3" fmla="*/ 0 h 8"/>
                <a:gd name="T4" fmla="*/ 737 w 6"/>
                <a:gd name="T5" fmla="*/ 540 h 8"/>
                <a:gd name="T6" fmla="*/ 737 w 6"/>
                <a:gd name="T7" fmla="*/ 1074 h 8"/>
                <a:gd name="T8" fmla="*/ 901 w 6"/>
                <a:gd name="T9" fmla="*/ 191 h 8"/>
                <a:gd name="T10" fmla="*/ 901 w 6"/>
                <a:gd name="T11" fmla="*/ 1074 h 8"/>
                <a:gd name="T12" fmla="*/ 737 w 6"/>
                <a:gd name="T13" fmla="*/ 1232 h 8"/>
                <a:gd name="T14" fmla="*/ 351 w 6"/>
                <a:gd name="T15" fmla="*/ 1074 h 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" h="8">
                  <a:moveTo>
                    <a:pt x="2" y="6"/>
                  </a:moveTo>
                  <a:cubicBezTo>
                    <a:pt x="0" y="5"/>
                    <a:pt x="3" y="1"/>
                    <a:pt x="3" y="0"/>
                  </a:cubicBezTo>
                  <a:cubicBezTo>
                    <a:pt x="4" y="1"/>
                    <a:pt x="4" y="3"/>
                    <a:pt x="4" y="3"/>
                  </a:cubicBezTo>
                  <a:cubicBezTo>
                    <a:pt x="3" y="5"/>
                    <a:pt x="4" y="5"/>
                    <a:pt x="4" y="6"/>
                  </a:cubicBezTo>
                  <a:cubicBezTo>
                    <a:pt x="4" y="5"/>
                    <a:pt x="4" y="2"/>
                    <a:pt x="5" y="1"/>
                  </a:cubicBezTo>
                  <a:cubicBezTo>
                    <a:pt x="6" y="2"/>
                    <a:pt x="5" y="5"/>
                    <a:pt x="5" y="6"/>
                  </a:cubicBezTo>
                  <a:cubicBezTo>
                    <a:pt x="5" y="8"/>
                    <a:pt x="5" y="8"/>
                    <a:pt x="4" y="7"/>
                  </a:cubicBezTo>
                  <a:cubicBezTo>
                    <a:pt x="4" y="7"/>
                    <a:pt x="3" y="7"/>
                    <a:pt x="2" y="6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29" name="Freeform 1556"/>
            <p:cNvSpPr>
              <a:spLocks/>
            </p:cNvSpPr>
            <p:nvPr/>
          </p:nvSpPr>
          <p:spPr bwMode="auto">
            <a:xfrm>
              <a:off x="20372" y="3680"/>
              <a:ext cx="102" cy="62"/>
            </a:xfrm>
            <a:custGeom>
              <a:avLst/>
              <a:gdLst>
                <a:gd name="T0" fmla="*/ 1286 w 18"/>
                <a:gd name="T1" fmla="*/ 192 h 11"/>
                <a:gd name="T2" fmla="*/ 2374 w 18"/>
                <a:gd name="T3" fmla="*/ 733 h 11"/>
                <a:gd name="T4" fmla="*/ 3083 w 18"/>
                <a:gd name="T5" fmla="*/ 1432 h 11"/>
                <a:gd name="T6" fmla="*/ 3083 w 18"/>
                <a:gd name="T7" fmla="*/ 1781 h 11"/>
                <a:gd name="T8" fmla="*/ 2924 w 18"/>
                <a:gd name="T9" fmla="*/ 1967 h 11"/>
                <a:gd name="T10" fmla="*/ 2539 w 18"/>
                <a:gd name="T11" fmla="*/ 1781 h 11"/>
                <a:gd name="T12" fmla="*/ 1989 w 18"/>
                <a:gd name="T13" fmla="*/ 1781 h 11"/>
                <a:gd name="T14" fmla="*/ 1094 w 18"/>
                <a:gd name="T15" fmla="*/ 1618 h 11"/>
                <a:gd name="T16" fmla="*/ 544 w 18"/>
                <a:gd name="T17" fmla="*/ 1432 h 11"/>
                <a:gd name="T18" fmla="*/ 193 w 18"/>
                <a:gd name="T19" fmla="*/ 891 h 11"/>
                <a:gd name="T20" fmla="*/ 0 w 18"/>
                <a:gd name="T21" fmla="*/ 192 h 11"/>
                <a:gd name="T22" fmla="*/ 351 w 18"/>
                <a:gd name="T23" fmla="*/ 891 h 11"/>
                <a:gd name="T24" fmla="*/ 737 w 18"/>
                <a:gd name="T25" fmla="*/ 1240 h 11"/>
                <a:gd name="T26" fmla="*/ 901 w 18"/>
                <a:gd name="T27" fmla="*/ 891 h 11"/>
                <a:gd name="T28" fmla="*/ 1445 w 18"/>
                <a:gd name="T29" fmla="*/ 1240 h 11"/>
                <a:gd name="T30" fmla="*/ 1445 w 18"/>
                <a:gd name="T31" fmla="*/ 733 h 11"/>
                <a:gd name="T32" fmla="*/ 1286 w 18"/>
                <a:gd name="T33" fmla="*/ 192 h 1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8" h="11">
                  <a:moveTo>
                    <a:pt x="7" y="1"/>
                  </a:moveTo>
                  <a:cubicBezTo>
                    <a:pt x="9" y="0"/>
                    <a:pt x="12" y="3"/>
                    <a:pt x="13" y="4"/>
                  </a:cubicBezTo>
                  <a:cubicBezTo>
                    <a:pt x="15" y="6"/>
                    <a:pt x="16" y="7"/>
                    <a:pt x="17" y="8"/>
                  </a:cubicBezTo>
                  <a:cubicBezTo>
                    <a:pt x="17" y="9"/>
                    <a:pt x="18" y="9"/>
                    <a:pt x="17" y="10"/>
                  </a:cubicBezTo>
                  <a:cubicBezTo>
                    <a:pt x="17" y="10"/>
                    <a:pt x="16" y="11"/>
                    <a:pt x="16" y="11"/>
                  </a:cubicBezTo>
                  <a:cubicBezTo>
                    <a:pt x="15" y="11"/>
                    <a:pt x="14" y="10"/>
                    <a:pt x="14" y="10"/>
                  </a:cubicBezTo>
                  <a:cubicBezTo>
                    <a:pt x="13" y="10"/>
                    <a:pt x="12" y="10"/>
                    <a:pt x="11" y="10"/>
                  </a:cubicBezTo>
                  <a:cubicBezTo>
                    <a:pt x="9" y="10"/>
                    <a:pt x="8" y="9"/>
                    <a:pt x="6" y="9"/>
                  </a:cubicBezTo>
                  <a:cubicBezTo>
                    <a:pt x="5" y="9"/>
                    <a:pt x="4" y="8"/>
                    <a:pt x="3" y="8"/>
                  </a:cubicBezTo>
                  <a:cubicBezTo>
                    <a:pt x="1" y="7"/>
                    <a:pt x="1" y="7"/>
                    <a:pt x="1" y="5"/>
                  </a:cubicBezTo>
                  <a:cubicBezTo>
                    <a:pt x="1" y="4"/>
                    <a:pt x="1" y="2"/>
                    <a:pt x="0" y="1"/>
                  </a:cubicBezTo>
                  <a:cubicBezTo>
                    <a:pt x="1" y="2"/>
                    <a:pt x="1" y="4"/>
                    <a:pt x="2" y="5"/>
                  </a:cubicBezTo>
                  <a:cubicBezTo>
                    <a:pt x="2" y="6"/>
                    <a:pt x="3" y="6"/>
                    <a:pt x="4" y="7"/>
                  </a:cubicBezTo>
                  <a:cubicBezTo>
                    <a:pt x="5" y="7"/>
                    <a:pt x="3" y="3"/>
                    <a:pt x="5" y="5"/>
                  </a:cubicBezTo>
                  <a:cubicBezTo>
                    <a:pt x="6" y="6"/>
                    <a:pt x="6" y="7"/>
                    <a:pt x="8" y="7"/>
                  </a:cubicBezTo>
                  <a:cubicBezTo>
                    <a:pt x="10" y="7"/>
                    <a:pt x="9" y="5"/>
                    <a:pt x="8" y="4"/>
                  </a:cubicBezTo>
                  <a:cubicBezTo>
                    <a:pt x="7" y="3"/>
                    <a:pt x="7" y="2"/>
                    <a:pt x="7" y="1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30" name="Freeform 1557"/>
            <p:cNvSpPr>
              <a:spLocks/>
            </p:cNvSpPr>
            <p:nvPr/>
          </p:nvSpPr>
          <p:spPr bwMode="auto">
            <a:xfrm>
              <a:off x="20355" y="3579"/>
              <a:ext cx="136" cy="254"/>
            </a:xfrm>
            <a:custGeom>
              <a:avLst/>
              <a:gdLst>
                <a:gd name="T0" fmla="*/ 351 w 24"/>
                <a:gd name="T1" fmla="*/ 892 h 45"/>
                <a:gd name="T2" fmla="*/ 193 w 24"/>
                <a:gd name="T3" fmla="*/ 542 h 45"/>
                <a:gd name="T4" fmla="*/ 544 w 24"/>
                <a:gd name="T5" fmla="*/ 542 h 45"/>
                <a:gd name="T6" fmla="*/ 901 w 24"/>
                <a:gd name="T7" fmla="*/ 734 h 45"/>
                <a:gd name="T8" fmla="*/ 1286 w 24"/>
                <a:gd name="T9" fmla="*/ 1276 h 45"/>
                <a:gd name="T10" fmla="*/ 1638 w 24"/>
                <a:gd name="T11" fmla="*/ 3251 h 45"/>
                <a:gd name="T12" fmla="*/ 1989 w 24"/>
                <a:gd name="T13" fmla="*/ 3601 h 45"/>
                <a:gd name="T14" fmla="*/ 2374 w 24"/>
                <a:gd name="T15" fmla="*/ 4301 h 45"/>
                <a:gd name="T16" fmla="*/ 3468 w 24"/>
                <a:gd name="T17" fmla="*/ 5577 h 45"/>
                <a:gd name="T18" fmla="*/ 4012 w 24"/>
                <a:gd name="T19" fmla="*/ 6660 h 45"/>
                <a:gd name="T20" fmla="*/ 3627 w 24"/>
                <a:gd name="T21" fmla="*/ 6469 h 45"/>
                <a:gd name="T22" fmla="*/ 3627 w 24"/>
                <a:gd name="T23" fmla="*/ 7010 h 45"/>
                <a:gd name="T24" fmla="*/ 4012 w 24"/>
                <a:gd name="T25" fmla="*/ 7902 h 45"/>
                <a:gd name="T26" fmla="*/ 2731 w 24"/>
                <a:gd name="T27" fmla="*/ 6660 h 45"/>
                <a:gd name="T28" fmla="*/ 1638 w 24"/>
                <a:gd name="T29" fmla="*/ 3793 h 45"/>
                <a:gd name="T30" fmla="*/ 737 w 24"/>
                <a:gd name="T31" fmla="*/ 1784 h 45"/>
                <a:gd name="T32" fmla="*/ 351 w 24"/>
                <a:gd name="T33" fmla="*/ 892 h 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4" h="45">
                  <a:moveTo>
                    <a:pt x="2" y="5"/>
                  </a:moveTo>
                  <a:cubicBezTo>
                    <a:pt x="2" y="5"/>
                    <a:pt x="1" y="3"/>
                    <a:pt x="1" y="3"/>
                  </a:cubicBezTo>
                  <a:cubicBezTo>
                    <a:pt x="0" y="2"/>
                    <a:pt x="0" y="0"/>
                    <a:pt x="3" y="3"/>
                  </a:cubicBezTo>
                  <a:cubicBezTo>
                    <a:pt x="3" y="3"/>
                    <a:pt x="4" y="4"/>
                    <a:pt x="5" y="4"/>
                  </a:cubicBezTo>
                  <a:cubicBezTo>
                    <a:pt x="5" y="4"/>
                    <a:pt x="7" y="5"/>
                    <a:pt x="7" y="7"/>
                  </a:cubicBezTo>
                  <a:cubicBezTo>
                    <a:pt x="7" y="7"/>
                    <a:pt x="8" y="14"/>
                    <a:pt x="9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3" y="22"/>
                    <a:pt x="13" y="24"/>
                  </a:cubicBezTo>
                  <a:cubicBezTo>
                    <a:pt x="13" y="24"/>
                    <a:pt x="16" y="29"/>
                    <a:pt x="19" y="31"/>
                  </a:cubicBezTo>
                  <a:cubicBezTo>
                    <a:pt x="19" y="31"/>
                    <a:pt x="23" y="36"/>
                    <a:pt x="22" y="37"/>
                  </a:cubicBezTo>
                  <a:cubicBezTo>
                    <a:pt x="22" y="37"/>
                    <a:pt x="22" y="38"/>
                    <a:pt x="20" y="36"/>
                  </a:cubicBezTo>
                  <a:cubicBezTo>
                    <a:pt x="20" y="36"/>
                    <a:pt x="17" y="35"/>
                    <a:pt x="20" y="39"/>
                  </a:cubicBezTo>
                  <a:cubicBezTo>
                    <a:pt x="20" y="39"/>
                    <a:pt x="24" y="45"/>
                    <a:pt x="22" y="44"/>
                  </a:cubicBezTo>
                  <a:cubicBezTo>
                    <a:pt x="22" y="44"/>
                    <a:pt x="19" y="43"/>
                    <a:pt x="15" y="37"/>
                  </a:cubicBezTo>
                  <a:cubicBezTo>
                    <a:pt x="15" y="37"/>
                    <a:pt x="10" y="29"/>
                    <a:pt x="9" y="21"/>
                  </a:cubicBezTo>
                  <a:cubicBezTo>
                    <a:pt x="9" y="21"/>
                    <a:pt x="5" y="11"/>
                    <a:pt x="4" y="10"/>
                  </a:cubicBezTo>
                  <a:cubicBezTo>
                    <a:pt x="4" y="10"/>
                    <a:pt x="2" y="9"/>
                    <a:pt x="2" y="5"/>
                  </a:cubicBezTo>
                  <a:close/>
                </a:path>
              </a:pathLst>
            </a:custGeom>
            <a:solidFill>
              <a:srgbClr val="8269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31" name="Freeform 1558"/>
            <p:cNvSpPr>
              <a:spLocks/>
            </p:cNvSpPr>
            <p:nvPr/>
          </p:nvSpPr>
          <p:spPr bwMode="auto">
            <a:xfrm>
              <a:off x="20429" y="3725"/>
              <a:ext cx="67" cy="85"/>
            </a:xfrm>
            <a:custGeom>
              <a:avLst/>
              <a:gdLst>
                <a:gd name="T0" fmla="*/ 1061 w 12"/>
                <a:gd name="T1" fmla="*/ 1830 h 15"/>
                <a:gd name="T2" fmla="*/ 0 w 12"/>
                <a:gd name="T3" fmla="*/ 193 h 15"/>
                <a:gd name="T4" fmla="*/ 341 w 12"/>
                <a:gd name="T5" fmla="*/ 544 h 15"/>
                <a:gd name="T6" fmla="*/ 1061 w 12"/>
                <a:gd name="T7" fmla="*/ 183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5">
                  <a:moveTo>
                    <a:pt x="6" y="10"/>
                  </a:moveTo>
                  <a:cubicBezTo>
                    <a:pt x="6" y="10"/>
                    <a:pt x="0" y="3"/>
                    <a:pt x="0" y="1"/>
                  </a:cubicBezTo>
                  <a:cubicBezTo>
                    <a:pt x="0" y="1"/>
                    <a:pt x="0" y="0"/>
                    <a:pt x="2" y="3"/>
                  </a:cubicBezTo>
                  <a:cubicBezTo>
                    <a:pt x="2" y="3"/>
                    <a:pt x="12" y="15"/>
                    <a:pt x="6" y="10"/>
                  </a:cubicBezTo>
                  <a:close/>
                </a:path>
              </a:pathLst>
            </a:custGeom>
            <a:solidFill>
              <a:srgbClr val="574E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32" name="Freeform 1559"/>
            <p:cNvSpPr>
              <a:spLocks/>
            </p:cNvSpPr>
            <p:nvPr/>
          </p:nvSpPr>
          <p:spPr bwMode="auto">
            <a:xfrm>
              <a:off x="20417" y="3731"/>
              <a:ext cx="68" cy="102"/>
            </a:xfrm>
            <a:custGeom>
              <a:avLst/>
              <a:gdLst>
                <a:gd name="T0" fmla="*/ 193 w 12"/>
                <a:gd name="T1" fmla="*/ 737 h 18"/>
                <a:gd name="T2" fmla="*/ 1830 w 12"/>
                <a:gd name="T3" fmla="*/ 3083 h 18"/>
                <a:gd name="T4" fmla="*/ 1830 w 12"/>
                <a:gd name="T5" fmla="*/ 2731 h 18"/>
                <a:gd name="T6" fmla="*/ 193 w 12"/>
                <a:gd name="T7" fmla="*/ 737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8">
                  <a:moveTo>
                    <a:pt x="1" y="4"/>
                  </a:moveTo>
                  <a:cubicBezTo>
                    <a:pt x="1" y="4"/>
                    <a:pt x="7" y="16"/>
                    <a:pt x="10" y="17"/>
                  </a:cubicBezTo>
                  <a:cubicBezTo>
                    <a:pt x="10" y="17"/>
                    <a:pt x="12" y="18"/>
                    <a:pt x="10" y="15"/>
                  </a:cubicBezTo>
                  <a:cubicBezTo>
                    <a:pt x="10" y="15"/>
                    <a:pt x="0" y="0"/>
                    <a:pt x="1" y="4"/>
                  </a:cubicBezTo>
                  <a:close/>
                </a:path>
              </a:pathLst>
            </a:custGeom>
            <a:solidFill>
              <a:srgbClr val="574E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33" name="Freeform 1560"/>
            <p:cNvSpPr>
              <a:spLocks/>
            </p:cNvSpPr>
            <p:nvPr/>
          </p:nvSpPr>
          <p:spPr bwMode="auto">
            <a:xfrm>
              <a:off x="20372" y="3607"/>
              <a:ext cx="57" cy="113"/>
            </a:xfrm>
            <a:custGeom>
              <a:avLst/>
              <a:gdLst>
                <a:gd name="T0" fmla="*/ 0 w 10"/>
                <a:gd name="T1" fmla="*/ 0 h 20"/>
                <a:gd name="T2" fmla="*/ 553 w 10"/>
                <a:gd name="T3" fmla="*/ 0 h 20"/>
                <a:gd name="T4" fmla="*/ 1493 w 10"/>
                <a:gd name="T5" fmla="*/ 2712 h 20"/>
                <a:gd name="T6" fmla="*/ 1853 w 10"/>
                <a:gd name="T7" fmla="*/ 3418 h 20"/>
                <a:gd name="T8" fmla="*/ 1493 w 10"/>
                <a:gd name="T9" fmla="*/ 3254 h 20"/>
                <a:gd name="T10" fmla="*/ 747 w 10"/>
                <a:gd name="T11" fmla="*/ 1085 h 20"/>
                <a:gd name="T12" fmla="*/ 359 w 10"/>
                <a:gd name="T13" fmla="*/ 542 h 20"/>
                <a:gd name="T14" fmla="*/ 0 w 10"/>
                <a:gd name="T15" fmla="*/ 0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20">
                  <a:moveTo>
                    <a:pt x="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5" y="11"/>
                    <a:pt x="8" y="15"/>
                  </a:cubicBezTo>
                  <a:cubicBezTo>
                    <a:pt x="8" y="15"/>
                    <a:pt x="10" y="17"/>
                    <a:pt x="10" y="19"/>
                  </a:cubicBezTo>
                  <a:cubicBezTo>
                    <a:pt x="10" y="19"/>
                    <a:pt x="9" y="20"/>
                    <a:pt x="8" y="18"/>
                  </a:cubicBezTo>
                  <a:cubicBezTo>
                    <a:pt x="8" y="18"/>
                    <a:pt x="5" y="10"/>
                    <a:pt x="4" y="6"/>
                  </a:cubicBezTo>
                  <a:cubicBezTo>
                    <a:pt x="4" y="6"/>
                    <a:pt x="4" y="3"/>
                    <a:pt x="2" y="3"/>
                  </a:cubicBezTo>
                  <a:cubicBezTo>
                    <a:pt x="2" y="3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574E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34" name="Freeform 1561"/>
            <p:cNvSpPr>
              <a:spLocks/>
            </p:cNvSpPr>
            <p:nvPr/>
          </p:nvSpPr>
          <p:spPr bwMode="auto">
            <a:xfrm>
              <a:off x="20429" y="3720"/>
              <a:ext cx="50" cy="73"/>
            </a:xfrm>
            <a:custGeom>
              <a:avLst/>
              <a:gdLst>
                <a:gd name="T0" fmla="*/ 0 w 9"/>
                <a:gd name="T1" fmla="*/ 0 h 13"/>
                <a:gd name="T2" fmla="*/ 1356 w 9"/>
                <a:gd name="T3" fmla="*/ 1763 h 13"/>
                <a:gd name="T4" fmla="*/ 1206 w 9"/>
                <a:gd name="T5" fmla="*/ 1954 h 13"/>
                <a:gd name="T6" fmla="*/ 0 w 9"/>
                <a:gd name="T7" fmla="*/ 348 h 13"/>
                <a:gd name="T8" fmla="*/ 0 w 9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3">
                  <a:moveTo>
                    <a:pt x="0" y="0"/>
                  </a:moveTo>
                  <a:cubicBezTo>
                    <a:pt x="0" y="0"/>
                    <a:pt x="8" y="8"/>
                    <a:pt x="8" y="10"/>
                  </a:cubicBezTo>
                  <a:cubicBezTo>
                    <a:pt x="8" y="10"/>
                    <a:pt x="9" y="13"/>
                    <a:pt x="7" y="11"/>
                  </a:cubicBezTo>
                  <a:cubicBezTo>
                    <a:pt x="7" y="11"/>
                    <a:pt x="4" y="6"/>
                    <a:pt x="0" y="2"/>
                  </a:cubicBezTo>
                  <a:cubicBezTo>
                    <a:pt x="0" y="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35" name="Freeform 1562"/>
            <p:cNvSpPr>
              <a:spLocks/>
            </p:cNvSpPr>
            <p:nvPr/>
          </p:nvSpPr>
          <p:spPr bwMode="auto">
            <a:xfrm>
              <a:off x="20378" y="3624"/>
              <a:ext cx="51" cy="130"/>
            </a:xfrm>
            <a:custGeom>
              <a:avLst/>
              <a:gdLst>
                <a:gd name="T0" fmla="*/ 193 w 9"/>
                <a:gd name="T1" fmla="*/ 543 h 23"/>
                <a:gd name="T2" fmla="*/ 1094 w 9"/>
                <a:gd name="T3" fmla="*/ 3069 h 23"/>
                <a:gd name="T4" fmla="*/ 1445 w 9"/>
                <a:gd name="T5" fmla="*/ 3420 h 23"/>
                <a:gd name="T6" fmla="*/ 544 w 9"/>
                <a:gd name="T7" fmla="*/ 543 h 23"/>
                <a:gd name="T8" fmla="*/ 193 w 9"/>
                <a:gd name="T9" fmla="*/ 543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23">
                  <a:moveTo>
                    <a:pt x="1" y="3"/>
                  </a:moveTo>
                  <a:cubicBezTo>
                    <a:pt x="1" y="3"/>
                    <a:pt x="5" y="13"/>
                    <a:pt x="6" y="17"/>
                  </a:cubicBezTo>
                  <a:cubicBezTo>
                    <a:pt x="6" y="17"/>
                    <a:pt x="9" y="23"/>
                    <a:pt x="8" y="19"/>
                  </a:cubicBezTo>
                  <a:cubicBezTo>
                    <a:pt x="8" y="19"/>
                    <a:pt x="4" y="10"/>
                    <a:pt x="3" y="3"/>
                  </a:cubicBezTo>
                  <a:cubicBezTo>
                    <a:pt x="3" y="3"/>
                    <a:pt x="0" y="0"/>
                    <a:pt x="1" y="3"/>
                  </a:cubicBezTo>
                  <a:close/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36" name="Freeform 1563"/>
            <p:cNvSpPr>
              <a:spLocks/>
            </p:cNvSpPr>
            <p:nvPr/>
          </p:nvSpPr>
          <p:spPr bwMode="auto">
            <a:xfrm>
              <a:off x="20429" y="3742"/>
              <a:ext cx="56" cy="79"/>
            </a:xfrm>
            <a:custGeom>
              <a:avLst/>
              <a:gdLst>
                <a:gd name="T0" fmla="*/ 190 w 10"/>
                <a:gd name="T1" fmla="*/ 542 h 14"/>
                <a:gd name="T2" fmla="*/ 1568 w 10"/>
                <a:gd name="T3" fmla="*/ 2517 h 14"/>
                <a:gd name="T4" fmla="*/ 1411 w 10"/>
                <a:gd name="T5" fmla="*/ 2325 h 14"/>
                <a:gd name="T6" fmla="*/ 190 w 10"/>
                <a:gd name="T7" fmla="*/ 542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1" y="3"/>
                  </a:moveTo>
                  <a:cubicBezTo>
                    <a:pt x="1" y="3"/>
                    <a:pt x="6" y="11"/>
                    <a:pt x="9" y="14"/>
                  </a:cubicBezTo>
                  <a:cubicBezTo>
                    <a:pt x="9" y="14"/>
                    <a:pt x="10" y="14"/>
                    <a:pt x="8" y="13"/>
                  </a:cubicBezTo>
                  <a:cubicBezTo>
                    <a:pt x="8" y="13"/>
                    <a:pt x="0" y="0"/>
                    <a:pt x="1" y="3"/>
                  </a:cubicBezTo>
                  <a:close/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37" name="Freeform 1564"/>
            <p:cNvSpPr>
              <a:spLocks/>
            </p:cNvSpPr>
            <p:nvPr/>
          </p:nvSpPr>
          <p:spPr bwMode="auto">
            <a:xfrm>
              <a:off x="20508" y="3669"/>
              <a:ext cx="90" cy="51"/>
            </a:xfrm>
            <a:custGeom>
              <a:avLst/>
              <a:gdLst>
                <a:gd name="T0" fmla="*/ 191 w 16"/>
                <a:gd name="T1" fmla="*/ 193 h 9"/>
                <a:gd name="T2" fmla="*/ 1423 w 16"/>
                <a:gd name="T3" fmla="*/ 1094 h 9"/>
                <a:gd name="T4" fmla="*/ 2154 w 16"/>
                <a:gd name="T5" fmla="*/ 1445 h 9"/>
                <a:gd name="T6" fmla="*/ 2661 w 16"/>
                <a:gd name="T7" fmla="*/ 1445 h 9"/>
                <a:gd name="T8" fmla="*/ 2312 w 16"/>
                <a:gd name="T9" fmla="*/ 1286 h 9"/>
                <a:gd name="T10" fmla="*/ 2154 w 16"/>
                <a:gd name="T11" fmla="*/ 901 h 9"/>
                <a:gd name="T12" fmla="*/ 1423 w 16"/>
                <a:gd name="T13" fmla="*/ 544 h 9"/>
                <a:gd name="T14" fmla="*/ 0 w 16"/>
                <a:gd name="T15" fmla="*/ 0 h 9"/>
                <a:gd name="T16" fmla="*/ 0 w 16"/>
                <a:gd name="T17" fmla="*/ 193 h 9"/>
                <a:gd name="T18" fmla="*/ 191 w 16"/>
                <a:gd name="T19" fmla="*/ 193 h 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" h="9">
                  <a:moveTo>
                    <a:pt x="1" y="1"/>
                  </a:moveTo>
                  <a:cubicBezTo>
                    <a:pt x="3" y="3"/>
                    <a:pt x="6" y="4"/>
                    <a:pt x="8" y="6"/>
                  </a:cubicBezTo>
                  <a:cubicBezTo>
                    <a:pt x="10" y="6"/>
                    <a:pt x="11" y="7"/>
                    <a:pt x="12" y="8"/>
                  </a:cubicBezTo>
                  <a:cubicBezTo>
                    <a:pt x="13" y="8"/>
                    <a:pt x="16" y="9"/>
                    <a:pt x="15" y="8"/>
                  </a:cubicBezTo>
                  <a:cubicBezTo>
                    <a:pt x="15" y="7"/>
                    <a:pt x="14" y="7"/>
                    <a:pt x="13" y="7"/>
                  </a:cubicBezTo>
                  <a:cubicBezTo>
                    <a:pt x="13" y="6"/>
                    <a:pt x="12" y="6"/>
                    <a:pt x="12" y="5"/>
                  </a:cubicBezTo>
                  <a:cubicBezTo>
                    <a:pt x="11" y="4"/>
                    <a:pt x="9" y="4"/>
                    <a:pt x="8" y="3"/>
                  </a:cubicBezTo>
                  <a:cubicBezTo>
                    <a:pt x="6" y="2"/>
                    <a:pt x="2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38" name="Freeform 1565"/>
            <p:cNvSpPr>
              <a:spLocks/>
            </p:cNvSpPr>
            <p:nvPr/>
          </p:nvSpPr>
          <p:spPr bwMode="auto">
            <a:xfrm>
              <a:off x="20260" y="3618"/>
              <a:ext cx="39" cy="85"/>
            </a:xfrm>
            <a:custGeom>
              <a:avLst/>
              <a:gdLst>
                <a:gd name="T0" fmla="*/ 1209 w 7"/>
                <a:gd name="T1" fmla="*/ 193 h 15"/>
                <a:gd name="T2" fmla="*/ 685 w 7"/>
                <a:gd name="T3" fmla="*/ 1638 h 15"/>
                <a:gd name="T4" fmla="*/ 184 w 7"/>
                <a:gd name="T5" fmla="*/ 2731 h 15"/>
                <a:gd name="T6" fmla="*/ 184 w 7"/>
                <a:gd name="T7" fmla="*/ 1989 h 15"/>
                <a:gd name="T8" fmla="*/ 685 w 7"/>
                <a:gd name="T9" fmla="*/ 1286 h 15"/>
                <a:gd name="T10" fmla="*/ 1209 w 7"/>
                <a:gd name="T11" fmla="*/ 0 h 15"/>
                <a:gd name="T12" fmla="*/ 1209 w 7"/>
                <a:gd name="T13" fmla="*/ 193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15">
                  <a:moveTo>
                    <a:pt x="7" y="1"/>
                  </a:moveTo>
                  <a:cubicBezTo>
                    <a:pt x="6" y="4"/>
                    <a:pt x="5" y="7"/>
                    <a:pt x="4" y="9"/>
                  </a:cubicBezTo>
                  <a:cubicBezTo>
                    <a:pt x="4" y="11"/>
                    <a:pt x="3" y="15"/>
                    <a:pt x="1" y="15"/>
                  </a:cubicBezTo>
                  <a:cubicBezTo>
                    <a:pt x="1" y="13"/>
                    <a:pt x="0" y="13"/>
                    <a:pt x="1" y="11"/>
                  </a:cubicBezTo>
                  <a:cubicBezTo>
                    <a:pt x="2" y="10"/>
                    <a:pt x="3" y="8"/>
                    <a:pt x="4" y="7"/>
                  </a:cubicBezTo>
                  <a:cubicBezTo>
                    <a:pt x="4" y="5"/>
                    <a:pt x="6" y="0"/>
                    <a:pt x="7" y="0"/>
                  </a:cubicBezTo>
                  <a:cubicBezTo>
                    <a:pt x="7" y="0"/>
                    <a:pt x="7" y="1"/>
                    <a:pt x="7" y="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39" name="Freeform 1566"/>
            <p:cNvSpPr>
              <a:spLocks/>
            </p:cNvSpPr>
            <p:nvPr/>
          </p:nvSpPr>
          <p:spPr bwMode="auto">
            <a:xfrm>
              <a:off x="20885" y="2756"/>
              <a:ext cx="468" cy="231"/>
            </a:xfrm>
            <a:custGeom>
              <a:avLst/>
              <a:gdLst>
                <a:gd name="T0" fmla="*/ 891 w 83"/>
                <a:gd name="T1" fmla="*/ 6795 h 41"/>
                <a:gd name="T2" fmla="*/ 2509 w 83"/>
                <a:gd name="T3" fmla="*/ 5905 h 41"/>
                <a:gd name="T4" fmla="*/ 6264 w 83"/>
                <a:gd name="T5" fmla="*/ 4124 h 41"/>
                <a:gd name="T6" fmla="*/ 10048 w 83"/>
                <a:gd name="T7" fmla="*/ 2158 h 41"/>
                <a:gd name="T8" fmla="*/ 14147 w 83"/>
                <a:gd name="T9" fmla="*/ 0 h 41"/>
                <a:gd name="T10" fmla="*/ 13448 w 83"/>
                <a:gd name="T11" fmla="*/ 1082 h 41"/>
                <a:gd name="T12" fmla="*/ 10747 w 83"/>
                <a:gd name="T13" fmla="*/ 2699 h 41"/>
                <a:gd name="T14" fmla="*/ 9856 w 83"/>
                <a:gd name="T15" fmla="*/ 3206 h 41"/>
                <a:gd name="T16" fmla="*/ 11830 w 83"/>
                <a:gd name="T17" fmla="*/ 2857 h 41"/>
                <a:gd name="T18" fmla="*/ 9315 w 83"/>
                <a:gd name="T19" fmla="*/ 3938 h 41"/>
                <a:gd name="T20" fmla="*/ 6264 w 83"/>
                <a:gd name="T21" fmla="*/ 4474 h 41"/>
                <a:gd name="T22" fmla="*/ 3208 w 83"/>
                <a:gd name="T23" fmla="*/ 5905 h 41"/>
                <a:gd name="T24" fmla="*/ 891 w 83"/>
                <a:gd name="T25" fmla="*/ 6795 h 4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3" h="41">
                  <a:moveTo>
                    <a:pt x="5" y="38"/>
                  </a:moveTo>
                  <a:cubicBezTo>
                    <a:pt x="5" y="38"/>
                    <a:pt x="7" y="35"/>
                    <a:pt x="14" y="33"/>
                  </a:cubicBezTo>
                  <a:cubicBezTo>
                    <a:pt x="14" y="33"/>
                    <a:pt x="32" y="25"/>
                    <a:pt x="35" y="23"/>
                  </a:cubicBezTo>
                  <a:cubicBezTo>
                    <a:pt x="35" y="23"/>
                    <a:pt x="50" y="14"/>
                    <a:pt x="56" y="12"/>
                  </a:cubicBezTo>
                  <a:cubicBezTo>
                    <a:pt x="56" y="12"/>
                    <a:pt x="69" y="3"/>
                    <a:pt x="79" y="0"/>
                  </a:cubicBezTo>
                  <a:cubicBezTo>
                    <a:pt x="79" y="0"/>
                    <a:pt x="83" y="2"/>
                    <a:pt x="75" y="6"/>
                  </a:cubicBezTo>
                  <a:cubicBezTo>
                    <a:pt x="75" y="6"/>
                    <a:pt x="65" y="15"/>
                    <a:pt x="60" y="15"/>
                  </a:cubicBezTo>
                  <a:cubicBezTo>
                    <a:pt x="60" y="15"/>
                    <a:pt x="49" y="20"/>
                    <a:pt x="55" y="18"/>
                  </a:cubicBezTo>
                  <a:cubicBezTo>
                    <a:pt x="55" y="18"/>
                    <a:pt x="74" y="11"/>
                    <a:pt x="66" y="16"/>
                  </a:cubicBezTo>
                  <a:cubicBezTo>
                    <a:pt x="66" y="16"/>
                    <a:pt x="58" y="23"/>
                    <a:pt x="52" y="22"/>
                  </a:cubicBezTo>
                  <a:cubicBezTo>
                    <a:pt x="52" y="22"/>
                    <a:pt x="41" y="23"/>
                    <a:pt x="35" y="25"/>
                  </a:cubicBezTo>
                  <a:cubicBezTo>
                    <a:pt x="35" y="25"/>
                    <a:pt x="23" y="30"/>
                    <a:pt x="18" y="33"/>
                  </a:cubicBezTo>
                  <a:cubicBezTo>
                    <a:pt x="18" y="33"/>
                    <a:pt x="0" y="41"/>
                    <a:pt x="5" y="38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40" name="Freeform 1567"/>
            <p:cNvSpPr>
              <a:spLocks/>
            </p:cNvSpPr>
            <p:nvPr/>
          </p:nvSpPr>
          <p:spPr bwMode="auto">
            <a:xfrm>
              <a:off x="20947" y="2902"/>
              <a:ext cx="322" cy="79"/>
            </a:xfrm>
            <a:custGeom>
              <a:avLst/>
              <a:gdLst>
                <a:gd name="T0" fmla="*/ 1277 w 57"/>
                <a:gd name="T1" fmla="*/ 2325 h 14"/>
                <a:gd name="T2" fmla="*/ 3412 w 57"/>
                <a:gd name="T3" fmla="*/ 1975 h 14"/>
                <a:gd name="T4" fmla="*/ 4502 w 57"/>
                <a:gd name="T5" fmla="*/ 1625 h 14"/>
                <a:gd name="T6" fmla="*/ 8299 w 57"/>
                <a:gd name="T7" fmla="*/ 892 h 14"/>
                <a:gd name="T8" fmla="*/ 8999 w 57"/>
                <a:gd name="T9" fmla="*/ 192 h 14"/>
                <a:gd name="T10" fmla="*/ 5395 w 57"/>
                <a:gd name="T11" fmla="*/ 1275 h 14"/>
                <a:gd name="T12" fmla="*/ 2327 w 57"/>
                <a:gd name="T13" fmla="*/ 1975 h 14"/>
                <a:gd name="T14" fmla="*/ 1277 w 57"/>
                <a:gd name="T15" fmla="*/ 2325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14">
                  <a:moveTo>
                    <a:pt x="7" y="13"/>
                  </a:moveTo>
                  <a:cubicBezTo>
                    <a:pt x="7" y="13"/>
                    <a:pt x="16" y="12"/>
                    <a:pt x="19" y="11"/>
                  </a:cubicBezTo>
                  <a:cubicBezTo>
                    <a:pt x="19" y="11"/>
                    <a:pt x="23" y="9"/>
                    <a:pt x="25" y="9"/>
                  </a:cubicBezTo>
                  <a:cubicBezTo>
                    <a:pt x="25" y="9"/>
                    <a:pt x="41" y="7"/>
                    <a:pt x="46" y="5"/>
                  </a:cubicBezTo>
                  <a:cubicBezTo>
                    <a:pt x="46" y="5"/>
                    <a:pt x="57" y="0"/>
                    <a:pt x="50" y="1"/>
                  </a:cubicBezTo>
                  <a:cubicBezTo>
                    <a:pt x="49" y="2"/>
                    <a:pt x="33" y="6"/>
                    <a:pt x="30" y="7"/>
                  </a:cubicBezTo>
                  <a:cubicBezTo>
                    <a:pt x="30" y="7"/>
                    <a:pt x="19" y="9"/>
                    <a:pt x="13" y="11"/>
                  </a:cubicBezTo>
                  <a:cubicBezTo>
                    <a:pt x="12" y="11"/>
                    <a:pt x="0" y="14"/>
                    <a:pt x="7" y="13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41" name="Freeform 1568"/>
            <p:cNvSpPr>
              <a:spLocks/>
            </p:cNvSpPr>
            <p:nvPr/>
          </p:nvSpPr>
          <p:spPr bwMode="auto">
            <a:xfrm>
              <a:off x="21071" y="2840"/>
              <a:ext cx="282" cy="85"/>
            </a:xfrm>
            <a:custGeom>
              <a:avLst/>
              <a:gdLst>
                <a:gd name="T0" fmla="*/ 1083 w 50"/>
                <a:gd name="T1" fmla="*/ 2539 h 15"/>
                <a:gd name="T2" fmla="*/ 3593 w 50"/>
                <a:gd name="T3" fmla="*/ 1989 h 15"/>
                <a:gd name="T4" fmla="*/ 5725 w 50"/>
                <a:gd name="T5" fmla="*/ 1286 h 15"/>
                <a:gd name="T6" fmla="*/ 7732 w 50"/>
                <a:gd name="T7" fmla="*/ 544 h 15"/>
                <a:gd name="T8" fmla="*/ 7191 w 50"/>
                <a:gd name="T9" fmla="*/ 351 h 15"/>
                <a:gd name="T10" fmla="*/ 3401 w 50"/>
                <a:gd name="T11" fmla="*/ 1830 h 15"/>
                <a:gd name="T12" fmla="*/ 1083 w 50"/>
                <a:gd name="T13" fmla="*/ 2539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15">
                  <a:moveTo>
                    <a:pt x="6" y="14"/>
                  </a:moveTo>
                  <a:cubicBezTo>
                    <a:pt x="6" y="14"/>
                    <a:pt x="15" y="13"/>
                    <a:pt x="20" y="11"/>
                  </a:cubicBezTo>
                  <a:cubicBezTo>
                    <a:pt x="20" y="11"/>
                    <a:pt x="28" y="7"/>
                    <a:pt x="32" y="7"/>
                  </a:cubicBezTo>
                  <a:cubicBezTo>
                    <a:pt x="32" y="7"/>
                    <a:pt x="41" y="6"/>
                    <a:pt x="43" y="3"/>
                  </a:cubicBezTo>
                  <a:cubicBezTo>
                    <a:pt x="43" y="3"/>
                    <a:pt x="50" y="0"/>
                    <a:pt x="40" y="2"/>
                  </a:cubicBezTo>
                  <a:cubicBezTo>
                    <a:pt x="40" y="2"/>
                    <a:pt x="31" y="4"/>
                    <a:pt x="19" y="10"/>
                  </a:cubicBezTo>
                  <a:cubicBezTo>
                    <a:pt x="19" y="10"/>
                    <a:pt x="0" y="15"/>
                    <a:pt x="6" y="14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42" name="Freeform 1569"/>
            <p:cNvSpPr>
              <a:spLocks/>
            </p:cNvSpPr>
            <p:nvPr/>
          </p:nvSpPr>
          <p:spPr bwMode="auto">
            <a:xfrm>
              <a:off x="20857" y="3015"/>
              <a:ext cx="175" cy="40"/>
            </a:xfrm>
            <a:custGeom>
              <a:avLst/>
              <a:gdLst>
                <a:gd name="T0" fmla="*/ 1084 w 31"/>
                <a:gd name="T1" fmla="*/ 554 h 7"/>
                <a:gd name="T2" fmla="*/ 5035 w 31"/>
                <a:gd name="T3" fmla="*/ 949 h 7"/>
                <a:gd name="T4" fmla="*/ 2518 w 31"/>
                <a:gd name="T5" fmla="*/ 360 h 7"/>
                <a:gd name="T6" fmla="*/ 1084 w 31"/>
                <a:gd name="T7" fmla="*/ 554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7">
                  <a:moveTo>
                    <a:pt x="6" y="3"/>
                  </a:moveTo>
                  <a:cubicBezTo>
                    <a:pt x="6" y="3"/>
                    <a:pt x="31" y="7"/>
                    <a:pt x="28" y="5"/>
                  </a:cubicBezTo>
                  <a:cubicBezTo>
                    <a:pt x="28" y="5"/>
                    <a:pt x="24" y="4"/>
                    <a:pt x="14" y="2"/>
                  </a:cubicBezTo>
                  <a:cubicBezTo>
                    <a:pt x="14" y="2"/>
                    <a:pt x="0" y="0"/>
                    <a:pt x="6" y="3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43" name="Freeform 1570"/>
            <p:cNvSpPr>
              <a:spLocks/>
            </p:cNvSpPr>
            <p:nvPr/>
          </p:nvSpPr>
          <p:spPr bwMode="auto">
            <a:xfrm>
              <a:off x="20891" y="3004"/>
              <a:ext cx="186" cy="17"/>
            </a:xfrm>
            <a:custGeom>
              <a:avLst/>
              <a:gdLst>
                <a:gd name="T0" fmla="*/ 1082 w 33"/>
                <a:gd name="T1" fmla="*/ 193 h 3"/>
                <a:gd name="T2" fmla="*/ 5180 w 33"/>
                <a:gd name="T3" fmla="*/ 351 h 3"/>
                <a:gd name="T4" fmla="*/ 4830 w 33"/>
                <a:gd name="T5" fmla="*/ 0 h 3"/>
                <a:gd name="T6" fmla="*/ 1082 w 33"/>
                <a:gd name="T7" fmla="*/ 193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3">
                  <a:moveTo>
                    <a:pt x="6" y="1"/>
                  </a:moveTo>
                  <a:cubicBezTo>
                    <a:pt x="6" y="1"/>
                    <a:pt x="26" y="3"/>
                    <a:pt x="29" y="2"/>
                  </a:cubicBezTo>
                  <a:cubicBezTo>
                    <a:pt x="29" y="2"/>
                    <a:pt x="33" y="0"/>
                    <a:pt x="27" y="0"/>
                  </a:cubicBezTo>
                  <a:cubicBezTo>
                    <a:pt x="27" y="0"/>
                    <a:pt x="0" y="1"/>
                    <a:pt x="6" y="1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44" name="Freeform 1571"/>
            <p:cNvSpPr>
              <a:spLocks/>
            </p:cNvSpPr>
            <p:nvPr/>
          </p:nvSpPr>
          <p:spPr bwMode="auto">
            <a:xfrm>
              <a:off x="20778" y="3100"/>
              <a:ext cx="85" cy="56"/>
            </a:xfrm>
            <a:custGeom>
              <a:avLst/>
              <a:gdLst>
                <a:gd name="T0" fmla="*/ 351 w 15"/>
                <a:gd name="T1" fmla="*/ 347 h 10"/>
                <a:gd name="T2" fmla="*/ 2539 w 15"/>
                <a:gd name="T3" fmla="*/ 1758 h 10"/>
                <a:gd name="T4" fmla="*/ 1989 w 15"/>
                <a:gd name="T5" fmla="*/ 1411 h 10"/>
                <a:gd name="T6" fmla="*/ 351 w 15"/>
                <a:gd name="T7" fmla="*/ 347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0">
                  <a:moveTo>
                    <a:pt x="2" y="2"/>
                  </a:moveTo>
                  <a:cubicBezTo>
                    <a:pt x="2" y="2"/>
                    <a:pt x="9" y="10"/>
                    <a:pt x="14" y="10"/>
                  </a:cubicBezTo>
                  <a:cubicBezTo>
                    <a:pt x="14" y="10"/>
                    <a:pt x="15" y="10"/>
                    <a:pt x="11" y="8"/>
                  </a:cubicBezTo>
                  <a:cubicBezTo>
                    <a:pt x="11" y="8"/>
                    <a:pt x="0" y="0"/>
                    <a:pt x="2" y="2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45" name="Freeform 1572"/>
            <p:cNvSpPr>
              <a:spLocks/>
            </p:cNvSpPr>
            <p:nvPr/>
          </p:nvSpPr>
          <p:spPr bwMode="auto">
            <a:xfrm>
              <a:off x="20801" y="3077"/>
              <a:ext cx="101" cy="57"/>
            </a:xfrm>
            <a:custGeom>
              <a:avLst/>
              <a:gdLst>
                <a:gd name="T0" fmla="*/ 881 w 18"/>
                <a:gd name="T1" fmla="*/ 553 h 10"/>
                <a:gd name="T2" fmla="*/ 2486 w 18"/>
                <a:gd name="T3" fmla="*/ 1659 h 10"/>
                <a:gd name="T4" fmla="*/ 2834 w 18"/>
                <a:gd name="T5" fmla="*/ 1493 h 10"/>
                <a:gd name="T6" fmla="*/ 881 w 18"/>
                <a:gd name="T7" fmla="*/ 553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0">
                  <a:moveTo>
                    <a:pt x="5" y="3"/>
                  </a:moveTo>
                  <a:cubicBezTo>
                    <a:pt x="5" y="3"/>
                    <a:pt x="11" y="8"/>
                    <a:pt x="14" y="9"/>
                  </a:cubicBezTo>
                  <a:cubicBezTo>
                    <a:pt x="14" y="9"/>
                    <a:pt x="18" y="10"/>
                    <a:pt x="16" y="8"/>
                  </a:cubicBezTo>
                  <a:cubicBezTo>
                    <a:pt x="16" y="8"/>
                    <a:pt x="0" y="0"/>
                    <a:pt x="5" y="3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46" name="Freeform 1573"/>
            <p:cNvSpPr>
              <a:spLocks/>
            </p:cNvSpPr>
            <p:nvPr/>
          </p:nvSpPr>
          <p:spPr bwMode="auto">
            <a:xfrm>
              <a:off x="20840" y="3038"/>
              <a:ext cx="113" cy="62"/>
            </a:xfrm>
            <a:custGeom>
              <a:avLst/>
              <a:gdLst>
                <a:gd name="T0" fmla="*/ 350 w 20"/>
                <a:gd name="T1" fmla="*/ 541 h 11"/>
                <a:gd name="T2" fmla="*/ 2712 w 20"/>
                <a:gd name="T3" fmla="*/ 1432 h 11"/>
                <a:gd name="T4" fmla="*/ 3062 w 20"/>
                <a:gd name="T5" fmla="*/ 1240 h 11"/>
                <a:gd name="T6" fmla="*/ 350 w 20"/>
                <a:gd name="T7" fmla="*/ 541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11">
                  <a:moveTo>
                    <a:pt x="2" y="3"/>
                  </a:moveTo>
                  <a:cubicBezTo>
                    <a:pt x="2" y="3"/>
                    <a:pt x="12" y="5"/>
                    <a:pt x="15" y="8"/>
                  </a:cubicBezTo>
                  <a:cubicBezTo>
                    <a:pt x="15" y="8"/>
                    <a:pt x="20" y="11"/>
                    <a:pt x="17" y="7"/>
                  </a:cubicBezTo>
                  <a:cubicBezTo>
                    <a:pt x="17" y="7"/>
                    <a:pt x="0" y="0"/>
                    <a:pt x="2" y="3"/>
                  </a:cubicBezTo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47" name="Freeform 1574"/>
            <p:cNvSpPr>
              <a:spLocks/>
            </p:cNvSpPr>
            <p:nvPr/>
          </p:nvSpPr>
          <p:spPr bwMode="auto">
            <a:xfrm>
              <a:off x="20750" y="3111"/>
              <a:ext cx="73" cy="85"/>
            </a:xfrm>
            <a:custGeom>
              <a:avLst/>
              <a:gdLst>
                <a:gd name="T0" fmla="*/ 348 w 13"/>
                <a:gd name="T1" fmla="*/ 737 h 15"/>
                <a:gd name="T2" fmla="*/ 2111 w 13"/>
                <a:gd name="T3" fmla="*/ 2374 h 15"/>
                <a:gd name="T4" fmla="*/ 1606 w 13"/>
                <a:gd name="T5" fmla="*/ 1638 h 15"/>
                <a:gd name="T6" fmla="*/ 348 w 13"/>
                <a:gd name="T7" fmla="*/ 737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5">
                  <a:moveTo>
                    <a:pt x="2" y="4"/>
                  </a:moveTo>
                  <a:cubicBezTo>
                    <a:pt x="2" y="4"/>
                    <a:pt x="11" y="15"/>
                    <a:pt x="12" y="13"/>
                  </a:cubicBezTo>
                  <a:cubicBezTo>
                    <a:pt x="12" y="13"/>
                    <a:pt x="13" y="13"/>
                    <a:pt x="9" y="9"/>
                  </a:cubicBezTo>
                  <a:cubicBezTo>
                    <a:pt x="9" y="9"/>
                    <a:pt x="0" y="0"/>
                    <a:pt x="2" y="4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48" name="Freeform 1575"/>
            <p:cNvSpPr>
              <a:spLocks/>
            </p:cNvSpPr>
            <p:nvPr/>
          </p:nvSpPr>
          <p:spPr bwMode="auto">
            <a:xfrm>
              <a:off x="20694" y="3173"/>
              <a:ext cx="22" cy="85"/>
            </a:xfrm>
            <a:custGeom>
              <a:avLst/>
              <a:gdLst>
                <a:gd name="T0" fmla="*/ 336 w 4"/>
                <a:gd name="T1" fmla="*/ 0 h 15"/>
                <a:gd name="T2" fmla="*/ 666 w 4"/>
                <a:gd name="T3" fmla="*/ 2374 h 15"/>
                <a:gd name="T4" fmla="*/ 517 w 4"/>
                <a:gd name="T5" fmla="*/ 2182 h 15"/>
                <a:gd name="T6" fmla="*/ 336 w 4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5">
                  <a:moveTo>
                    <a:pt x="2" y="0"/>
                  </a:moveTo>
                  <a:cubicBezTo>
                    <a:pt x="2" y="0"/>
                    <a:pt x="4" y="10"/>
                    <a:pt x="4" y="13"/>
                  </a:cubicBezTo>
                  <a:cubicBezTo>
                    <a:pt x="4" y="13"/>
                    <a:pt x="3" y="15"/>
                    <a:pt x="3" y="12"/>
                  </a:cubicBezTo>
                  <a:cubicBezTo>
                    <a:pt x="3" y="12"/>
                    <a:pt x="0" y="0"/>
                    <a:pt x="2" y="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49" name="Freeform 1576"/>
            <p:cNvSpPr>
              <a:spLocks/>
            </p:cNvSpPr>
            <p:nvPr/>
          </p:nvSpPr>
          <p:spPr bwMode="auto">
            <a:xfrm>
              <a:off x="20716" y="3145"/>
              <a:ext cx="62" cy="90"/>
            </a:xfrm>
            <a:custGeom>
              <a:avLst/>
              <a:gdLst>
                <a:gd name="T0" fmla="*/ 541 w 11"/>
                <a:gd name="T1" fmla="*/ 726 h 16"/>
                <a:gd name="T2" fmla="*/ 1618 w 11"/>
                <a:gd name="T3" fmla="*/ 2312 h 16"/>
                <a:gd name="T4" fmla="*/ 1618 w 11"/>
                <a:gd name="T5" fmla="*/ 1963 h 16"/>
                <a:gd name="T6" fmla="*/ 541 w 11"/>
                <a:gd name="T7" fmla="*/ 726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6">
                  <a:moveTo>
                    <a:pt x="3" y="4"/>
                  </a:moveTo>
                  <a:cubicBezTo>
                    <a:pt x="3" y="4"/>
                    <a:pt x="9" y="16"/>
                    <a:pt x="9" y="13"/>
                  </a:cubicBezTo>
                  <a:cubicBezTo>
                    <a:pt x="9" y="13"/>
                    <a:pt x="11" y="13"/>
                    <a:pt x="9" y="11"/>
                  </a:cubicBezTo>
                  <a:cubicBezTo>
                    <a:pt x="9" y="11"/>
                    <a:pt x="0" y="0"/>
                    <a:pt x="3" y="4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50" name="Freeform 1577"/>
            <p:cNvSpPr>
              <a:spLocks/>
            </p:cNvSpPr>
            <p:nvPr/>
          </p:nvSpPr>
          <p:spPr bwMode="auto">
            <a:xfrm>
              <a:off x="20733" y="3111"/>
              <a:ext cx="62" cy="101"/>
            </a:xfrm>
            <a:custGeom>
              <a:avLst/>
              <a:gdLst>
                <a:gd name="T0" fmla="*/ 891 w 11"/>
                <a:gd name="T1" fmla="*/ 1605 h 18"/>
                <a:gd name="T2" fmla="*/ 1781 w 11"/>
                <a:gd name="T3" fmla="*/ 2643 h 18"/>
                <a:gd name="T4" fmla="*/ 1967 w 11"/>
                <a:gd name="T5" fmla="*/ 2486 h 18"/>
                <a:gd name="T6" fmla="*/ 891 w 11"/>
                <a:gd name="T7" fmla="*/ 160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8">
                  <a:moveTo>
                    <a:pt x="5" y="9"/>
                  </a:moveTo>
                  <a:cubicBezTo>
                    <a:pt x="5" y="9"/>
                    <a:pt x="9" y="18"/>
                    <a:pt x="10" y="15"/>
                  </a:cubicBezTo>
                  <a:cubicBezTo>
                    <a:pt x="10" y="15"/>
                    <a:pt x="11" y="16"/>
                    <a:pt x="11" y="14"/>
                  </a:cubicBezTo>
                  <a:cubicBezTo>
                    <a:pt x="11" y="14"/>
                    <a:pt x="0" y="0"/>
                    <a:pt x="5" y="9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51" name="Freeform 1578"/>
            <p:cNvSpPr>
              <a:spLocks/>
            </p:cNvSpPr>
            <p:nvPr/>
          </p:nvSpPr>
          <p:spPr bwMode="auto">
            <a:xfrm>
              <a:off x="20502" y="3291"/>
              <a:ext cx="28" cy="113"/>
            </a:xfrm>
            <a:custGeom>
              <a:avLst/>
              <a:gdLst>
                <a:gd name="T0" fmla="*/ 0 w 5"/>
                <a:gd name="T1" fmla="*/ 1085 h 20"/>
                <a:gd name="T2" fmla="*/ 689 w 5"/>
                <a:gd name="T3" fmla="*/ 3418 h 20"/>
                <a:gd name="T4" fmla="*/ 689 w 5"/>
                <a:gd name="T5" fmla="*/ 3062 h 20"/>
                <a:gd name="T6" fmla="*/ 879 w 5"/>
                <a:gd name="T7" fmla="*/ 2876 h 20"/>
                <a:gd name="T8" fmla="*/ 0 w 5"/>
                <a:gd name="T9" fmla="*/ 1085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20">
                  <a:moveTo>
                    <a:pt x="0" y="6"/>
                  </a:moveTo>
                  <a:cubicBezTo>
                    <a:pt x="0" y="6"/>
                    <a:pt x="2" y="17"/>
                    <a:pt x="4" y="19"/>
                  </a:cubicBezTo>
                  <a:cubicBezTo>
                    <a:pt x="4" y="19"/>
                    <a:pt x="4" y="20"/>
                    <a:pt x="4" y="17"/>
                  </a:cubicBezTo>
                  <a:cubicBezTo>
                    <a:pt x="4" y="17"/>
                    <a:pt x="5" y="18"/>
                    <a:pt x="5" y="16"/>
                  </a:cubicBezTo>
                  <a:cubicBezTo>
                    <a:pt x="5" y="16"/>
                    <a:pt x="0" y="0"/>
                    <a:pt x="0" y="6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52" name="Freeform 1579"/>
            <p:cNvSpPr>
              <a:spLocks/>
            </p:cNvSpPr>
            <p:nvPr/>
          </p:nvSpPr>
          <p:spPr bwMode="auto">
            <a:xfrm>
              <a:off x="20547" y="3263"/>
              <a:ext cx="23" cy="107"/>
            </a:xfrm>
            <a:custGeom>
              <a:avLst/>
              <a:gdLst>
                <a:gd name="T0" fmla="*/ 0 w 4"/>
                <a:gd name="T1" fmla="*/ 732 h 19"/>
                <a:gd name="T2" fmla="*/ 397 w 4"/>
                <a:gd name="T3" fmla="*/ 3047 h 19"/>
                <a:gd name="T4" fmla="*/ 564 w 4"/>
                <a:gd name="T5" fmla="*/ 2855 h 19"/>
                <a:gd name="T6" fmla="*/ 0 w 4"/>
                <a:gd name="T7" fmla="*/ 732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">
                  <a:moveTo>
                    <a:pt x="0" y="4"/>
                  </a:moveTo>
                  <a:cubicBezTo>
                    <a:pt x="0" y="4"/>
                    <a:pt x="1" y="15"/>
                    <a:pt x="2" y="17"/>
                  </a:cubicBezTo>
                  <a:cubicBezTo>
                    <a:pt x="2" y="17"/>
                    <a:pt x="4" y="19"/>
                    <a:pt x="3" y="16"/>
                  </a:cubicBezTo>
                  <a:cubicBezTo>
                    <a:pt x="3" y="16"/>
                    <a:pt x="0" y="0"/>
                    <a:pt x="0" y="4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53" name="Freeform 1580"/>
            <p:cNvSpPr>
              <a:spLocks/>
            </p:cNvSpPr>
            <p:nvPr/>
          </p:nvSpPr>
          <p:spPr bwMode="auto">
            <a:xfrm>
              <a:off x="20322" y="2948"/>
              <a:ext cx="597" cy="451"/>
            </a:xfrm>
            <a:custGeom>
              <a:avLst/>
              <a:gdLst>
                <a:gd name="T0" fmla="*/ 541 w 106"/>
                <a:gd name="T1" fmla="*/ 10390 h 80"/>
                <a:gd name="T2" fmla="*/ 2157 w 106"/>
                <a:gd name="T3" fmla="*/ 10040 h 80"/>
                <a:gd name="T4" fmla="*/ 5711 w 106"/>
                <a:gd name="T5" fmla="*/ 7881 h 80"/>
                <a:gd name="T6" fmla="*/ 11073 w 106"/>
                <a:gd name="T7" fmla="*/ 4673 h 80"/>
                <a:gd name="T8" fmla="*/ 12498 w 106"/>
                <a:gd name="T9" fmla="*/ 3749 h 80"/>
                <a:gd name="T10" fmla="*/ 12689 w 106"/>
                <a:gd name="T11" fmla="*/ 3749 h 80"/>
                <a:gd name="T12" fmla="*/ 14812 w 106"/>
                <a:gd name="T13" fmla="*/ 2700 h 80"/>
                <a:gd name="T14" fmla="*/ 17319 w 106"/>
                <a:gd name="T15" fmla="*/ 1432 h 80"/>
                <a:gd name="T16" fmla="*/ 18051 w 106"/>
                <a:gd name="T17" fmla="*/ 1082 h 80"/>
                <a:gd name="T18" fmla="*/ 12340 w 106"/>
                <a:gd name="T19" fmla="*/ 6100 h 80"/>
                <a:gd name="T20" fmla="*/ 8752 w 106"/>
                <a:gd name="T21" fmla="*/ 8231 h 80"/>
                <a:gd name="T22" fmla="*/ 6787 w 106"/>
                <a:gd name="T23" fmla="*/ 9663 h 80"/>
                <a:gd name="T24" fmla="*/ 5170 w 106"/>
                <a:gd name="T25" fmla="*/ 11123 h 80"/>
                <a:gd name="T26" fmla="*/ 3396 w 106"/>
                <a:gd name="T27" fmla="*/ 13445 h 80"/>
                <a:gd name="T28" fmla="*/ 1616 w 106"/>
                <a:gd name="T29" fmla="*/ 11472 h 80"/>
                <a:gd name="T30" fmla="*/ 541 w 106"/>
                <a:gd name="T31" fmla="*/ 10390 h 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6" h="80">
                  <a:moveTo>
                    <a:pt x="3" y="58"/>
                  </a:moveTo>
                  <a:cubicBezTo>
                    <a:pt x="3" y="58"/>
                    <a:pt x="10" y="58"/>
                    <a:pt x="12" y="56"/>
                  </a:cubicBezTo>
                  <a:cubicBezTo>
                    <a:pt x="12" y="56"/>
                    <a:pt x="30" y="46"/>
                    <a:pt x="32" y="44"/>
                  </a:cubicBezTo>
                  <a:cubicBezTo>
                    <a:pt x="32" y="44"/>
                    <a:pt x="50" y="31"/>
                    <a:pt x="62" y="26"/>
                  </a:cubicBezTo>
                  <a:cubicBezTo>
                    <a:pt x="62" y="26"/>
                    <a:pt x="68" y="24"/>
                    <a:pt x="70" y="21"/>
                  </a:cubicBezTo>
                  <a:cubicBezTo>
                    <a:pt x="71" y="21"/>
                    <a:pt x="71" y="21"/>
                    <a:pt x="71" y="21"/>
                  </a:cubicBezTo>
                  <a:cubicBezTo>
                    <a:pt x="72" y="18"/>
                    <a:pt x="77" y="17"/>
                    <a:pt x="83" y="15"/>
                  </a:cubicBezTo>
                  <a:cubicBezTo>
                    <a:pt x="83" y="15"/>
                    <a:pt x="95" y="10"/>
                    <a:pt x="97" y="8"/>
                  </a:cubicBezTo>
                  <a:cubicBezTo>
                    <a:pt x="97" y="8"/>
                    <a:pt x="106" y="0"/>
                    <a:pt x="101" y="6"/>
                  </a:cubicBezTo>
                  <a:cubicBezTo>
                    <a:pt x="101" y="6"/>
                    <a:pt x="83" y="27"/>
                    <a:pt x="69" y="34"/>
                  </a:cubicBezTo>
                  <a:cubicBezTo>
                    <a:pt x="69" y="34"/>
                    <a:pt x="57" y="39"/>
                    <a:pt x="49" y="46"/>
                  </a:cubicBezTo>
                  <a:cubicBezTo>
                    <a:pt x="49" y="46"/>
                    <a:pt x="42" y="54"/>
                    <a:pt x="38" y="54"/>
                  </a:cubicBezTo>
                  <a:cubicBezTo>
                    <a:pt x="38" y="54"/>
                    <a:pt x="30" y="58"/>
                    <a:pt x="29" y="62"/>
                  </a:cubicBezTo>
                  <a:cubicBezTo>
                    <a:pt x="29" y="62"/>
                    <a:pt x="22" y="80"/>
                    <a:pt x="19" y="75"/>
                  </a:cubicBezTo>
                  <a:cubicBezTo>
                    <a:pt x="19" y="75"/>
                    <a:pt x="16" y="68"/>
                    <a:pt x="9" y="64"/>
                  </a:cubicBezTo>
                  <a:cubicBezTo>
                    <a:pt x="9" y="64"/>
                    <a:pt x="0" y="58"/>
                    <a:pt x="3" y="58"/>
                  </a:cubicBez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54" name="Freeform 1581"/>
            <p:cNvSpPr>
              <a:spLocks/>
            </p:cNvSpPr>
            <p:nvPr/>
          </p:nvSpPr>
          <p:spPr bwMode="auto">
            <a:xfrm>
              <a:off x="20339" y="3021"/>
              <a:ext cx="462" cy="282"/>
            </a:xfrm>
            <a:custGeom>
              <a:avLst/>
              <a:gdLst>
                <a:gd name="T0" fmla="*/ 541 w 82"/>
                <a:gd name="T1" fmla="*/ 8082 h 50"/>
                <a:gd name="T2" fmla="*/ 890 w 82"/>
                <a:gd name="T3" fmla="*/ 8240 h 50"/>
                <a:gd name="T4" fmla="*/ 1966 w 82"/>
                <a:gd name="T5" fmla="*/ 8432 h 50"/>
                <a:gd name="T6" fmla="*/ 2699 w 82"/>
                <a:gd name="T7" fmla="*/ 8240 h 50"/>
                <a:gd name="T8" fmla="*/ 6603 w 82"/>
                <a:gd name="T9" fmla="*/ 5025 h 50"/>
                <a:gd name="T10" fmla="*/ 8953 w 82"/>
                <a:gd name="T11" fmla="*/ 3942 h 50"/>
                <a:gd name="T12" fmla="*/ 10919 w 82"/>
                <a:gd name="T13" fmla="*/ 2865 h 50"/>
                <a:gd name="T14" fmla="*/ 14666 w 82"/>
                <a:gd name="T15" fmla="*/ 0 h 50"/>
                <a:gd name="T16" fmla="*/ 10378 w 82"/>
                <a:gd name="T17" fmla="*/ 2166 h 50"/>
                <a:gd name="T18" fmla="*/ 3589 w 82"/>
                <a:gd name="T19" fmla="*/ 6458 h 50"/>
                <a:gd name="T20" fmla="*/ 541 w 82"/>
                <a:gd name="T21" fmla="*/ 8082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2" h="50">
                  <a:moveTo>
                    <a:pt x="3" y="45"/>
                  </a:moveTo>
                  <a:cubicBezTo>
                    <a:pt x="3" y="45"/>
                    <a:pt x="0" y="46"/>
                    <a:pt x="5" y="46"/>
                  </a:cubicBezTo>
                  <a:cubicBezTo>
                    <a:pt x="5" y="46"/>
                    <a:pt x="10" y="46"/>
                    <a:pt x="11" y="47"/>
                  </a:cubicBezTo>
                  <a:cubicBezTo>
                    <a:pt x="11" y="47"/>
                    <a:pt x="14" y="50"/>
                    <a:pt x="15" y="46"/>
                  </a:cubicBezTo>
                  <a:cubicBezTo>
                    <a:pt x="15" y="46"/>
                    <a:pt x="28" y="32"/>
                    <a:pt x="37" y="28"/>
                  </a:cubicBezTo>
                  <a:cubicBezTo>
                    <a:pt x="37" y="28"/>
                    <a:pt x="46" y="25"/>
                    <a:pt x="50" y="22"/>
                  </a:cubicBezTo>
                  <a:cubicBezTo>
                    <a:pt x="50" y="22"/>
                    <a:pt x="57" y="18"/>
                    <a:pt x="61" y="16"/>
                  </a:cubicBezTo>
                  <a:cubicBezTo>
                    <a:pt x="61" y="16"/>
                    <a:pt x="81" y="3"/>
                    <a:pt x="82" y="0"/>
                  </a:cubicBezTo>
                  <a:cubicBezTo>
                    <a:pt x="82" y="0"/>
                    <a:pt x="65" y="7"/>
                    <a:pt x="58" y="12"/>
                  </a:cubicBezTo>
                  <a:cubicBezTo>
                    <a:pt x="58" y="12"/>
                    <a:pt x="28" y="27"/>
                    <a:pt x="20" y="36"/>
                  </a:cubicBezTo>
                  <a:cubicBezTo>
                    <a:pt x="20" y="36"/>
                    <a:pt x="5" y="45"/>
                    <a:pt x="3" y="45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55" name="Freeform 1582"/>
            <p:cNvSpPr>
              <a:spLocks/>
            </p:cNvSpPr>
            <p:nvPr/>
          </p:nvSpPr>
          <p:spPr bwMode="auto">
            <a:xfrm>
              <a:off x="20310" y="2970"/>
              <a:ext cx="581" cy="304"/>
            </a:xfrm>
            <a:custGeom>
              <a:avLst/>
              <a:gdLst>
                <a:gd name="T0" fmla="*/ 350 w 103"/>
                <a:gd name="T1" fmla="*/ 9447 h 54"/>
                <a:gd name="T2" fmla="*/ 1974 w 103"/>
                <a:gd name="T3" fmla="*/ 9447 h 54"/>
                <a:gd name="T4" fmla="*/ 4676 w 103"/>
                <a:gd name="T5" fmla="*/ 8017 h 54"/>
                <a:gd name="T6" fmla="*/ 8433 w 103"/>
                <a:gd name="T7" fmla="*/ 5545 h 54"/>
                <a:gd name="T8" fmla="*/ 11834 w 103"/>
                <a:gd name="T9" fmla="*/ 3738 h 54"/>
                <a:gd name="T10" fmla="*/ 12376 w 103"/>
                <a:gd name="T11" fmla="*/ 3389 h 54"/>
                <a:gd name="T12" fmla="*/ 14542 w 103"/>
                <a:gd name="T13" fmla="*/ 2314 h 54"/>
                <a:gd name="T14" fmla="*/ 17943 w 103"/>
                <a:gd name="T15" fmla="*/ 349 h 54"/>
                <a:gd name="T16" fmla="*/ 17594 w 103"/>
                <a:gd name="T17" fmla="*/ 191 h 54"/>
                <a:gd name="T18" fmla="*/ 12917 w 103"/>
                <a:gd name="T19" fmla="*/ 2663 h 54"/>
                <a:gd name="T20" fmla="*/ 11676 w 103"/>
                <a:gd name="T21" fmla="*/ 3389 h 54"/>
                <a:gd name="T22" fmla="*/ 6267 w 103"/>
                <a:gd name="T23" fmla="*/ 6435 h 54"/>
                <a:gd name="T24" fmla="*/ 733 w 103"/>
                <a:gd name="T25" fmla="*/ 9097 h 54"/>
                <a:gd name="T26" fmla="*/ 350 w 103"/>
                <a:gd name="T27" fmla="*/ 9447 h 5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3" h="54">
                  <a:moveTo>
                    <a:pt x="2" y="53"/>
                  </a:moveTo>
                  <a:cubicBezTo>
                    <a:pt x="2" y="53"/>
                    <a:pt x="8" y="54"/>
                    <a:pt x="11" y="53"/>
                  </a:cubicBezTo>
                  <a:cubicBezTo>
                    <a:pt x="11" y="53"/>
                    <a:pt x="21" y="49"/>
                    <a:pt x="26" y="45"/>
                  </a:cubicBezTo>
                  <a:cubicBezTo>
                    <a:pt x="26" y="45"/>
                    <a:pt x="42" y="34"/>
                    <a:pt x="47" y="31"/>
                  </a:cubicBezTo>
                  <a:cubicBezTo>
                    <a:pt x="47" y="31"/>
                    <a:pt x="62" y="21"/>
                    <a:pt x="66" y="21"/>
                  </a:cubicBezTo>
                  <a:cubicBezTo>
                    <a:pt x="66" y="21"/>
                    <a:pt x="68" y="21"/>
                    <a:pt x="69" y="19"/>
                  </a:cubicBezTo>
                  <a:cubicBezTo>
                    <a:pt x="69" y="19"/>
                    <a:pt x="74" y="15"/>
                    <a:pt x="81" y="13"/>
                  </a:cubicBezTo>
                  <a:cubicBezTo>
                    <a:pt x="81" y="13"/>
                    <a:pt x="98" y="5"/>
                    <a:pt x="100" y="2"/>
                  </a:cubicBezTo>
                  <a:cubicBezTo>
                    <a:pt x="100" y="2"/>
                    <a:pt x="103" y="0"/>
                    <a:pt x="98" y="1"/>
                  </a:cubicBezTo>
                  <a:cubicBezTo>
                    <a:pt x="98" y="1"/>
                    <a:pt x="75" y="12"/>
                    <a:pt x="72" y="15"/>
                  </a:cubicBezTo>
                  <a:cubicBezTo>
                    <a:pt x="72" y="15"/>
                    <a:pt x="66" y="17"/>
                    <a:pt x="65" y="19"/>
                  </a:cubicBezTo>
                  <a:cubicBezTo>
                    <a:pt x="65" y="19"/>
                    <a:pt x="47" y="28"/>
                    <a:pt x="35" y="36"/>
                  </a:cubicBezTo>
                  <a:cubicBezTo>
                    <a:pt x="35" y="36"/>
                    <a:pt x="14" y="53"/>
                    <a:pt x="4" y="51"/>
                  </a:cubicBezTo>
                  <a:cubicBezTo>
                    <a:pt x="4" y="51"/>
                    <a:pt x="0" y="51"/>
                    <a:pt x="2" y="53"/>
                  </a:cubicBez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56" name="Freeform 1583"/>
            <p:cNvSpPr>
              <a:spLocks/>
            </p:cNvSpPr>
            <p:nvPr/>
          </p:nvSpPr>
          <p:spPr bwMode="auto">
            <a:xfrm>
              <a:off x="20457" y="3269"/>
              <a:ext cx="28" cy="169"/>
            </a:xfrm>
            <a:custGeom>
              <a:avLst/>
              <a:gdLst>
                <a:gd name="T0" fmla="*/ 532 w 5"/>
                <a:gd name="T1" fmla="*/ 541 h 30"/>
                <a:gd name="T2" fmla="*/ 689 w 5"/>
                <a:gd name="T3" fmla="*/ 3048 h 30"/>
                <a:gd name="T4" fmla="*/ 689 w 5"/>
                <a:gd name="T5" fmla="*/ 5363 h 30"/>
                <a:gd name="T6" fmla="*/ 0 w 5"/>
                <a:gd name="T7" fmla="*/ 2856 h 30"/>
                <a:gd name="T8" fmla="*/ 190 w 5"/>
                <a:gd name="T9" fmla="*/ 1431 h 30"/>
                <a:gd name="T10" fmla="*/ 347 w 5"/>
                <a:gd name="T11" fmla="*/ 0 h 30"/>
                <a:gd name="T12" fmla="*/ 532 w 5"/>
                <a:gd name="T13" fmla="*/ 541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30">
                  <a:moveTo>
                    <a:pt x="3" y="3"/>
                  </a:moveTo>
                  <a:cubicBezTo>
                    <a:pt x="2" y="8"/>
                    <a:pt x="4" y="12"/>
                    <a:pt x="4" y="17"/>
                  </a:cubicBezTo>
                  <a:cubicBezTo>
                    <a:pt x="5" y="21"/>
                    <a:pt x="5" y="26"/>
                    <a:pt x="4" y="30"/>
                  </a:cubicBezTo>
                  <a:cubicBezTo>
                    <a:pt x="1" y="29"/>
                    <a:pt x="0" y="19"/>
                    <a:pt x="0" y="16"/>
                  </a:cubicBezTo>
                  <a:cubicBezTo>
                    <a:pt x="1" y="13"/>
                    <a:pt x="1" y="11"/>
                    <a:pt x="1" y="8"/>
                  </a:cubicBezTo>
                  <a:cubicBezTo>
                    <a:pt x="1" y="6"/>
                    <a:pt x="1" y="2"/>
                    <a:pt x="2" y="0"/>
                  </a:cubicBezTo>
                  <a:cubicBezTo>
                    <a:pt x="2" y="1"/>
                    <a:pt x="3" y="2"/>
                    <a:pt x="3" y="3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757" name="Freeform 1584"/>
            <p:cNvSpPr>
              <a:spLocks/>
            </p:cNvSpPr>
            <p:nvPr/>
          </p:nvSpPr>
          <p:spPr bwMode="auto">
            <a:xfrm>
              <a:off x="20463" y="3286"/>
              <a:ext cx="33" cy="146"/>
            </a:xfrm>
            <a:custGeom>
              <a:avLst/>
              <a:gdLst>
                <a:gd name="T0" fmla="*/ 182 w 6"/>
                <a:gd name="T1" fmla="*/ 696 h 26"/>
                <a:gd name="T2" fmla="*/ 517 w 6"/>
                <a:gd name="T3" fmla="*/ 4256 h 26"/>
                <a:gd name="T4" fmla="*/ 336 w 6"/>
                <a:gd name="T5" fmla="*/ 4066 h 26"/>
                <a:gd name="T6" fmla="*/ 182 w 6"/>
                <a:gd name="T7" fmla="*/ 696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26">
                  <a:moveTo>
                    <a:pt x="1" y="4"/>
                  </a:moveTo>
                  <a:cubicBezTo>
                    <a:pt x="1" y="4"/>
                    <a:pt x="6" y="23"/>
                    <a:pt x="3" y="24"/>
                  </a:cubicBezTo>
                  <a:cubicBezTo>
                    <a:pt x="3" y="24"/>
                    <a:pt x="2" y="26"/>
                    <a:pt x="2" y="23"/>
                  </a:cubicBezTo>
                  <a:cubicBezTo>
                    <a:pt x="2" y="23"/>
                    <a:pt x="0" y="0"/>
                    <a:pt x="1" y="4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209457" name="Group 1585"/>
          <p:cNvGrpSpPr>
            <a:grpSpLocks/>
          </p:cNvGrpSpPr>
          <p:nvPr/>
        </p:nvGrpSpPr>
        <p:grpSpPr bwMode="auto">
          <a:xfrm rot="651753" flipH="1">
            <a:off x="-4711700" y="1037213"/>
            <a:ext cx="4152900" cy="2049065"/>
            <a:chOff x="2867" y="717"/>
            <a:chExt cx="4222" cy="2260"/>
          </a:xfrm>
        </p:grpSpPr>
        <p:sp>
          <p:nvSpPr>
            <p:cNvPr id="98599" name="Freeform 1586"/>
            <p:cNvSpPr>
              <a:spLocks/>
            </p:cNvSpPr>
            <p:nvPr/>
          </p:nvSpPr>
          <p:spPr bwMode="auto">
            <a:xfrm>
              <a:off x="5370" y="2053"/>
              <a:ext cx="1561" cy="400"/>
            </a:xfrm>
            <a:custGeom>
              <a:avLst/>
              <a:gdLst>
                <a:gd name="T0" fmla="*/ 5556 w 277"/>
                <a:gd name="T1" fmla="*/ 1617 h 71"/>
                <a:gd name="T2" fmla="*/ 24170 w 277"/>
                <a:gd name="T3" fmla="*/ 1617 h 71"/>
                <a:gd name="T4" fmla="*/ 40270 w 277"/>
                <a:gd name="T5" fmla="*/ 8952 h 71"/>
                <a:gd name="T6" fmla="*/ 45286 w 277"/>
                <a:gd name="T7" fmla="*/ 10727 h 71"/>
                <a:gd name="T8" fmla="*/ 49574 w 277"/>
                <a:gd name="T9" fmla="*/ 11459 h 71"/>
                <a:gd name="T10" fmla="*/ 44204 w 277"/>
                <a:gd name="T11" fmla="*/ 11617 h 71"/>
                <a:gd name="T12" fmla="*/ 41155 w 277"/>
                <a:gd name="T13" fmla="*/ 11808 h 71"/>
                <a:gd name="T14" fmla="*/ 37571 w 277"/>
                <a:gd name="T15" fmla="*/ 11808 h 71"/>
                <a:gd name="T16" fmla="*/ 34173 w 277"/>
                <a:gd name="T17" fmla="*/ 11808 h 71"/>
                <a:gd name="T18" fmla="*/ 28104 w 277"/>
                <a:gd name="T19" fmla="*/ 11617 h 71"/>
                <a:gd name="T20" fmla="*/ 22739 w 277"/>
                <a:gd name="T21" fmla="*/ 10727 h 71"/>
                <a:gd name="T22" fmla="*/ 18608 w 277"/>
                <a:gd name="T23" fmla="*/ 10535 h 71"/>
                <a:gd name="T24" fmla="*/ 11812 w 277"/>
                <a:gd name="T25" fmla="*/ 10727 h 71"/>
                <a:gd name="T26" fmla="*/ 0 w 277"/>
                <a:gd name="T27" fmla="*/ 11268 h 71"/>
                <a:gd name="T28" fmla="*/ 5556 w 277"/>
                <a:gd name="T29" fmla="*/ 1617 h 7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77" h="71">
                  <a:moveTo>
                    <a:pt x="31" y="9"/>
                  </a:moveTo>
                  <a:cubicBezTo>
                    <a:pt x="31" y="9"/>
                    <a:pt x="108" y="0"/>
                    <a:pt x="135" y="9"/>
                  </a:cubicBezTo>
                  <a:cubicBezTo>
                    <a:pt x="135" y="9"/>
                    <a:pt x="186" y="26"/>
                    <a:pt x="225" y="50"/>
                  </a:cubicBezTo>
                  <a:cubicBezTo>
                    <a:pt x="225" y="50"/>
                    <a:pt x="244" y="61"/>
                    <a:pt x="253" y="60"/>
                  </a:cubicBezTo>
                  <a:cubicBezTo>
                    <a:pt x="253" y="60"/>
                    <a:pt x="277" y="56"/>
                    <a:pt x="277" y="64"/>
                  </a:cubicBezTo>
                  <a:cubicBezTo>
                    <a:pt x="277" y="64"/>
                    <a:pt x="265" y="71"/>
                    <a:pt x="247" y="65"/>
                  </a:cubicBezTo>
                  <a:cubicBezTo>
                    <a:pt x="247" y="65"/>
                    <a:pt x="238" y="69"/>
                    <a:pt x="230" y="66"/>
                  </a:cubicBezTo>
                  <a:cubicBezTo>
                    <a:pt x="230" y="66"/>
                    <a:pt x="217" y="69"/>
                    <a:pt x="210" y="66"/>
                  </a:cubicBezTo>
                  <a:cubicBezTo>
                    <a:pt x="210" y="66"/>
                    <a:pt x="198" y="68"/>
                    <a:pt x="191" y="66"/>
                  </a:cubicBezTo>
                  <a:cubicBezTo>
                    <a:pt x="191" y="66"/>
                    <a:pt x="163" y="69"/>
                    <a:pt x="157" y="65"/>
                  </a:cubicBezTo>
                  <a:cubicBezTo>
                    <a:pt x="157" y="65"/>
                    <a:pt x="139" y="69"/>
                    <a:pt x="127" y="60"/>
                  </a:cubicBezTo>
                  <a:cubicBezTo>
                    <a:pt x="127" y="60"/>
                    <a:pt x="114" y="57"/>
                    <a:pt x="104" y="59"/>
                  </a:cubicBezTo>
                  <a:cubicBezTo>
                    <a:pt x="104" y="59"/>
                    <a:pt x="81" y="65"/>
                    <a:pt x="66" y="60"/>
                  </a:cubicBezTo>
                  <a:cubicBezTo>
                    <a:pt x="66" y="60"/>
                    <a:pt x="23" y="56"/>
                    <a:pt x="0" y="63"/>
                  </a:cubicBezTo>
                  <a:lnTo>
                    <a:pt x="31" y="9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00" name="Freeform 1587"/>
            <p:cNvSpPr>
              <a:spLocks/>
            </p:cNvSpPr>
            <p:nvPr/>
          </p:nvSpPr>
          <p:spPr bwMode="auto">
            <a:xfrm>
              <a:off x="5409" y="2120"/>
              <a:ext cx="1324" cy="310"/>
            </a:xfrm>
            <a:custGeom>
              <a:avLst/>
              <a:gdLst>
                <a:gd name="T0" fmla="*/ 0 w 235"/>
                <a:gd name="T1" fmla="*/ 8421 h 55"/>
                <a:gd name="T2" fmla="*/ 3048 w 235"/>
                <a:gd name="T3" fmla="*/ 7880 h 55"/>
                <a:gd name="T4" fmla="*/ 3747 w 235"/>
                <a:gd name="T5" fmla="*/ 7530 h 55"/>
                <a:gd name="T6" fmla="*/ 4288 w 235"/>
                <a:gd name="T7" fmla="*/ 8071 h 55"/>
                <a:gd name="T8" fmla="*/ 5713 w 235"/>
                <a:gd name="T9" fmla="*/ 7339 h 55"/>
                <a:gd name="T10" fmla="*/ 5904 w 235"/>
                <a:gd name="T11" fmla="*/ 8071 h 55"/>
                <a:gd name="T12" fmla="*/ 6603 w 235"/>
                <a:gd name="T13" fmla="*/ 7688 h 55"/>
                <a:gd name="T14" fmla="*/ 7521 w 235"/>
                <a:gd name="T15" fmla="*/ 7880 h 55"/>
                <a:gd name="T16" fmla="*/ 8761 w 235"/>
                <a:gd name="T17" fmla="*/ 6640 h 55"/>
                <a:gd name="T18" fmla="*/ 8761 w 235"/>
                <a:gd name="T19" fmla="*/ 8071 h 55"/>
                <a:gd name="T20" fmla="*/ 9843 w 235"/>
                <a:gd name="T21" fmla="*/ 7530 h 55"/>
                <a:gd name="T22" fmla="*/ 9843 w 235"/>
                <a:gd name="T23" fmla="*/ 7880 h 55"/>
                <a:gd name="T24" fmla="*/ 10727 w 235"/>
                <a:gd name="T25" fmla="*/ 7688 h 55"/>
                <a:gd name="T26" fmla="*/ 11617 w 235"/>
                <a:gd name="T27" fmla="*/ 8229 h 55"/>
                <a:gd name="T28" fmla="*/ 14125 w 235"/>
                <a:gd name="T29" fmla="*/ 7147 h 55"/>
                <a:gd name="T30" fmla="*/ 13584 w 235"/>
                <a:gd name="T31" fmla="*/ 8770 h 55"/>
                <a:gd name="T32" fmla="*/ 17522 w 235"/>
                <a:gd name="T33" fmla="*/ 7688 h 55"/>
                <a:gd name="T34" fmla="*/ 18953 w 235"/>
                <a:gd name="T35" fmla="*/ 7530 h 55"/>
                <a:gd name="T36" fmla="*/ 20378 w 235"/>
                <a:gd name="T37" fmla="*/ 7688 h 55"/>
                <a:gd name="T38" fmla="*/ 23235 w 235"/>
                <a:gd name="T39" fmla="*/ 8770 h 55"/>
                <a:gd name="T40" fmla="*/ 26283 w 235"/>
                <a:gd name="T41" fmla="*/ 9120 h 55"/>
                <a:gd name="T42" fmla="*/ 29680 w 235"/>
                <a:gd name="T43" fmla="*/ 9655 h 55"/>
                <a:gd name="T44" fmla="*/ 31297 w 235"/>
                <a:gd name="T45" fmla="*/ 9120 h 55"/>
                <a:gd name="T46" fmla="*/ 32728 w 235"/>
                <a:gd name="T47" fmla="*/ 9306 h 55"/>
                <a:gd name="T48" fmla="*/ 35585 w 235"/>
                <a:gd name="T49" fmla="*/ 9497 h 55"/>
                <a:gd name="T50" fmla="*/ 37202 w 235"/>
                <a:gd name="T51" fmla="*/ 9497 h 55"/>
                <a:gd name="T52" fmla="*/ 38982 w 235"/>
                <a:gd name="T53" fmla="*/ 8770 h 55"/>
                <a:gd name="T54" fmla="*/ 40407 w 235"/>
                <a:gd name="T55" fmla="*/ 9306 h 55"/>
                <a:gd name="T56" fmla="*/ 42024 w 235"/>
                <a:gd name="T57" fmla="*/ 9306 h 55"/>
                <a:gd name="T58" fmla="*/ 38819 w 235"/>
                <a:gd name="T59" fmla="*/ 7688 h 55"/>
                <a:gd name="T60" fmla="*/ 34886 w 235"/>
                <a:gd name="T61" fmla="*/ 5557 h 55"/>
                <a:gd name="T62" fmla="*/ 27015 w 235"/>
                <a:gd name="T63" fmla="*/ 1618 h 55"/>
                <a:gd name="T64" fmla="*/ 22345 w 235"/>
                <a:gd name="T65" fmla="*/ 192 h 55"/>
                <a:gd name="T66" fmla="*/ 17713 w 235"/>
                <a:gd name="T67" fmla="*/ 349 h 55"/>
                <a:gd name="T68" fmla="*/ 13426 w 235"/>
                <a:gd name="T69" fmla="*/ 541 h 55"/>
                <a:gd name="T70" fmla="*/ 9302 w 235"/>
                <a:gd name="T71" fmla="*/ 192 h 55"/>
                <a:gd name="T72" fmla="*/ 2158 w 235"/>
                <a:gd name="T73" fmla="*/ 1082 h 55"/>
                <a:gd name="T74" fmla="*/ 0 w 235"/>
                <a:gd name="T75" fmla="*/ 8421 h 5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35" h="55">
                  <a:moveTo>
                    <a:pt x="0" y="47"/>
                  </a:moveTo>
                  <a:cubicBezTo>
                    <a:pt x="6" y="48"/>
                    <a:pt x="13" y="45"/>
                    <a:pt x="17" y="44"/>
                  </a:cubicBezTo>
                  <a:cubicBezTo>
                    <a:pt x="19" y="44"/>
                    <a:pt x="19" y="42"/>
                    <a:pt x="21" y="42"/>
                  </a:cubicBezTo>
                  <a:cubicBezTo>
                    <a:pt x="22" y="42"/>
                    <a:pt x="22" y="44"/>
                    <a:pt x="24" y="45"/>
                  </a:cubicBezTo>
                  <a:cubicBezTo>
                    <a:pt x="27" y="45"/>
                    <a:pt x="30" y="42"/>
                    <a:pt x="32" y="41"/>
                  </a:cubicBezTo>
                  <a:cubicBezTo>
                    <a:pt x="32" y="42"/>
                    <a:pt x="33" y="44"/>
                    <a:pt x="33" y="45"/>
                  </a:cubicBezTo>
                  <a:cubicBezTo>
                    <a:pt x="34" y="45"/>
                    <a:pt x="35" y="43"/>
                    <a:pt x="37" y="43"/>
                  </a:cubicBezTo>
                  <a:cubicBezTo>
                    <a:pt x="38" y="43"/>
                    <a:pt x="41" y="44"/>
                    <a:pt x="42" y="44"/>
                  </a:cubicBezTo>
                  <a:cubicBezTo>
                    <a:pt x="45" y="43"/>
                    <a:pt x="47" y="39"/>
                    <a:pt x="49" y="37"/>
                  </a:cubicBezTo>
                  <a:cubicBezTo>
                    <a:pt x="49" y="40"/>
                    <a:pt x="48" y="42"/>
                    <a:pt x="49" y="45"/>
                  </a:cubicBezTo>
                  <a:cubicBezTo>
                    <a:pt x="51" y="44"/>
                    <a:pt x="53" y="42"/>
                    <a:pt x="55" y="42"/>
                  </a:cubicBezTo>
                  <a:cubicBezTo>
                    <a:pt x="55" y="42"/>
                    <a:pt x="55" y="43"/>
                    <a:pt x="55" y="44"/>
                  </a:cubicBezTo>
                  <a:cubicBezTo>
                    <a:pt x="57" y="44"/>
                    <a:pt x="59" y="42"/>
                    <a:pt x="60" y="43"/>
                  </a:cubicBezTo>
                  <a:cubicBezTo>
                    <a:pt x="63" y="43"/>
                    <a:pt x="62" y="45"/>
                    <a:pt x="65" y="46"/>
                  </a:cubicBezTo>
                  <a:cubicBezTo>
                    <a:pt x="68" y="47"/>
                    <a:pt x="76" y="42"/>
                    <a:pt x="79" y="40"/>
                  </a:cubicBezTo>
                  <a:cubicBezTo>
                    <a:pt x="79" y="44"/>
                    <a:pt x="75" y="45"/>
                    <a:pt x="76" y="49"/>
                  </a:cubicBezTo>
                  <a:cubicBezTo>
                    <a:pt x="83" y="47"/>
                    <a:pt x="90" y="45"/>
                    <a:pt x="98" y="43"/>
                  </a:cubicBezTo>
                  <a:cubicBezTo>
                    <a:pt x="99" y="48"/>
                    <a:pt x="103" y="43"/>
                    <a:pt x="106" y="42"/>
                  </a:cubicBezTo>
                  <a:cubicBezTo>
                    <a:pt x="107" y="42"/>
                    <a:pt x="112" y="43"/>
                    <a:pt x="114" y="43"/>
                  </a:cubicBezTo>
                  <a:cubicBezTo>
                    <a:pt x="119" y="45"/>
                    <a:pt x="125" y="47"/>
                    <a:pt x="130" y="49"/>
                  </a:cubicBezTo>
                  <a:cubicBezTo>
                    <a:pt x="136" y="51"/>
                    <a:pt x="141" y="49"/>
                    <a:pt x="147" y="51"/>
                  </a:cubicBezTo>
                  <a:cubicBezTo>
                    <a:pt x="153" y="52"/>
                    <a:pt x="161" y="55"/>
                    <a:pt x="166" y="54"/>
                  </a:cubicBezTo>
                  <a:cubicBezTo>
                    <a:pt x="169" y="53"/>
                    <a:pt x="171" y="51"/>
                    <a:pt x="175" y="51"/>
                  </a:cubicBezTo>
                  <a:cubicBezTo>
                    <a:pt x="177" y="52"/>
                    <a:pt x="180" y="52"/>
                    <a:pt x="183" y="52"/>
                  </a:cubicBezTo>
                  <a:cubicBezTo>
                    <a:pt x="189" y="52"/>
                    <a:pt x="194" y="53"/>
                    <a:pt x="199" y="53"/>
                  </a:cubicBezTo>
                  <a:cubicBezTo>
                    <a:pt x="202" y="53"/>
                    <a:pt x="205" y="52"/>
                    <a:pt x="208" y="53"/>
                  </a:cubicBezTo>
                  <a:cubicBezTo>
                    <a:pt x="213" y="53"/>
                    <a:pt x="214" y="50"/>
                    <a:pt x="218" y="49"/>
                  </a:cubicBezTo>
                  <a:cubicBezTo>
                    <a:pt x="221" y="49"/>
                    <a:pt x="223" y="51"/>
                    <a:pt x="226" y="52"/>
                  </a:cubicBezTo>
                  <a:cubicBezTo>
                    <a:pt x="229" y="53"/>
                    <a:pt x="232" y="53"/>
                    <a:pt x="235" y="52"/>
                  </a:cubicBezTo>
                  <a:cubicBezTo>
                    <a:pt x="233" y="49"/>
                    <a:pt x="221" y="45"/>
                    <a:pt x="217" y="43"/>
                  </a:cubicBezTo>
                  <a:cubicBezTo>
                    <a:pt x="210" y="40"/>
                    <a:pt x="202" y="36"/>
                    <a:pt x="195" y="31"/>
                  </a:cubicBezTo>
                  <a:cubicBezTo>
                    <a:pt x="182" y="22"/>
                    <a:pt x="167" y="14"/>
                    <a:pt x="151" y="9"/>
                  </a:cubicBezTo>
                  <a:cubicBezTo>
                    <a:pt x="142" y="6"/>
                    <a:pt x="134" y="3"/>
                    <a:pt x="125" y="1"/>
                  </a:cubicBezTo>
                  <a:cubicBezTo>
                    <a:pt x="116" y="0"/>
                    <a:pt x="108" y="1"/>
                    <a:pt x="99" y="2"/>
                  </a:cubicBezTo>
                  <a:cubicBezTo>
                    <a:pt x="91" y="3"/>
                    <a:pt x="83" y="4"/>
                    <a:pt x="75" y="3"/>
                  </a:cubicBezTo>
                  <a:cubicBezTo>
                    <a:pt x="67" y="2"/>
                    <a:pt x="60" y="0"/>
                    <a:pt x="52" y="1"/>
                  </a:cubicBezTo>
                  <a:cubicBezTo>
                    <a:pt x="38" y="2"/>
                    <a:pt x="26" y="6"/>
                    <a:pt x="12" y="6"/>
                  </a:cubicBezTo>
                  <a:lnTo>
                    <a:pt x="0" y="47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01" name="Freeform 1588"/>
            <p:cNvSpPr>
              <a:spLocks/>
            </p:cNvSpPr>
            <p:nvPr/>
          </p:nvSpPr>
          <p:spPr bwMode="auto">
            <a:xfrm>
              <a:off x="5437" y="2222"/>
              <a:ext cx="107" cy="169"/>
            </a:xfrm>
            <a:custGeom>
              <a:avLst/>
              <a:gdLst>
                <a:gd name="T0" fmla="*/ 1965 w 19"/>
                <a:gd name="T1" fmla="*/ 2507 h 30"/>
                <a:gd name="T2" fmla="*/ 0 w 19"/>
                <a:gd name="T3" fmla="*/ 4822 h 30"/>
                <a:gd name="T4" fmla="*/ 2157 w 19"/>
                <a:gd name="T5" fmla="*/ 3205 h 30"/>
                <a:gd name="T6" fmla="*/ 3204 w 19"/>
                <a:gd name="T7" fmla="*/ 0 h 30"/>
                <a:gd name="T8" fmla="*/ 2506 w 19"/>
                <a:gd name="T9" fmla="*/ 1775 h 30"/>
                <a:gd name="T10" fmla="*/ 1965 w 19"/>
                <a:gd name="T11" fmla="*/ 2507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30">
                  <a:moveTo>
                    <a:pt x="11" y="14"/>
                  </a:moveTo>
                  <a:cubicBezTo>
                    <a:pt x="9" y="19"/>
                    <a:pt x="3" y="23"/>
                    <a:pt x="0" y="27"/>
                  </a:cubicBezTo>
                  <a:cubicBezTo>
                    <a:pt x="3" y="30"/>
                    <a:pt x="10" y="21"/>
                    <a:pt x="12" y="18"/>
                  </a:cubicBezTo>
                  <a:cubicBezTo>
                    <a:pt x="15" y="14"/>
                    <a:pt x="19" y="5"/>
                    <a:pt x="18" y="0"/>
                  </a:cubicBezTo>
                  <a:cubicBezTo>
                    <a:pt x="16" y="3"/>
                    <a:pt x="14" y="6"/>
                    <a:pt x="14" y="10"/>
                  </a:cubicBezTo>
                  <a:lnTo>
                    <a:pt x="11" y="14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02" name="Freeform 1589"/>
            <p:cNvSpPr>
              <a:spLocks/>
            </p:cNvSpPr>
            <p:nvPr/>
          </p:nvSpPr>
          <p:spPr bwMode="auto">
            <a:xfrm>
              <a:off x="5533" y="2244"/>
              <a:ext cx="197" cy="113"/>
            </a:xfrm>
            <a:custGeom>
              <a:avLst/>
              <a:gdLst>
                <a:gd name="T0" fmla="*/ 2505 w 35"/>
                <a:gd name="T1" fmla="*/ 192 h 20"/>
                <a:gd name="T2" fmla="*/ 0 w 35"/>
                <a:gd name="T3" fmla="*/ 2876 h 20"/>
                <a:gd name="T4" fmla="*/ 1238 w 35"/>
                <a:gd name="T5" fmla="*/ 1978 h 20"/>
                <a:gd name="T6" fmla="*/ 2662 w 35"/>
                <a:gd name="T7" fmla="*/ 1277 h 20"/>
                <a:gd name="T8" fmla="*/ 1615 w 35"/>
                <a:gd name="T9" fmla="*/ 3605 h 20"/>
                <a:gd name="T10" fmla="*/ 4469 w 35"/>
                <a:gd name="T11" fmla="*/ 1277 h 20"/>
                <a:gd name="T12" fmla="*/ 3737 w 35"/>
                <a:gd name="T13" fmla="*/ 3418 h 20"/>
                <a:gd name="T14" fmla="*/ 6242 w 35"/>
                <a:gd name="T15" fmla="*/ 192 h 20"/>
                <a:gd name="T16" fmla="*/ 5004 w 35"/>
                <a:gd name="T17" fmla="*/ 1435 h 20"/>
                <a:gd name="T18" fmla="*/ 5161 w 35"/>
                <a:gd name="T19" fmla="*/ 542 h 20"/>
                <a:gd name="T20" fmla="*/ 3580 w 35"/>
                <a:gd name="T21" fmla="*/ 1277 h 20"/>
                <a:gd name="T22" fmla="*/ 3388 w 35"/>
                <a:gd name="T23" fmla="*/ 542 h 20"/>
                <a:gd name="T24" fmla="*/ 2854 w 35"/>
                <a:gd name="T25" fmla="*/ 893 h 20"/>
                <a:gd name="T26" fmla="*/ 3039 w 35"/>
                <a:gd name="T27" fmla="*/ 0 h 20"/>
                <a:gd name="T28" fmla="*/ 2662 w 35"/>
                <a:gd name="T29" fmla="*/ 350 h 20"/>
                <a:gd name="T30" fmla="*/ 2505 w 35"/>
                <a:gd name="T31" fmla="*/ 192 h 2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5" h="20">
                  <a:moveTo>
                    <a:pt x="14" y="1"/>
                  </a:moveTo>
                  <a:cubicBezTo>
                    <a:pt x="10" y="5"/>
                    <a:pt x="2" y="11"/>
                    <a:pt x="0" y="16"/>
                  </a:cubicBezTo>
                  <a:cubicBezTo>
                    <a:pt x="3" y="18"/>
                    <a:pt x="5" y="12"/>
                    <a:pt x="7" y="11"/>
                  </a:cubicBezTo>
                  <a:cubicBezTo>
                    <a:pt x="10" y="9"/>
                    <a:pt x="12" y="9"/>
                    <a:pt x="15" y="7"/>
                  </a:cubicBezTo>
                  <a:cubicBezTo>
                    <a:pt x="16" y="12"/>
                    <a:pt x="10" y="14"/>
                    <a:pt x="9" y="20"/>
                  </a:cubicBezTo>
                  <a:cubicBezTo>
                    <a:pt x="15" y="17"/>
                    <a:pt x="19" y="9"/>
                    <a:pt x="25" y="7"/>
                  </a:cubicBezTo>
                  <a:cubicBezTo>
                    <a:pt x="26" y="12"/>
                    <a:pt x="21" y="14"/>
                    <a:pt x="21" y="19"/>
                  </a:cubicBezTo>
                  <a:cubicBezTo>
                    <a:pt x="26" y="16"/>
                    <a:pt x="34" y="7"/>
                    <a:pt x="35" y="1"/>
                  </a:cubicBezTo>
                  <a:cubicBezTo>
                    <a:pt x="32" y="2"/>
                    <a:pt x="31" y="7"/>
                    <a:pt x="28" y="8"/>
                  </a:cubicBezTo>
                  <a:cubicBezTo>
                    <a:pt x="28" y="6"/>
                    <a:pt x="28" y="4"/>
                    <a:pt x="29" y="3"/>
                  </a:cubicBezTo>
                  <a:cubicBezTo>
                    <a:pt x="25" y="0"/>
                    <a:pt x="23" y="7"/>
                    <a:pt x="20" y="7"/>
                  </a:cubicBezTo>
                  <a:cubicBezTo>
                    <a:pt x="20" y="6"/>
                    <a:pt x="19" y="4"/>
                    <a:pt x="19" y="3"/>
                  </a:cubicBezTo>
                  <a:cubicBezTo>
                    <a:pt x="18" y="4"/>
                    <a:pt x="17" y="3"/>
                    <a:pt x="16" y="5"/>
                  </a:cubicBezTo>
                  <a:cubicBezTo>
                    <a:pt x="16" y="3"/>
                    <a:pt x="16" y="1"/>
                    <a:pt x="17" y="0"/>
                  </a:cubicBezTo>
                  <a:cubicBezTo>
                    <a:pt x="15" y="0"/>
                    <a:pt x="16" y="1"/>
                    <a:pt x="15" y="2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03" name="Freeform 1590"/>
            <p:cNvSpPr>
              <a:spLocks/>
            </p:cNvSpPr>
            <p:nvPr/>
          </p:nvSpPr>
          <p:spPr bwMode="auto">
            <a:xfrm>
              <a:off x="5742" y="2188"/>
              <a:ext cx="918" cy="259"/>
            </a:xfrm>
            <a:custGeom>
              <a:avLst/>
              <a:gdLst>
                <a:gd name="T0" fmla="*/ 1076 w 163"/>
                <a:gd name="T1" fmla="*/ 1965 h 46"/>
                <a:gd name="T2" fmla="*/ 0 w 163"/>
                <a:gd name="T3" fmla="*/ 3046 h 46"/>
                <a:gd name="T4" fmla="*/ 541 w 163"/>
                <a:gd name="T5" fmla="*/ 3204 h 46"/>
                <a:gd name="T6" fmla="*/ 191 w 163"/>
                <a:gd name="T7" fmla="*/ 5011 h 46"/>
                <a:gd name="T8" fmla="*/ 3205 w 163"/>
                <a:gd name="T9" fmla="*/ 3046 h 46"/>
                <a:gd name="T10" fmla="*/ 1774 w 163"/>
                <a:gd name="T11" fmla="*/ 5011 h 46"/>
                <a:gd name="T12" fmla="*/ 4629 w 163"/>
                <a:gd name="T13" fmla="*/ 2506 h 46"/>
                <a:gd name="T14" fmla="*/ 4280 w 163"/>
                <a:gd name="T15" fmla="*/ 4279 h 46"/>
                <a:gd name="T16" fmla="*/ 5170 w 163"/>
                <a:gd name="T17" fmla="*/ 3581 h 46"/>
                <a:gd name="T18" fmla="*/ 4472 w 163"/>
                <a:gd name="T19" fmla="*/ 5704 h 46"/>
                <a:gd name="T20" fmla="*/ 6978 w 163"/>
                <a:gd name="T21" fmla="*/ 3930 h 46"/>
                <a:gd name="T22" fmla="*/ 6978 w 163"/>
                <a:gd name="T23" fmla="*/ 5169 h 46"/>
                <a:gd name="T24" fmla="*/ 7868 w 163"/>
                <a:gd name="T25" fmla="*/ 4121 h 46"/>
                <a:gd name="T26" fmla="*/ 8025 w 163"/>
                <a:gd name="T27" fmla="*/ 5169 h 46"/>
                <a:gd name="T28" fmla="*/ 9101 w 163"/>
                <a:gd name="T29" fmla="*/ 4121 h 46"/>
                <a:gd name="T30" fmla="*/ 10374 w 163"/>
                <a:gd name="T31" fmla="*/ 4279 h 46"/>
                <a:gd name="T32" fmla="*/ 11799 w 163"/>
                <a:gd name="T33" fmla="*/ 4471 h 46"/>
                <a:gd name="T34" fmla="*/ 14114 w 163"/>
                <a:gd name="T35" fmla="*/ 5360 h 46"/>
                <a:gd name="T36" fmla="*/ 16271 w 163"/>
                <a:gd name="T37" fmla="*/ 6785 h 46"/>
                <a:gd name="T38" fmla="*/ 15893 w 163"/>
                <a:gd name="T39" fmla="*/ 5895 h 46"/>
                <a:gd name="T40" fmla="*/ 18050 w 163"/>
                <a:gd name="T41" fmla="*/ 6976 h 46"/>
                <a:gd name="T42" fmla="*/ 17701 w 163"/>
                <a:gd name="T43" fmla="*/ 6053 h 46"/>
                <a:gd name="T44" fmla="*/ 18743 w 163"/>
                <a:gd name="T45" fmla="*/ 6976 h 46"/>
                <a:gd name="T46" fmla="*/ 20365 w 163"/>
                <a:gd name="T47" fmla="*/ 7325 h 46"/>
                <a:gd name="T48" fmla="*/ 20365 w 163"/>
                <a:gd name="T49" fmla="*/ 6436 h 46"/>
                <a:gd name="T50" fmla="*/ 22330 w 163"/>
                <a:gd name="T51" fmla="*/ 6976 h 46"/>
                <a:gd name="T52" fmla="*/ 23570 w 163"/>
                <a:gd name="T53" fmla="*/ 6785 h 46"/>
                <a:gd name="T54" fmla="*/ 24994 w 163"/>
                <a:gd name="T55" fmla="*/ 6976 h 46"/>
                <a:gd name="T56" fmla="*/ 26070 w 163"/>
                <a:gd name="T57" fmla="*/ 6785 h 46"/>
                <a:gd name="T58" fmla="*/ 26960 w 163"/>
                <a:gd name="T59" fmla="*/ 6976 h 46"/>
                <a:gd name="T60" fmla="*/ 29117 w 163"/>
                <a:gd name="T61" fmla="*/ 6785 h 46"/>
                <a:gd name="T62" fmla="*/ 25721 w 163"/>
                <a:gd name="T63" fmla="*/ 5169 h 46"/>
                <a:gd name="T64" fmla="*/ 22522 w 163"/>
                <a:gd name="T65" fmla="*/ 3046 h 46"/>
                <a:gd name="T66" fmla="*/ 18743 w 163"/>
                <a:gd name="T67" fmla="*/ 1425 h 46"/>
                <a:gd name="T68" fmla="*/ 14812 w 163"/>
                <a:gd name="T69" fmla="*/ 191 h 46"/>
                <a:gd name="T70" fmla="*/ 15893 w 163"/>
                <a:gd name="T71" fmla="*/ 1965 h 46"/>
                <a:gd name="T72" fmla="*/ 13922 w 163"/>
                <a:gd name="T73" fmla="*/ 1965 h 46"/>
                <a:gd name="T74" fmla="*/ 12846 w 163"/>
                <a:gd name="T75" fmla="*/ 2314 h 46"/>
                <a:gd name="T76" fmla="*/ 11607 w 163"/>
                <a:gd name="T77" fmla="*/ 1616 h 46"/>
                <a:gd name="T78" fmla="*/ 9991 w 163"/>
                <a:gd name="T79" fmla="*/ 1965 h 46"/>
                <a:gd name="T80" fmla="*/ 8943 w 163"/>
                <a:gd name="T81" fmla="*/ 2506 h 46"/>
                <a:gd name="T82" fmla="*/ 7868 w 163"/>
                <a:gd name="T83" fmla="*/ 2855 h 46"/>
                <a:gd name="T84" fmla="*/ 7327 w 163"/>
                <a:gd name="T85" fmla="*/ 1965 h 46"/>
                <a:gd name="T86" fmla="*/ 6246 w 163"/>
                <a:gd name="T87" fmla="*/ 2156 h 46"/>
                <a:gd name="T88" fmla="*/ 5170 w 163"/>
                <a:gd name="T89" fmla="*/ 2314 h 46"/>
                <a:gd name="T90" fmla="*/ 4123 w 163"/>
                <a:gd name="T91" fmla="*/ 1965 h 46"/>
                <a:gd name="T92" fmla="*/ 1616 w 163"/>
                <a:gd name="T93" fmla="*/ 2506 h 46"/>
                <a:gd name="T94" fmla="*/ 1774 w 163"/>
                <a:gd name="T95" fmla="*/ 1616 h 46"/>
                <a:gd name="T96" fmla="*/ 1076 w 163"/>
                <a:gd name="T97" fmla="*/ 1965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63" h="46">
                  <a:moveTo>
                    <a:pt x="6" y="11"/>
                  </a:moveTo>
                  <a:cubicBezTo>
                    <a:pt x="4" y="13"/>
                    <a:pt x="2" y="15"/>
                    <a:pt x="0" y="17"/>
                  </a:cubicBezTo>
                  <a:cubicBezTo>
                    <a:pt x="1" y="17"/>
                    <a:pt x="2" y="18"/>
                    <a:pt x="3" y="18"/>
                  </a:cubicBezTo>
                  <a:cubicBezTo>
                    <a:pt x="3" y="22"/>
                    <a:pt x="4" y="24"/>
                    <a:pt x="1" y="28"/>
                  </a:cubicBezTo>
                  <a:cubicBezTo>
                    <a:pt x="7" y="32"/>
                    <a:pt x="13" y="17"/>
                    <a:pt x="18" y="17"/>
                  </a:cubicBezTo>
                  <a:cubicBezTo>
                    <a:pt x="18" y="21"/>
                    <a:pt x="12" y="24"/>
                    <a:pt x="10" y="28"/>
                  </a:cubicBezTo>
                  <a:cubicBezTo>
                    <a:pt x="15" y="30"/>
                    <a:pt x="21" y="16"/>
                    <a:pt x="26" y="14"/>
                  </a:cubicBezTo>
                  <a:cubicBezTo>
                    <a:pt x="27" y="18"/>
                    <a:pt x="23" y="20"/>
                    <a:pt x="24" y="24"/>
                  </a:cubicBezTo>
                  <a:cubicBezTo>
                    <a:pt x="26" y="24"/>
                    <a:pt x="28" y="22"/>
                    <a:pt x="29" y="20"/>
                  </a:cubicBezTo>
                  <a:cubicBezTo>
                    <a:pt x="30" y="24"/>
                    <a:pt x="26" y="28"/>
                    <a:pt x="25" y="32"/>
                  </a:cubicBezTo>
                  <a:cubicBezTo>
                    <a:pt x="30" y="34"/>
                    <a:pt x="35" y="24"/>
                    <a:pt x="39" y="22"/>
                  </a:cubicBezTo>
                  <a:cubicBezTo>
                    <a:pt x="39" y="24"/>
                    <a:pt x="39" y="27"/>
                    <a:pt x="39" y="29"/>
                  </a:cubicBezTo>
                  <a:cubicBezTo>
                    <a:pt x="41" y="28"/>
                    <a:pt x="42" y="25"/>
                    <a:pt x="44" y="23"/>
                  </a:cubicBezTo>
                  <a:cubicBezTo>
                    <a:pt x="45" y="25"/>
                    <a:pt x="45" y="27"/>
                    <a:pt x="45" y="29"/>
                  </a:cubicBezTo>
                  <a:cubicBezTo>
                    <a:pt x="47" y="28"/>
                    <a:pt x="48" y="23"/>
                    <a:pt x="51" y="23"/>
                  </a:cubicBezTo>
                  <a:cubicBezTo>
                    <a:pt x="52" y="34"/>
                    <a:pt x="53" y="24"/>
                    <a:pt x="58" y="24"/>
                  </a:cubicBezTo>
                  <a:cubicBezTo>
                    <a:pt x="59" y="24"/>
                    <a:pt x="66" y="38"/>
                    <a:pt x="66" y="25"/>
                  </a:cubicBezTo>
                  <a:cubicBezTo>
                    <a:pt x="69" y="26"/>
                    <a:pt x="83" y="46"/>
                    <a:pt x="79" y="30"/>
                  </a:cubicBezTo>
                  <a:cubicBezTo>
                    <a:pt x="83" y="32"/>
                    <a:pt x="86" y="38"/>
                    <a:pt x="91" y="38"/>
                  </a:cubicBezTo>
                  <a:cubicBezTo>
                    <a:pt x="91" y="36"/>
                    <a:pt x="90" y="34"/>
                    <a:pt x="89" y="33"/>
                  </a:cubicBezTo>
                  <a:cubicBezTo>
                    <a:pt x="93" y="32"/>
                    <a:pt x="96" y="39"/>
                    <a:pt x="101" y="39"/>
                  </a:cubicBezTo>
                  <a:cubicBezTo>
                    <a:pt x="100" y="38"/>
                    <a:pt x="100" y="35"/>
                    <a:pt x="99" y="34"/>
                  </a:cubicBezTo>
                  <a:cubicBezTo>
                    <a:pt x="102" y="34"/>
                    <a:pt x="103" y="37"/>
                    <a:pt x="105" y="39"/>
                  </a:cubicBezTo>
                  <a:cubicBezTo>
                    <a:pt x="108" y="40"/>
                    <a:pt x="111" y="40"/>
                    <a:pt x="114" y="41"/>
                  </a:cubicBezTo>
                  <a:cubicBezTo>
                    <a:pt x="114" y="39"/>
                    <a:pt x="114" y="37"/>
                    <a:pt x="114" y="36"/>
                  </a:cubicBezTo>
                  <a:cubicBezTo>
                    <a:pt x="118" y="35"/>
                    <a:pt x="121" y="39"/>
                    <a:pt x="125" y="39"/>
                  </a:cubicBezTo>
                  <a:cubicBezTo>
                    <a:pt x="128" y="39"/>
                    <a:pt x="129" y="38"/>
                    <a:pt x="132" y="38"/>
                  </a:cubicBezTo>
                  <a:cubicBezTo>
                    <a:pt x="135" y="38"/>
                    <a:pt x="137" y="39"/>
                    <a:pt x="140" y="39"/>
                  </a:cubicBezTo>
                  <a:cubicBezTo>
                    <a:pt x="142" y="39"/>
                    <a:pt x="143" y="38"/>
                    <a:pt x="146" y="38"/>
                  </a:cubicBezTo>
                  <a:cubicBezTo>
                    <a:pt x="148" y="38"/>
                    <a:pt x="149" y="39"/>
                    <a:pt x="151" y="39"/>
                  </a:cubicBezTo>
                  <a:cubicBezTo>
                    <a:pt x="156" y="38"/>
                    <a:pt x="159" y="38"/>
                    <a:pt x="163" y="38"/>
                  </a:cubicBezTo>
                  <a:cubicBezTo>
                    <a:pt x="163" y="31"/>
                    <a:pt x="149" y="30"/>
                    <a:pt x="144" y="29"/>
                  </a:cubicBezTo>
                  <a:cubicBezTo>
                    <a:pt x="137" y="26"/>
                    <a:pt x="132" y="21"/>
                    <a:pt x="126" y="17"/>
                  </a:cubicBezTo>
                  <a:cubicBezTo>
                    <a:pt x="119" y="12"/>
                    <a:pt x="113" y="11"/>
                    <a:pt x="105" y="8"/>
                  </a:cubicBezTo>
                  <a:cubicBezTo>
                    <a:pt x="98" y="6"/>
                    <a:pt x="90" y="0"/>
                    <a:pt x="83" y="1"/>
                  </a:cubicBezTo>
                  <a:cubicBezTo>
                    <a:pt x="83" y="6"/>
                    <a:pt x="91" y="7"/>
                    <a:pt x="89" y="11"/>
                  </a:cubicBezTo>
                  <a:cubicBezTo>
                    <a:pt x="88" y="15"/>
                    <a:pt x="80" y="11"/>
                    <a:pt x="78" y="11"/>
                  </a:cubicBezTo>
                  <a:cubicBezTo>
                    <a:pt x="76" y="11"/>
                    <a:pt x="74" y="13"/>
                    <a:pt x="72" y="13"/>
                  </a:cubicBezTo>
                  <a:cubicBezTo>
                    <a:pt x="70" y="13"/>
                    <a:pt x="66" y="9"/>
                    <a:pt x="65" y="9"/>
                  </a:cubicBezTo>
                  <a:cubicBezTo>
                    <a:pt x="62" y="9"/>
                    <a:pt x="58" y="19"/>
                    <a:pt x="56" y="11"/>
                  </a:cubicBezTo>
                  <a:cubicBezTo>
                    <a:pt x="54" y="12"/>
                    <a:pt x="52" y="13"/>
                    <a:pt x="50" y="14"/>
                  </a:cubicBezTo>
                  <a:cubicBezTo>
                    <a:pt x="50" y="14"/>
                    <a:pt x="45" y="16"/>
                    <a:pt x="44" y="16"/>
                  </a:cubicBezTo>
                  <a:cubicBezTo>
                    <a:pt x="42" y="15"/>
                    <a:pt x="42" y="11"/>
                    <a:pt x="41" y="11"/>
                  </a:cubicBezTo>
                  <a:cubicBezTo>
                    <a:pt x="38" y="8"/>
                    <a:pt x="39" y="11"/>
                    <a:pt x="35" y="12"/>
                  </a:cubicBezTo>
                  <a:cubicBezTo>
                    <a:pt x="32" y="14"/>
                    <a:pt x="33" y="14"/>
                    <a:pt x="29" y="13"/>
                  </a:cubicBezTo>
                  <a:cubicBezTo>
                    <a:pt x="27" y="12"/>
                    <a:pt x="27" y="11"/>
                    <a:pt x="23" y="11"/>
                  </a:cubicBezTo>
                  <a:cubicBezTo>
                    <a:pt x="17" y="13"/>
                    <a:pt x="14" y="12"/>
                    <a:pt x="9" y="14"/>
                  </a:cubicBezTo>
                  <a:cubicBezTo>
                    <a:pt x="10" y="13"/>
                    <a:pt x="9" y="11"/>
                    <a:pt x="10" y="9"/>
                  </a:cubicBezTo>
                  <a:cubicBezTo>
                    <a:pt x="8" y="9"/>
                    <a:pt x="7" y="10"/>
                    <a:pt x="6" y="1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04" name="Freeform 1591"/>
            <p:cNvSpPr>
              <a:spLocks/>
            </p:cNvSpPr>
            <p:nvPr/>
          </p:nvSpPr>
          <p:spPr bwMode="auto">
            <a:xfrm>
              <a:off x="2918" y="762"/>
              <a:ext cx="2705" cy="2119"/>
            </a:xfrm>
            <a:custGeom>
              <a:avLst/>
              <a:gdLst>
                <a:gd name="T0" fmla="*/ 2158 w 480"/>
                <a:gd name="T1" fmla="*/ 733 h 376"/>
                <a:gd name="T2" fmla="*/ 5179 w 480"/>
                <a:gd name="T3" fmla="*/ 1617 h 376"/>
                <a:gd name="T4" fmla="*/ 35599 w 480"/>
                <a:gd name="T5" fmla="*/ 15025 h 376"/>
                <a:gd name="T6" fmla="*/ 57261 w 480"/>
                <a:gd name="T7" fmla="*/ 23822 h 376"/>
                <a:gd name="T8" fmla="*/ 71040 w 480"/>
                <a:gd name="T9" fmla="*/ 37223 h 376"/>
                <a:gd name="T10" fmla="*/ 74630 w 480"/>
                <a:gd name="T11" fmla="*/ 36874 h 376"/>
                <a:gd name="T12" fmla="*/ 81967 w 480"/>
                <a:gd name="T13" fmla="*/ 34716 h 376"/>
                <a:gd name="T14" fmla="*/ 84283 w 480"/>
                <a:gd name="T15" fmla="*/ 39540 h 376"/>
                <a:gd name="T16" fmla="*/ 83399 w 480"/>
                <a:gd name="T17" fmla="*/ 43130 h 376"/>
                <a:gd name="T18" fmla="*/ 73739 w 480"/>
                <a:gd name="T19" fmla="*/ 56215 h 376"/>
                <a:gd name="T20" fmla="*/ 66566 w 480"/>
                <a:gd name="T21" fmla="*/ 60313 h 376"/>
                <a:gd name="T22" fmla="*/ 59228 w 480"/>
                <a:gd name="T23" fmla="*/ 65683 h 376"/>
                <a:gd name="T24" fmla="*/ 48335 w 480"/>
                <a:gd name="T25" fmla="*/ 63711 h 376"/>
                <a:gd name="T26" fmla="*/ 49575 w 480"/>
                <a:gd name="T27" fmla="*/ 61395 h 376"/>
                <a:gd name="T28" fmla="*/ 60310 w 480"/>
                <a:gd name="T29" fmla="*/ 51899 h 376"/>
                <a:gd name="T30" fmla="*/ 57639 w 480"/>
                <a:gd name="T31" fmla="*/ 50659 h 376"/>
                <a:gd name="T32" fmla="*/ 56213 w 480"/>
                <a:gd name="T33" fmla="*/ 48686 h 376"/>
                <a:gd name="T34" fmla="*/ 54748 w 480"/>
                <a:gd name="T35" fmla="*/ 47610 h 376"/>
                <a:gd name="T36" fmla="*/ 52973 w 480"/>
                <a:gd name="T37" fmla="*/ 46178 h 376"/>
                <a:gd name="T38" fmla="*/ 50307 w 480"/>
                <a:gd name="T39" fmla="*/ 43862 h 376"/>
                <a:gd name="T40" fmla="*/ 48842 w 480"/>
                <a:gd name="T41" fmla="*/ 43130 h 376"/>
                <a:gd name="T42" fmla="*/ 48493 w 480"/>
                <a:gd name="T43" fmla="*/ 42972 h 376"/>
                <a:gd name="T44" fmla="*/ 47602 w 480"/>
                <a:gd name="T45" fmla="*/ 41512 h 376"/>
                <a:gd name="T46" fmla="*/ 46718 w 480"/>
                <a:gd name="T47" fmla="*/ 40081 h 376"/>
                <a:gd name="T48" fmla="*/ 45444 w 480"/>
                <a:gd name="T49" fmla="*/ 38841 h 376"/>
                <a:gd name="T50" fmla="*/ 44018 w 480"/>
                <a:gd name="T51" fmla="*/ 37573 h 376"/>
                <a:gd name="T52" fmla="*/ 42970 w 480"/>
                <a:gd name="T53" fmla="*/ 36525 h 376"/>
                <a:gd name="T54" fmla="*/ 41696 w 480"/>
                <a:gd name="T55" fmla="*/ 35443 h 376"/>
                <a:gd name="T56" fmla="*/ 40271 w 480"/>
                <a:gd name="T57" fmla="*/ 34017 h 376"/>
                <a:gd name="T58" fmla="*/ 39031 w 480"/>
                <a:gd name="T59" fmla="*/ 33284 h 376"/>
                <a:gd name="T60" fmla="*/ 37763 w 480"/>
                <a:gd name="T61" fmla="*/ 32044 h 376"/>
                <a:gd name="T62" fmla="*/ 35982 w 480"/>
                <a:gd name="T63" fmla="*/ 30618 h 376"/>
                <a:gd name="T64" fmla="*/ 34714 w 480"/>
                <a:gd name="T65" fmla="*/ 29886 h 376"/>
                <a:gd name="T66" fmla="*/ 33632 w 480"/>
                <a:gd name="T67" fmla="*/ 27919 h 376"/>
                <a:gd name="T68" fmla="*/ 30967 w 480"/>
                <a:gd name="T69" fmla="*/ 26138 h 376"/>
                <a:gd name="T70" fmla="*/ 27568 w 480"/>
                <a:gd name="T71" fmla="*/ 23980 h 376"/>
                <a:gd name="T72" fmla="*/ 22897 w 480"/>
                <a:gd name="T73" fmla="*/ 21663 h 376"/>
                <a:gd name="T74" fmla="*/ 20389 w 480"/>
                <a:gd name="T75" fmla="*/ 18609 h 376"/>
                <a:gd name="T76" fmla="*/ 6796 w 480"/>
                <a:gd name="T77" fmla="*/ 7529 h 376"/>
                <a:gd name="T78" fmla="*/ 2158 w 480"/>
                <a:gd name="T79" fmla="*/ 733 h 37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480" h="376">
                  <a:moveTo>
                    <a:pt x="12" y="4"/>
                  </a:moveTo>
                  <a:cubicBezTo>
                    <a:pt x="12" y="4"/>
                    <a:pt x="12" y="1"/>
                    <a:pt x="29" y="9"/>
                  </a:cubicBezTo>
                  <a:cubicBezTo>
                    <a:pt x="29" y="9"/>
                    <a:pt x="135" y="72"/>
                    <a:pt x="199" y="84"/>
                  </a:cubicBezTo>
                  <a:cubicBezTo>
                    <a:pt x="199" y="84"/>
                    <a:pt x="298" y="105"/>
                    <a:pt x="320" y="133"/>
                  </a:cubicBezTo>
                  <a:cubicBezTo>
                    <a:pt x="320" y="133"/>
                    <a:pt x="375" y="201"/>
                    <a:pt x="397" y="208"/>
                  </a:cubicBezTo>
                  <a:cubicBezTo>
                    <a:pt x="397" y="208"/>
                    <a:pt x="409" y="215"/>
                    <a:pt x="417" y="206"/>
                  </a:cubicBezTo>
                  <a:cubicBezTo>
                    <a:pt x="417" y="206"/>
                    <a:pt x="432" y="186"/>
                    <a:pt x="458" y="194"/>
                  </a:cubicBezTo>
                  <a:cubicBezTo>
                    <a:pt x="458" y="194"/>
                    <a:pt x="480" y="202"/>
                    <a:pt x="471" y="221"/>
                  </a:cubicBezTo>
                  <a:cubicBezTo>
                    <a:pt x="471" y="221"/>
                    <a:pt x="467" y="236"/>
                    <a:pt x="466" y="241"/>
                  </a:cubicBezTo>
                  <a:cubicBezTo>
                    <a:pt x="466" y="241"/>
                    <a:pt x="469" y="275"/>
                    <a:pt x="412" y="314"/>
                  </a:cubicBezTo>
                  <a:cubicBezTo>
                    <a:pt x="412" y="314"/>
                    <a:pt x="381" y="338"/>
                    <a:pt x="372" y="337"/>
                  </a:cubicBezTo>
                  <a:cubicBezTo>
                    <a:pt x="372" y="337"/>
                    <a:pt x="364" y="362"/>
                    <a:pt x="331" y="367"/>
                  </a:cubicBezTo>
                  <a:cubicBezTo>
                    <a:pt x="331" y="367"/>
                    <a:pt x="272" y="376"/>
                    <a:pt x="270" y="356"/>
                  </a:cubicBezTo>
                  <a:cubicBezTo>
                    <a:pt x="270" y="356"/>
                    <a:pt x="266" y="351"/>
                    <a:pt x="277" y="343"/>
                  </a:cubicBezTo>
                  <a:cubicBezTo>
                    <a:pt x="277" y="343"/>
                    <a:pt x="332" y="311"/>
                    <a:pt x="337" y="290"/>
                  </a:cubicBezTo>
                  <a:cubicBezTo>
                    <a:pt x="337" y="290"/>
                    <a:pt x="327" y="295"/>
                    <a:pt x="322" y="283"/>
                  </a:cubicBezTo>
                  <a:cubicBezTo>
                    <a:pt x="322" y="283"/>
                    <a:pt x="315" y="281"/>
                    <a:pt x="314" y="272"/>
                  </a:cubicBezTo>
                  <a:cubicBezTo>
                    <a:pt x="314" y="272"/>
                    <a:pt x="306" y="273"/>
                    <a:pt x="306" y="266"/>
                  </a:cubicBezTo>
                  <a:cubicBezTo>
                    <a:pt x="306" y="266"/>
                    <a:pt x="296" y="261"/>
                    <a:pt x="296" y="258"/>
                  </a:cubicBezTo>
                  <a:cubicBezTo>
                    <a:pt x="296" y="258"/>
                    <a:pt x="281" y="253"/>
                    <a:pt x="281" y="245"/>
                  </a:cubicBezTo>
                  <a:cubicBezTo>
                    <a:pt x="281" y="245"/>
                    <a:pt x="275" y="246"/>
                    <a:pt x="273" y="241"/>
                  </a:cubicBezTo>
                  <a:cubicBezTo>
                    <a:pt x="271" y="236"/>
                    <a:pt x="271" y="240"/>
                    <a:pt x="271" y="240"/>
                  </a:cubicBezTo>
                  <a:cubicBezTo>
                    <a:pt x="271" y="240"/>
                    <a:pt x="266" y="236"/>
                    <a:pt x="266" y="232"/>
                  </a:cubicBezTo>
                  <a:cubicBezTo>
                    <a:pt x="266" y="232"/>
                    <a:pt x="261" y="230"/>
                    <a:pt x="261" y="224"/>
                  </a:cubicBezTo>
                  <a:cubicBezTo>
                    <a:pt x="261" y="224"/>
                    <a:pt x="254" y="221"/>
                    <a:pt x="254" y="217"/>
                  </a:cubicBezTo>
                  <a:cubicBezTo>
                    <a:pt x="254" y="217"/>
                    <a:pt x="245" y="215"/>
                    <a:pt x="246" y="210"/>
                  </a:cubicBezTo>
                  <a:cubicBezTo>
                    <a:pt x="246" y="210"/>
                    <a:pt x="240" y="206"/>
                    <a:pt x="240" y="204"/>
                  </a:cubicBezTo>
                  <a:cubicBezTo>
                    <a:pt x="239" y="202"/>
                    <a:pt x="233" y="202"/>
                    <a:pt x="233" y="198"/>
                  </a:cubicBezTo>
                  <a:cubicBezTo>
                    <a:pt x="233" y="198"/>
                    <a:pt x="225" y="196"/>
                    <a:pt x="225" y="190"/>
                  </a:cubicBezTo>
                  <a:cubicBezTo>
                    <a:pt x="225" y="190"/>
                    <a:pt x="218" y="190"/>
                    <a:pt x="218" y="186"/>
                  </a:cubicBezTo>
                  <a:cubicBezTo>
                    <a:pt x="218" y="186"/>
                    <a:pt x="211" y="184"/>
                    <a:pt x="211" y="179"/>
                  </a:cubicBezTo>
                  <a:cubicBezTo>
                    <a:pt x="211" y="179"/>
                    <a:pt x="203" y="177"/>
                    <a:pt x="201" y="171"/>
                  </a:cubicBezTo>
                  <a:cubicBezTo>
                    <a:pt x="201" y="171"/>
                    <a:pt x="195" y="173"/>
                    <a:pt x="194" y="167"/>
                  </a:cubicBezTo>
                  <a:cubicBezTo>
                    <a:pt x="194" y="167"/>
                    <a:pt x="186" y="163"/>
                    <a:pt x="188" y="156"/>
                  </a:cubicBezTo>
                  <a:cubicBezTo>
                    <a:pt x="189" y="149"/>
                    <a:pt x="175" y="155"/>
                    <a:pt x="173" y="146"/>
                  </a:cubicBezTo>
                  <a:cubicBezTo>
                    <a:pt x="173" y="146"/>
                    <a:pt x="158" y="141"/>
                    <a:pt x="154" y="134"/>
                  </a:cubicBezTo>
                  <a:cubicBezTo>
                    <a:pt x="154" y="134"/>
                    <a:pt x="126" y="130"/>
                    <a:pt x="128" y="121"/>
                  </a:cubicBezTo>
                  <a:cubicBezTo>
                    <a:pt x="128" y="121"/>
                    <a:pt x="111" y="117"/>
                    <a:pt x="114" y="104"/>
                  </a:cubicBezTo>
                  <a:cubicBezTo>
                    <a:pt x="114" y="104"/>
                    <a:pt x="66" y="75"/>
                    <a:pt x="38" y="42"/>
                  </a:cubicBezTo>
                  <a:cubicBezTo>
                    <a:pt x="38" y="42"/>
                    <a:pt x="0" y="0"/>
                    <a:pt x="12" y="4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05" name="Freeform 1592"/>
            <p:cNvSpPr>
              <a:spLocks/>
            </p:cNvSpPr>
            <p:nvPr/>
          </p:nvSpPr>
          <p:spPr bwMode="auto">
            <a:xfrm>
              <a:off x="3183" y="936"/>
              <a:ext cx="1972" cy="1460"/>
            </a:xfrm>
            <a:custGeom>
              <a:avLst/>
              <a:gdLst>
                <a:gd name="T0" fmla="*/ 15015 w 350"/>
                <a:gd name="T1" fmla="*/ 15761 h 259"/>
                <a:gd name="T2" fmla="*/ 16446 w 350"/>
                <a:gd name="T3" fmla="*/ 16844 h 259"/>
                <a:gd name="T4" fmla="*/ 18255 w 350"/>
                <a:gd name="T5" fmla="*/ 17379 h 259"/>
                <a:gd name="T6" fmla="*/ 21269 w 350"/>
                <a:gd name="T7" fmla="*/ 19702 h 259"/>
                <a:gd name="T8" fmla="*/ 23078 w 350"/>
                <a:gd name="T9" fmla="*/ 20434 h 259"/>
                <a:gd name="T10" fmla="*/ 24509 w 350"/>
                <a:gd name="T11" fmla="*/ 21483 h 259"/>
                <a:gd name="T12" fmla="*/ 25208 w 350"/>
                <a:gd name="T13" fmla="*/ 21669 h 259"/>
                <a:gd name="T14" fmla="*/ 25585 w 350"/>
                <a:gd name="T15" fmla="*/ 22402 h 259"/>
                <a:gd name="T16" fmla="*/ 26476 w 350"/>
                <a:gd name="T17" fmla="*/ 23991 h 259"/>
                <a:gd name="T18" fmla="*/ 27174 w 350"/>
                <a:gd name="T19" fmla="*/ 24375 h 259"/>
                <a:gd name="T20" fmla="*/ 27557 w 350"/>
                <a:gd name="T21" fmla="*/ 24183 h 259"/>
                <a:gd name="T22" fmla="*/ 27907 w 350"/>
                <a:gd name="T23" fmla="*/ 24724 h 259"/>
                <a:gd name="T24" fmla="*/ 29141 w 350"/>
                <a:gd name="T25" fmla="*/ 25609 h 259"/>
                <a:gd name="T26" fmla="*/ 30414 w 350"/>
                <a:gd name="T27" fmla="*/ 27041 h 259"/>
                <a:gd name="T28" fmla="*/ 31839 w 350"/>
                <a:gd name="T29" fmla="*/ 27932 h 259"/>
                <a:gd name="T30" fmla="*/ 34504 w 350"/>
                <a:gd name="T31" fmla="*/ 30440 h 259"/>
                <a:gd name="T32" fmla="*/ 35237 w 350"/>
                <a:gd name="T33" fmla="*/ 30632 h 259"/>
                <a:gd name="T34" fmla="*/ 35586 w 350"/>
                <a:gd name="T35" fmla="*/ 31331 h 259"/>
                <a:gd name="T36" fmla="*/ 36127 w 350"/>
                <a:gd name="T37" fmla="*/ 31872 h 259"/>
                <a:gd name="T38" fmla="*/ 36668 w 350"/>
                <a:gd name="T39" fmla="*/ 32413 h 259"/>
                <a:gd name="T40" fmla="*/ 38443 w 350"/>
                <a:gd name="T41" fmla="*/ 34380 h 259"/>
                <a:gd name="T42" fmla="*/ 39525 w 350"/>
                <a:gd name="T43" fmla="*/ 35113 h 259"/>
                <a:gd name="T44" fmla="*/ 40251 w 350"/>
                <a:gd name="T45" fmla="*/ 36353 h 259"/>
                <a:gd name="T46" fmla="*/ 41333 w 350"/>
                <a:gd name="T47" fmla="*/ 37272 h 259"/>
                <a:gd name="T48" fmla="*/ 42223 w 350"/>
                <a:gd name="T49" fmla="*/ 38321 h 259"/>
                <a:gd name="T50" fmla="*/ 43271 w 350"/>
                <a:gd name="T51" fmla="*/ 38704 h 259"/>
                <a:gd name="T52" fmla="*/ 44190 w 350"/>
                <a:gd name="T53" fmla="*/ 39753 h 259"/>
                <a:gd name="T54" fmla="*/ 45238 w 350"/>
                <a:gd name="T55" fmla="*/ 40294 h 259"/>
                <a:gd name="T56" fmla="*/ 46314 w 350"/>
                <a:gd name="T57" fmla="*/ 41213 h 259"/>
                <a:gd name="T58" fmla="*/ 47204 w 350"/>
                <a:gd name="T59" fmla="*/ 41912 h 259"/>
                <a:gd name="T60" fmla="*/ 48286 w 350"/>
                <a:gd name="T61" fmla="*/ 42644 h 259"/>
                <a:gd name="T62" fmla="*/ 49013 w 350"/>
                <a:gd name="T63" fmla="*/ 44076 h 259"/>
                <a:gd name="T64" fmla="*/ 50252 w 350"/>
                <a:gd name="T65" fmla="*/ 44775 h 259"/>
                <a:gd name="T66" fmla="*/ 50985 w 350"/>
                <a:gd name="T67" fmla="*/ 45852 h 259"/>
                <a:gd name="T68" fmla="*/ 52219 w 350"/>
                <a:gd name="T69" fmla="*/ 46393 h 259"/>
                <a:gd name="T70" fmla="*/ 54033 w 350"/>
                <a:gd name="T71" fmla="*/ 42994 h 259"/>
                <a:gd name="T72" fmla="*/ 57047 w 350"/>
                <a:gd name="T73" fmla="*/ 40136 h 259"/>
                <a:gd name="T74" fmla="*/ 60631 w 350"/>
                <a:gd name="T75" fmla="*/ 37430 h 259"/>
                <a:gd name="T76" fmla="*/ 62411 w 350"/>
                <a:gd name="T77" fmla="*/ 33839 h 259"/>
                <a:gd name="T78" fmla="*/ 61363 w 350"/>
                <a:gd name="T79" fmla="*/ 32605 h 259"/>
                <a:gd name="T80" fmla="*/ 59746 w 350"/>
                <a:gd name="T81" fmla="*/ 30823 h 259"/>
                <a:gd name="T82" fmla="*/ 55616 w 350"/>
                <a:gd name="T83" fmla="*/ 27582 h 259"/>
                <a:gd name="T84" fmla="*/ 49554 w 350"/>
                <a:gd name="T85" fmla="*/ 20592 h 259"/>
                <a:gd name="T86" fmla="*/ 42573 w 350"/>
                <a:gd name="T87" fmla="*/ 15953 h 259"/>
                <a:gd name="T88" fmla="*/ 34696 w 350"/>
                <a:gd name="T89" fmla="*/ 12903 h 259"/>
                <a:gd name="T90" fmla="*/ 17714 w 350"/>
                <a:gd name="T91" fmla="*/ 6990 h 259"/>
                <a:gd name="T92" fmla="*/ 8220 w 350"/>
                <a:gd name="T93" fmla="*/ 3399 h 259"/>
                <a:gd name="T94" fmla="*/ 1082 w 350"/>
                <a:gd name="T95" fmla="*/ 0 h 259"/>
                <a:gd name="T96" fmla="*/ 3747 w 350"/>
                <a:gd name="T97" fmla="*/ 1781 h 259"/>
                <a:gd name="T98" fmla="*/ 0 w 350"/>
                <a:gd name="T99" fmla="*/ 2322 h 259"/>
                <a:gd name="T100" fmla="*/ 7336 w 350"/>
                <a:gd name="T101" fmla="*/ 8963 h 259"/>
                <a:gd name="T102" fmla="*/ 10919 w 350"/>
                <a:gd name="T103" fmla="*/ 11629 h 259"/>
                <a:gd name="T104" fmla="*/ 13934 w 350"/>
                <a:gd name="T105" fmla="*/ 13980 h 259"/>
                <a:gd name="T106" fmla="*/ 15015 w 350"/>
                <a:gd name="T107" fmla="*/ 15761 h 25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350" h="259">
                  <a:moveTo>
                    <a:pt x="84" y="88"/>
                  </a:moveTo>
                  <a:cubicBezTo>
                    <a:pt x="88" y="88"/>
                    <a:pt x="89" y="92"/>
                    <a:pt x="92" y="94"/>
                  </a:cubicBezTo>
                  <a:cubicBezTo>
                    <a:pt x="95" y="96"/>
                    <a:pt x="99" y="96"/>
                    <a:pt x="102" y="97"/>
                  </a:cubicBezTo>
                  <a:cubicBezTo>
                    <a:pt x="109" y="98"/>
                    <a:pt x="113" y="106"/>
                    <a:pt x="119" y="110"/>
                  </a:cubicBezTo>
                  <a:cubicBezTo>
                    <a:pt x="122" y="112"/>
                    <a:pt x="126" y="113"/>
                    <a:pt x="129" y="114"/>
                  </a:cubicBezTo>
                  <a:cubicBezTo>
                    <a:pt x="132" y="116"/>
                    <a:pt x="134" y="118"/>
                    <a:pt x="137" y="120"/>
                  </a:cubicBezTo>
                  <a:cubicBezTo>
                    <a:pt x="138" y="120"/>
                    <a:pt x="141" y="120"/>
                    <a:pt x="141" y="121"/>
                  </a:cubicBezTo>
                  <a:cubicBezTo>
                    <a:pt x="143" y="122"/>
                    <a:pt x="142" y="124"/>
                    <a:pt x="143" y="125"/>
                  </a:cubicBezTo>
                  <a:cubicBezTo>
                    <a:pt x="145" y="127"/>
                    <a:pt x="147" y="133"/>
                    <a:pt x="148" y="134"/>
                  </a:cubicBezTo>
                  <a:cubicBezTo>
                    <a:pt x="150" y="135"/>
                    <a:pt x="151" y="135"/>
                    <a:pt x="152" y="136"/>
                  </a:cubicBezTo>
                  <a:cubicBezTo>
                    <a:pt x="153" y="136"/>
                    <a:pt x="153" y="135"/>
                    <a:pt x="154" y="135"/>
                  </a:cubicBezTo>
                  <a:cubicBezTo>
                    <a:pt x="155" y="136"/>
                    <a:pt x="155" y="138"/>
                    <a:pt x="156" y="138"/>
                  </a:cubicBezTo>
                  <a:cubicBezTo>
                    <a:pt x="158" y="140"/>
                    <a:pt x="161" y="142"/>
                    <a:pt x="163" y="143"/>
                  </a:cubicBezTo>
                  <a:cubicBezTo>
                    <a:pt x="165" y="146"/>
                    <a:pt x="167" y="148"/>
                    <a:pt x="170" y="151"/>
                  </a:cubicBezTo>
                  <a:cubicBezTo>
                    <a:pt x="173" y="153"/>
                    <a:pt x="174" y="154"/>
                    <a:pt x="178" y="156"/>
                  </a:cubicBezTo>
                  <a:cubicBezTo>
                    <a:pt x="184" y="159"/>
                    <a:pt x="186" y="167"/>
                    <a:pt x="193" y="170"/>
                  </a:cubicBezTo>
                  <a:cubicBezTo>
                    <a:pt x="194" y="170"/>
                    <a:pt x="197" y="170"/>
                    <a:pt x="197" y="171"/>
                  </a:cubicBezTo>
                  <a:cubicBezTo>
                    <a:pt x="198" y="172"/>
                    <a:pt x="198" y="174"/>
                    <a:pt x="199" y="175"/>
                  </a:cubicBezTo>
                  <a:cubicBezTo>
                    <a:pt x="200" y="176"/>
                    <a:pt x="202" y="177"/>
                    <a:pt x="202" y="178"/>
                  </a:cubicBezTo>
                  <a:cubicBezTo>
                    <a:pt x="203" y="179"/>
                    <a:pt x="205" y="180"/>
                    <a:pt x="205" y="181"/>
                  </a:cubicBezTo>
                  <a:cubicBezTo>
                    <a:pt x="209" y="184"/>
                    <a:pt x="211" y="189"/>
                    <a:pt x="215" y="192"/>
                  </a:cubicBezTo>
                  <a:cubicBezTo>
                    <a:pt x="217" y="194"/>
                    <a:pt x="219" y="194"/>
                    <a:pt x="221" y="196"/>
                  </a:cubicBezTo>
                  <a:cubicBezTo>
                    <a:pt x="223" y="197"/>
                    <a:pt x="223" y="201"/>
                    <a:pt x="225" y="203"/>
                  </a:cubicBezTo>
                  <a:cubicBezTo>
                    <a:pt x="227" y="205"/>
                    <a:pt x="229" y="206"/>
                    <a:pt x="231" y="208"/>
                  </a:cubicBezTo>
                  <a:cubicBezTo>
                    <a:pt x="233" y="211"/>
                    <a:pt x="232" y="213"/>
                    <a:pt x="236" y="214"/>
                  </a:cubicBezTo>
                  <a:cubicBezTo>
                    <a:pt x="238" y="215"/>
                    <a:pt x="239" y="214"/>
                    <a:pt x="242" y="216"/>
                  </a:cubicBezTo>
                  <a:cubicBezTo>
                    <a:pt x="244" y="218"/>
                    <a:pt x="245" y="220"/>
                    <a:pt x="247" y="222"/>
                  </a:cubicBezTo>
                  <a:cubicBezTo>
                    <a:pt x="249" y="223"/>
                    <a:pt x="251" y="224"/>
                    <a:pt x="253" y="225"/>
                  </a:cubicBezTo>
                  <a:cubicBezTo>
                    <a:pt x="255" y="227"/>
                    <a:pt x="256" y="228"/>
                    <a:pt x="259" y="230"/>
                  </a:cubicBezTo>
                  <a:cubicBezTo>
                    <a:pt x="262" y="231"/>
                    <a:pt x="262" y="232"/>
                    <a:pt x="264" y="234"/>
                  </a:cubicBezTo>
                  <a:cubicBezTo>
                    <a:pt x="266" y="236"/>
                    <a:pt x="268" y="236"/>
                    <a:pt x="270" y="238"/>
                  </a:cubicBezTo>
                  <a:cubicBezTo>
                    <a:pt x="272" y="240"/>
                    <a:pt x="272" y="243"/>
                    <a:pt x="274" y="246"/>
                  </a:cubicBezTo>
                  <a:cubicBezTo>
                    <a:pt x="277" y="249"/>
                    <a:pt x="279" y="248"/>
                    <a:pt x="281" y="250"/>
                  </a:cubicBezTo>
                  <a:cubicBezTo>
                    <a:pt x="283" y="251"/>
                    <a:pt x="283" y="254"/>
                    <a:pt x="285" y="256"/>
                  </a:cubicBezTo>
                  <a:cubicBezTo>
                    <a:pt x="286" y="257"/>
                    <a:pt x="290" y="258"/>
                    <a:pt x="292" y="259"/>
                  </a:cubicBezTo>
                  <a:cubicBezTo>
                    <a:pt x="296" y="254"/>
                    <a:pt x="297" y="246"/>
                    <a:pt x="302" y="240"/>
                  </a:cubicBezTo>
                  <a:cubicBezTo>
                    <a:pt x="307" y="233"/>
                    <a:pt x="312" y="228"/>
                    <a:pt x="319" y="224"/>
                  </a:cubicBezTo>
                  <a:cubicBezTo>
                    <a:pt x="326" y="220"/>
                    <a:pt x="333" y="215"/>
                    <a:pt x="339" y="209"/>
                  </a:cubicBezTo>
                  <a:cubicBezTo>
                    <a:pt x="342" y="206"/>
                    <a:pt x="350" y="194"/>
                    <a:pt x="349" y="189"/>
                  </a:cubicBezTo>
                  <a:cubicBezTo>
                    <a:pt x="349" y="188"/>
                    <a:pt x="344" y="183"/>
                    <a:pt x="343" y="182"/>
                  </a:cubicBezTo>
                  <a:cubicBezTo>
                    <a:pt x="340" y="178"/>
                    <a:pt x="337" y="175"/>
                    <a:pt x="334" y="172"/>
                  </a:cubicBezTo>
                  <a:cubicBezTo>
                    <a:pt x="326" y="166"/>
                    <a:pt x="318" y="161"/>
                    <a:pt x="311" y="154"/>
                  </a:cubicBezTo>
                  <a:cubicBezTo>
                    <a:pt x="298" y="143"/>
                    <a:pt x="288" y="129"/>
                    <a:pt x="277" y="115"/>
                  </a:cubicBezTo>
                  <a:cubicBezTo>
                    <a:pt x="266" y="102"/>
                    <a:pt x="252" y="95"/>
                    <a:pt x="238" y="89"/>
                  </a:cubicBezTo>
                  <a:cubicBezTo>
                    <a:pt x="224" y="82"/>
                    <a:pt x="209" y="76"/>
                    <a:pt x="194" y="72"/>
                  </a:cubicBezTo>
                  <a:cubicBezTo>
                    <a:pt x="161" y="63"/>
                    <a:pt x="132" y="48"/>
                    <a:pt x="99" y="39"/>
                  </a:cubicBezTo>
                  <a:cubicBezTo>
                    <a:pt x="81" y="35"/>
                    <a:pt x="63" y="26"/>
                    <a:pt x="46" y="19"/>
                  </a:cubicBezTo>
                  <a:cubicBezTo>
                    <a:pt x="33" y="13"/>
                    <a:pt x="19" y="7"/>
                    <a:pt x="6" y="0"/>
                  </a:cubicBezTo>
                  <a:cubicBezTo>
                    <a:pt x="12" y="0"/>
                    <a:pt x="15" y="8"/>
                    <a:pt x="21" y="10"/>
                  </a:cubicBezTo>
                  <a:cubicBezTo>
                    <a:pt x="15" y="10"/>
                    <a:pt x="2" y="5"/>
                    <a:pt x="0" y="13"/>
                  </a:cubicBezTo>
                  <a:cubicBezTo>
                    <a:pt x="17" y="21"/>
                    <a:pt x="27" y="39"/>
                    <a:pt x="41" y="50"/>
                  </a:cubicBezTo>
                  <a:cubicBezTo>
                    <a:pt x="47" y="56"/>
                    <a:pt x="54" y="60"/>
                    <a:pt x="61" y="65"/>
                  </a:cubicBezTo>
                  <a:cubicBezTo>
                    <a:pt x="66" y="68"/>
                    <a:pt x="75" y="72"/>
                    <a:pt x="78" y="78"/>
                  </a:cubicBezTo>
                  <a:lnTo>
                    <a:pt x="84" y="88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06" name="Freeform 1593"/>
            <p:cNvSpPr>
              <a:spLocks/>
            </p:cNvSpPr>
            <p:nvPr/>
          </p:nvSpPr>
          <p:spPr bwMode="auto">
            <a:xfrm>
              <a:off x="4445" y="1895"/>
              <a:ext cx="1144" cy="969"/>
            </a:xfrm>
            <a:custGeom>
              <a:avLst/>
              <a:gdLst>
                <a:gd name="T0" fmla="*/ 1431 w 203"/>
                <a:gd name="T1" fmla="*/ 28247 h 172"/>
                <a:gd name="T2" fmla="*/ 2316 w 203"/>
                <a:gd name="T3" fmla="*/ 25740 h 172"/>
                <a:gd name="T4" fmla="*/ 12161 w 203"/>
                <a:gd name="T5" fmla="*/ 15741 h 172"/>
                <a:gd name="T6" fmla="*/ 22356 w 203"/>
                <a:gd name="T7" fmla="*/ 3397 h 172"/>
                <a:gd name="T8" fmla="*/ 23438 w 203"/>
                <a:gd name="T9" fmla="*/ 4124 h 172"/>
                <a:gd name="T10" fmla="*/ 27727 w 203"/>
                <a:gd name="T11" fmla="*/ 6980 h 172"/>
                <a:gd name="T12" fmla="*/ 29344 w 203"/>
                <a:gd name="T13" fmla="*/ 5713 h 172"/>
                <a:gd name="T14" fmla="*/ 30076 w 203"/>
                <a:gd name="T15" fmla="*/ 3746 h 172"/>
                <a:gd name="T16" fmla="*/ 30076 w 203"/>
                <a:gd name="T17" fmla="*/ 2507 h 172"/>
                <a:gd name="T18" fmla="*/ 31153 w 203"/>
                <a:gd name="T19" fmla="*/ 192 h 172"/>
                <a:gd name="T20" fmla="*/ 33632 w 203"/>
                <a:gd name="T21" fmla="*/ 1431 h 172"/>
                <a:gd name="T22" fmla="*/ 35982 w 203"/>
                <a:gd name="T23" fmla="*/ 3048 h 172"/>
                <a:gd name="T24" fmla="*/ 34900 w 203"/>
                <a:gd name="T25" fmla="*/ 7144 h 172"/>
                <a:gd name="T26" fmla="*/ 32584 w 203"/>
                <a:gd name="T27" fmla="*/ 10727 h 172"/>
                <a:gd name="T28" fmla="*/ 31153 w 203"/>
                <a:gd name="T29" fmla="*/ 13042 h 172"/>
                <a:gd name="T30" fmla="*/ 27028 w 203"/>
                <a:gd name="T31" fmla="*/ 18946 h 172"/>
                <a:gd name="T32" fmla="*/ 16101 w 203"/>
                <a:gd name="T33" fmla="*/ 24501 h 172"/>
                <a:gd name="T34" fmla="*/ 14861 w 203"/>
                <a:gd name="T35" fmla="*/ 26124 h 172"/>
                <a:gd name="T36" fmla="*/ 10386 w 203"/>
                <a:gd name="T37" fmla="*/ 29329 h 172"/>
                <a:gd name="T38" fmla="*/ 1431 w 203"/>
                <a:gd name="T39" fmla="*/ 28247 h 17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03" h="172">
                  <a:moveTo>
                    <a:pt x="8" y="158"/>
                  </a:moveTo>
                  <a:cubicBezTo>
                    <a:pt x="8" y="158"/>
                    <a:pt x="0" y="152"/>
                    <a:pt x="13" y="144"/>
                  </a:cubicBezTo>
                  <a:cubicBezTo>
                    <a:pt x="13" y="144"/>
                    <a:pt x="65" y="110"/>
                    <a:pt x="68" y="88"/>
                  </a:cubicBezTo>
                  <a:cubicBezTo>
                    <a:pt x="68" y="88"/>
                    <a:pt x="79" y="24"/>
                    <a:pt x="125" y="19"/>
                  </a:cubicBezTo>
                  <a:cubicBezTo>
                    <a:pt x="125" y="19"/>
                    <a:pt x="130" y="20"/>
                    <a:pt x="131" y="23"/>
                  </a:cubicBezTo>
                  <a:cubicBezTo>
                    <a:pt x="131" y="23"/>
                    <a:pt x="147" y="43"/>
                    <a:pt x="155" y="39"/>
                  </a:cubicBezTo>
                  <a:cubicBezTo>
                    <a:pt x="155" y="39"/>
                    <a:pt x="164" y="37"/>
                    <a:pt x="164" y="32"/>
                  </a:cubicBezTo>
                  <a:cubicBezTo>
                    <a:pt x="164" y="32"/>
                    <a:pt x="164" y="23"/>
                    <a:pt x="168" y="21"/>
                  </a:cubicBezTo>
                  <a:cubicBezTo>
                    <a:pt x="168" y="21"/>
                    <a:pt x="170" y="18"/>
                    <a:pt x="168" y="14"/>
                  </a:cubicBezTo>
                  <a:cubicBezTo>
                    <a:pt x="168" y="14"/>
                    <a:pt x="166" y="0"/>
                    <a:pt x="174" y="1"/>
                  </a:cubicBezTo>
                  <a:cubicBezTo>
                    <a:pt x="174" y="1"/>
                    <a:pt x="183" y="1"/>
                    <a:pt x="188" y="8"/>
                  </a:cubicBezTo>
                  <a:cubicBezTo>
                    <a:pt x="188" y="8"/>
                    <a:pt x="203" y="11"/>
                    <a:pt x="201" y="17"/>
                  </a:cubicBezTo>
                  <a:cubicBezTo>
                    <a:pt x="201" y="17"/>
                    <a:pt x="198" y="29"/>
                    <a:pt x="195" y="40"/>
                  </a:cubicBezTo>
                  <a:cubicBezTo>
                    <a:pt x="195" y="40"/>
                    <a:pt x="191" y="54"/>
                    <a:pt x="182" y="60"/>
                  </a:cubicBezTo>
                  <a:cubicBezTo>
                    <a:pt x="182" y="60"/>
                    <a:pt x="175" y="66"/>
                    <a:pt x="174" y="73"/>
                  </a:cubicBezTo>
                  <a:cubicBezTo>
                    <a:pt x="174" y="73"/>
                    <a:pt x="176" y="87"/>
                    <a:pt x="151" y="106"/>
                  </a:cubicBezTo>
                  <a:cubicBezTo>
                    <a:pt x="151" y="106"/>
                    <a:pt x="116" y="140"/>
                    <a:pt x="90" y="137"/>
                  </a:cubicBezTo>
                  <a:cubicBezTo>
                    <a:pt x="90" y="137"/>
                    <a:pt x="86" y="141"/>
                    <a:pt x="83" y="146"/>
                  </a:cubicBezTo>
                  <a:cubicBezTo>
                    <a:pt x="83" y="146"/>
                    <a:pt x="72" y="163"/>
                    <a:pt x="58" y="164"/>
                  </a:cubicBezTo>
                  <a:cubicBezTo>
                    <a:pt x="58" y="164"/>
                    <a:pt x="10" y="172"/>
                    <a:pt x="8" y="158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07" name="Freeform 1594"/>
            <p:cNvSpPr>
              <a:spLocks/>
            </p:cNvSpPr>
            <p:nvPr/>
          </p:nvSpPr>
          <p:spPr bwMode="auto">
            <a:xfrm>
              <a:off x="5398" y="1962"/>
              <a:ext cx="197" cy="203"/>
            </a:xfrm>
            <a:custGeom>
              <a:avLst/>
              <a:gdLst>
                <a:gd name="T0" fmla="*/ 3580 w 35"/>
                <a:gd name="T1" fmla="*/ 192 h 36"/>
                <a:gd name="T2" fmla="*/ 1964 w 35"/>
                <a:gd name="T3" fmla="*/ 1782 h 36"/>
                <a:gd name="T4" fmla="*/ 889 w 35"/>
                <a:gd name="T5" fmla="*/ 4675 h 36"/>
                <a:gd name="T6" fmla="*/ 1424 w 35"/>
                <a:gd name="T7" fmla="*/ 5723 h 36"/>
                <a:gd name="T8" fmla="*/ 4627 w 35"/>
                <a:gd name="T9" fmla="*/ 2701 h 36"/>
                <a:gd name="T10" fmla="*/ 3580 w 35"/>
                <a:gd name="T11" fmla="*/ 19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36">
                  <a:moveTo>
                    <a:pt x="20" y="1"/>
                  </a:moveTo>
                  <a:cubicBezTo>
                    <a:pt x="20" y="1"/>
                    <a:pt x="13" y="1"/>
                    <a:pt x="11" y="10"/>
                  </a:cubicBezTo>
                  <a:cubicBezTo>
                    <a:pt x="11" y="10"/>
                    <a:pt x="10" y="19"/>
                    <a:pt x="5" y="26"/>
                  </a:cubicBezTo>
                  <a:cubicBezTo>
                    <a:pt x="5" y="26"/>
                    <a:pt x="0" y="36"/>
                    <a:pt x="8" y="32"/>
                  </a:cubicBezTo>
                  <a:cubicBezTo>
                    <a:pt x="8" y="32"/>
                    <a:pt x="23" y="27"/>
                    <a:pt x="26" y="15"/>
                  </a:cubicBezTo>
                  <a:cubicBezTo>
                    <a:pt x="26" y="15"/>
                    <a:pt x="35" y="0"/>
                    <a:pt x="20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08" name="Freeform 1595"/>
            <p:cNvSpPr>
              <a:spLocks/>
            </p:cNvSpPr>
            <p:nvPr/>
          </p:nvSpPr>
          <p:spPr bwMode="auto">
            <a:xfrm>
              <a:off x="4958" y="2233"/>
              <a:ext cx="474" cy="417"/>
            </a:xfrm>
            <a:custGeom>
              <a:avLst/>
              <a:gdLst>
                <a:gd name="T0" fmla="*/ 14745 w 84"/>
                <a:gd name="T1" fmla="*/ 1431 h 74"/>
                <a:gd name="T2" fmla="*/ 11145 w 84"/>
                <a:gd name="T3" fmla="*/ 7878 h 74"/>
                <a:gd name="T4" fmla="*/ 3250 w 84"/>
                <a:gd name="T5" fmla="*/ 12702 h 74"/>
                <a:gd name="T6" fmla="*/ 734 w 84"/>
                <a:gd name="T7" fmla="*/ 11811 h 74"/>
                <a:gd name="T8" fmla="*/ 2867 w 84"/>
                <a:gd name="T9" fmla="*/ 8571 h 74"/>
                <a:gd name="T10" fmla="*/ 10795 w 84"/>
                <a:gd name="T11" fmla="*/ 1431 h 74"/>
                <a:gd name="T12" fmla="*/ 14203 w 84"/>
                <a:gd name="T13" fmla="*/ 349 h 74"/>
                <a:gd name="T14" fmla="*/ 14745 w 84"/>
                <a:gd name="T15" fmla="*/ 1431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74">
                  <a:moveTo>
                    <a:pt x="82" y="8"/>
                  </a:moveTo>
                  <a:cubicBezTo>
                    <a:pt x="82" y="8"/>
                    <a:pt x="79" y="31"/>
                    <a:pt x="62" y="44"/>
                  </a:cubicBezTo>
                  <a:cubicBezTo>
                    <a:pt x="62" y="44"/>
                    <a:pt x="32" y="71"/>
                    <a:pt x="18" y="71"/>
                  </a:cubicBezTo>
                  <a:cubicBezTo>
                    <a:pt x="18" y="71"/>
                    <a:pt x="0" y="74"/>
                    <a:pt x="4" y="66"/>
                  </a:cubicBezTo>
                  <a:cubicBezTo>
                    <a:pt x="4" y="66"/>
                    <a:pt x="4" y="53"/>
                    <a:pt x="16" y="48"/>
                  </a:cubicBezTo>
                  <a:cubicBezTo>
                    <a:pt x="16" y="48"/>
                    <a:pt x="46" y="26"/>
                    <a:pt x="60" y="8"/>
                  </a:cubicBezTo>
                  <a:cubicBezTo>
                    <a:pt x="60" y="8"/>
                    <a:pt x="71" y="0"/>
                    <a:pt x="79" y="2"/>
                  </a:cubicBezTo>
                  <a:cubicBezTo>
                    <a:pt x="79" y="2"/>
                    <a:pt x="84" y="3"/>
                    <a:pt x="82" y="8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09" name="Freeform 1596"/>
            <p:cNvSpPr>
              <a:spLocks/>
            </p:cNvSpPr>
            <p:nvPr/>
          </p:nvSpPr>
          <p:spPr bwMode="auto">
            <a:xfrm>
              <a:off x="3549" y="1106"/>
              <a:ext cx="1387" cy="1290"/>
            </a:xfrm>
            <a:custGeom>
              <a:avLst/>
              <a:gdLst>
                <a:gd name="T0" fmla="*/ 14688 w 246"/>
                <a:gd name="T1" fmla="*/ 17170 h 229"/>
                <a:gd name="T2" fmla="*/ 18820 w 246"/>
                <a:gd name="T3" fmla="*/ 16280 h 229"/>
                <a:gd name="T4" fmla="*/ 21521 w 246"/>
                <a:gd name="T5" fmla="*/ 16438 h 229"/>
                <a:gd name="T6" fmla="*/ 21521 w 246"/>
                <a:gd name="T7" fmla="*/ 18404 h 229"/>
                <a:gd name="T8" fmla="*/ 23303 w 246"/>
                <a:gd name="T9" fmla="*/ 19834 h 229"/>
                <a:gd name="T10" fmla="*/ 24543 w 246"/>
                <a:gd name="T11" fmla="*/ 21451 h 229"/>
                <a:gd name="T12" fmla="*/ 26161 w 246"/>
                <a:gd name="T13" fmla="*/ 22882 h 229"/>
                <a:gd name="T14" fmla="*/ 27785 w 246"/>
                <a:gd name="T15" fmla="*/ 24116 h 229"/>
                <a:gd name="T16" fmla="*/ 28326 w 246"/>
                <a:gd name="T17" fmla="*/ 29129 h 229"/>
                <a:gd name="T18" fmla="*/ 29567 w 246"/>
                <a:gd name="T19" fmla="*/ 30019 h 229"/>
                <a:gd name="T20" fmla="*/ 31377 w 246"/>
                <a:gd name="T21" fmla="*/ 32177 h 229"/>
                <a:gd name="T22" fmla="*/ 32267 w 246"/>
                <a:gd name="T23" fmla="*/ 31828 h 229"/>
                <a:gd name="T24" fmla="*/ 34049 w 246"/>
                <a:gd name="T25" fmla="*/ 31828 h 229"/>
                <a:gd name="T26" fmla="*/ 35667 w 246"/>
                <a:gd name="T27" fmla="*/ 35224 h 229"/>
                <a:gd name="T28" fmla="*/ 37099 w 246"/>
                <a:gd name="T29" fmla="*/ 36650 h 229"/>
                <a:gd name="T30" fmla="*/ 41774 w 246"/>
                <a:gd name="T31" fmla="*/ 39320 h 229"/>
                <a:gd name="T32" fmla="*/ 43899 w 246"/>
                <a:gd name="T33" fmla="*/ 34492 h 229"/>
                <a:gd name="T34" fmla="*/ 41041 w 246"/>
                <a:gd name="T35" fmla="*/ 36300 h 229"/>
                <a:gd name="T36" fmla="*/ 40691 w 246"/>
                <a:gd name="T37" fmla="*/ 34841 h 229"/>
                <a:gd name="T38" fmla="*/ 39067 w 246"/>
                <a:gd name="T39" fmla="*/ 34492 h 229"/>
                <a:gd name="T40" fmla="*/ 39417 w 246"/>
                <a:gd name="T41" fmla="*/ 32526 h 229"/>
                <a:gd name="T42" fmla="*/ 40499 w 246"/>
                <a:gd name="T43" fmla="*/ 30211 h 229"/>
                <a:gd name="T44" fmla="*/ 39417 w 246"/>
                <a:gd name="T45" fmla="*/ 29862 h 229"/>
                <a:gd name="T46" fmla="*/ 40691 w 246"/>
                <a:gd name="T47" fmla="*/ 26465 h 229"/>
                <a:gd name="T48" fmla="*/ 40150 w 246"/>
                <a:gd name="T49" fmla="*/ 24307 h 229"/>
                <a:gd name="T50" fmla="*/ 38368 w 246"/>
                <a:gd name="T51" fmla="*/ 21451 h 229"/>
                <a:gd name="T52" fmla="*/ 36017 w 246"/>
                <a:gd name="T53" fmla="*/ 18753 h 229"/>
                <a:gd name="T54" fmla="*/ 31918 w 246"/>
                <a:gd name="T55" fmla="*/ 15198 h 229"/>
                <a:gd name="T56" fmla="*/ 31918 w 246"/>
                <a:gd name="T57" fmla="*/ 14122 h 229"/>
                <a:gd name="T58" fmla="*/ 32617 w 246"/>
                <a:gd name="T59" fmla="*/ 11807 h 229"/>
                <a:gd name="T60" fmla="*/ 29026 w 246"/>
                <a:gd name="T61" fmla="*/ 9993 h 229"/>
                <a:gd name="T62" fmla="*/ 20602 w 246"/>
                <a:gd name="T63" fmla="*/ 6980 h 229"/>
                <a:gd name="T64" fmla="*/ 3749 w 246"/>
                <a:gd name="T65" fmla="*/ 1082 h 229"/>
                <a:gd name="T66" fmla="*/ 4674 w 246"/>
                <a:gd name="T67" fmla="*/ 5014 h 229"/>
                <a:gd name="T68" fmla="*/ 5914 w 246"/>
                <a:gd name="T69" fmla="*/ 6794 h 229"/>
                <a:gd name="T70" fmla="*/ 8773 w 246"/>
                <a:gd name="T71" fmla="*/ 11458 h 229"/>
                <a:gd name="T72" fmla="*/ 12906 w 246"/>
                <a:gd name="T73" fmla="*/ 14314 h 22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46" h="229">
                  <a:moveTo>
                    <a:pt x="82" y="91"/>
                  </a:moveTo>
                  <a:cubicBezTo>
                    <a:pt x="78" y="93"/>
                    <a:pt x="78" y="95"/>
                    <a:pt x="82" y="96"/>
                  </a:cubicBezTo>
                  <a:cubicBezTo>
                    <a:pt x="84" y="96"/>
                    <a:pt x="87" y="94"/>
                    <a:pt x="90" y="94"/>
                  </a:cubicBezTo>
                  <a:cubicBezTo>
                    <a:pt x="95" y="92"/>
                    <a:pt x="100" y="93"/>
                    <a:pt x="105" y="91"/>
                  </a:cubicBezTo>
                  <a:cubicBezTo>
                    <a:pt x="102" y="95"/>
                    <a:pt x="95" y="99"/>
                    <a:pt x="92" y="105"/>
                  </a:cubicBezTo>
                  <a:cubicBezTo>
                    <a:pt x="99" y="108"/>
                    <a:pt x="112" y="95"/>
                    <a:pt x="120" y="92"/>
                  </a:cubicBezTo>
                  <a:cubicBezTo>
                    <a:pt x="118" y="97"/>
                    <a:pt x="100" y="107"/>
                    <a:pt x="103" y="113"/>
                  </a:cubicBezTo>
                  <a:cubicBezTo>
                    <a:pt x="106" y="120"/>
                    <a:pt x="117" y="104"/>
                    <a:pt x="120" y="103"/>
                  </a:cubicBezTo>
                  <a:cubicBezTo>
                    <a:pt x="127" y="102"/>
                    <a:pt x="111" y="118"/>
                    <a:pt x="113" y="122"/>
                  </a:cubicBezTo>
                  <a:cubicBezTo>
                    <a:pt x="116" y="127"/>
                    <a:pt x="127" y="113"/>
                    <a:pt x="130" y="111"/>
                  </a:cubicBezTo>
                  <a:cubicBezTo>
                    <a:pt x="131" y="116"/>
                    <a:pt x="122" y="129"/>
                    <a:pt x="125" y="132"/>
                  </a:cubicBezTo>
                  <a:cubicBezTo>
                    <a:pt x="128" y="136"/>
                    <a:pt x="135" y="122"/>
                    <a:pt x="137" y="120"/>
                  </a:cubicBezTo>
                  <a:cubicBezTo>
                    <a:pt x="138" y="125"/>
                    <a:pt x="130" y="135"/>
                    <a:pt x="133" y="140"/>
                  </a:cubicBezTo>
                  <a:cubicBezTo>
                    <a:pt x="137" y="146"/>
                    <a:pt x="142" y="130"/>
                    <a:pt x="146" y="128"/>
                  </a:cubicBezTo>
                  <a:cubicBezTo>
                    <a:pt x="148" y="133"/>
                    <a:pt x="142" y="146"/>
                    <a:pt x="143" y="148"/>
                  </a:cubicBezTo>
                  <a:cubicBezTo>
                    <a:pt x="147" y="152"/>
                    <a:pt x="153" y="137"/>
                    <a:pt x="155" y="135"/>
                  </a:cubicBezTo>
                  <a:cubicBezTo>
                    <a:pt x="158" y="141"/>
                    <a:pt x="152" y="146"/>
                    <a:pt x="153" y="152"/>
                  </a:cubicBezTo>
                  <a:cubicBezTo>
                    <a:pt x="157" y="153"/>
                    <a:pt x="153" y="162"/>
                    <a:pt x="158" y="163"/>
                  </a:cubicBezTo>
                  <a:cubicBezTo>
                    <a:pt x="161" y="163"/>
                    <a:pt x="163" y="152"/>
                    <a:pt x="166" y="150"/>
                  </a:cubicBezTo>
                  <a:cubicBezTo>
                    <a:pt x="168" y="155"/>
                    <a:pt x="165" y="162"/>
                    <a:pt x="165" y="168"/>
                  </a:cubicBezTo>
                  <a:cubicBezTo>
                    <a:pt x="167" y="180"/>
                    <a:pt x="170" y="169"/>
                    <a:pt x="172" y="164"/>
                  </a:cubicBezTo>
                  <a:cubicBezTo>
                    <a:pt x="172" y="169"/>
                    <a:pt x="170" y="178"/>
                    <a:pt x="175" y="180"/>
                  </a:cubicBezTo>
                  <a:cubicBezTo>
                    <a:pt x="177" y="175"/>
                    <a:pt x="177" y="170"/>
                    <a:pt x="179" y="166"/>
                  </a:cubicBezTo>
                  <a:cubicBezTo>
                    <a:pt x="182" y="167"/>
                    <a:pt x="179" y="174"/>
                    <a:pt x="180" y="178"/>
                  </a:cubicBezTo>
                  <a:cubicBezTo>
                    <a:pt x="181" y="181"/>
                    <a:pt x="183" y="188"/>
                    <a:pt x="186" y="188"/>
                  </a:cubicBezTo>
                  <a:cubicBezTo>
                    <a:pt x="188" y="185"/>
                    <a:pt x="187" y="179"/>
                    <a:pt x="190" y="178"/>
                  </a:cubicBezTo>
                  <a:cubicBezTo>
                    <a:pt x="191" y="181"/>
                    <a:pt x="191" y="185"/>
                    <a:pt x="192" y="189"/>
                  </a:cubicBezTo>
                  <a:cubicBezTo>
                    <a:pt x="193" y="193"/>
                    <a:pt x="196" y="195"/>
                    <a:pt x="199" y="197"/>
                  </a:cubicBezTo>
                  <a:cubicBezTo>
                    <a:pt x="200" y="198"/>
                    <a:pt x="201" y="197"/>
                    <a:pt x="203" y="199"/>
                  </a:cubicBezTo>
                  <a:cubicBezTo>
                    <a:pt x="204" y="200"/>
                    <a:pt x="205" y="203"/>
                    <a:pt x="207" y="205"/>
                  </a:cubicBezTo>
                  <a:cubicBezTo>
                    <a:pt x="209" y="207"/>
                    <a:pt x="212" y="210"/>
                    <a:pt x="215" y="214"/>
                  </a:cubicBezTo>
                  <a:cubicBezTo>
                    <a:pt x="220" y="219"/>
                    <a:pt x="228" y="229"/>
                    <a:pt x="233" y="220"/>
                  </a:cubicBezTo>
                  <a:cubicBezTo>
                    <a:pt x="235" y="215"/>
                    <a:pt x="236" y="209"/>
                    <a:pt x="239" y="205"/>
                  </a:cubicBezTo>
                  <a:cubicBezTo>
                    <a:pt x="242" y="201"/>
                    <a:pt x="246" y="199"/>
                    <a:pt x="245" y="193"/>
                  </a:cubicBezTo>
                  <a:cubicBezTo>
                    <a:pt x="241" y="193"/>
                    <a:pt x="238" y="199"/>
                    <a:pt x="235" y="201"/>
                  </a:cubicBezTo>
                  <a:cubicBezTo>
                    <a:pt x="233" y="202"/>
                    <a:pt x="231" y="201"/>
                    <a:pt x="229" y="203"/>
                  </a:cubicBezTo>
                  <a:cubicBezTo>
                    <a:pt x="227" y="204"/>
                    <a:pt x="226" y="206"/>
                    <a:pt x="224" y="207"/>
                  </a:cubicBezTo>
                  <a:cubicBezTo>
                    <a:pt x="222" y="201"/>
                    <a:pt x="228" y="200"/>
                    <a:pt x="227" y="195"/>
                  </a:cubicBezTo>
                  <a:cubicBezTo>
                    <a:pt x="223" y="194"/>
                    <a:pt x="221" y="200"/>
                    <a:pt x="217" y="200"/>
                  </a:cubicBezTo>
                  <a:cubicBezTo>
                    <a:pt x="217" y="198"/>
                    <a:pt x="219" y="196"/>
                    <a:pt x="218" y="193"/>
                  </a:cubicBezTo>
                  <a:cubicBezTo>
                    <a:pt x="214" y="195"/>
                    <a:pt x="212" y="190"/>
                    <a:pt x="215" y="186"/>
                  </a:cubicBezTo>
                  <a:cubicBezTo>
                    <a:pt x="216" y="184"/>
                    <a:pt x="218" y="184"/>
                    <a:pt x="220" y="182"/>
                  </a:cubicBezTo>
                  <a:cubicBezTo>
                    <a:pt x="221" y="180"/>
                    <a:pt x="221" y="179"/>
                    <a:pt x="222" y="177"/>
                  </a:cubicBezTo>
                  <a:cubicBezTo>
                    <a:pt x="224" y="175"/>
                    <a:pt x="231" y="169"/>
                    <a:pt x="226" y="169"/>
                  </a:cubicBezTo>
                  <a:cubicBezTo>
                    <a:pt x="221" y="168"/>
                    <a:pt x="218" y="175"/>
                    <a:pt x="214" y="175"/>
                  </a:cubicBezTo>
                  <a:cubicBezTo>
                    <a:pt x="214" y="171"/>
                    <a:pt x="218" y="170"/>
                    <a:pt x="220" y="167"/>
                  </a:cubicBezTo>
                  <a:cubicBezTo>
                    <a:pt x="221" y="164"/>
                    <a:pt x="222" y="161"/>
                    <a:pt x="224" y="158"/>
                  </a:cubicBezTo>
                  <a:cubicBezTo>
                    <a:pt x="226" y="153"/>
                    <a:pt x="226" y="153"/>
                    <a:pt x="227" y="148"/>
                  </a:cubicBezTo>
                  <a:cubicBezTo>
                    <a:pt x="227" y="147"/>
                    <a:pt x="228" y="141"/>
                    <a:pt x="228" y="140"/>
                  </a:cubicBezTo>
                  <a:cubicBezTo>
                    <a:pt x="227" y="137"/>
                    <a:pt x="225" y="138"/>
                    <a:pt x="224" y="136"/>
                  </a:cubicBezTo>
                  <a:cubicBezTo>
                    <a:pt x="221" y="133"/>
                    <a:pt x="222" y="130"/>
                    <a:pt x="220" y="127"/>
                  </a:cubicBezTo>
                  <a:cubicBezTo>
                    <a:pt x="218" y="124"/>
                    <a:pt x="216" y="124"/>
                    <a:pt x="214" y="120"/>
                  </a:cubicBezTo>
                  <a:cubicBezTo>
                    <a:pt x="213" y="116"/>
                    <a:pt x="213" y="113"/>
                    <a:pt x="210" y="110"/>
                  </a:cubicBezTo>
                  <a:cubicBezTo>
                    <a:pt x="208" y="107"/>
                    <a:pt x="204" y="107"/>
                    <a:pt x="201" y="105"/>
                  </a:cubicBezTo>
                  <a:cubicBezTo>
                    <a:pt x="199" y="102"/>
                    <a:pt x="198" y="99"/>
                    <a:pt x="194" y="97"/>
                  </a:cubicBezTo>
                  <a:cubicBezTo>
                    <a:pt x="188" y="94"/>
                    <a:pt x="181" y="93"/>
                    <a:pt x="178" y="85"/>
                  </a:cubicBezTo>
                  <a:cubicBezTo>
                    <a:pt x="181" y="84"/>
                    <a:pt x="183" y="85"/>
                    <a:pt x="186" y="85"/>
                  </a:cubicBezTo>
                  <a:cubicBezTo>
                    <a:pt x="182" y="84"/>
                    <a:pt x="181" y="80"/>
                    <a:pt x="178" y="79"/>
                  </a:cubicBezTo>
                  <a:cubicBezTo>
                    <a:pt x="181" y="77"/>
                    <a:pt x="186" y="78"/>
                    <a:pt x="188" y="76"/>
                  </a:cubicBezTo>
                  <a:cubicBezTo>
                    <a:pt x="190" y="71"/>
                    <a:pt x="185" y="67"/>
                    <a:pt x="182" y="66"/>
                  </a:cubicBezTo>
                  <a:cubicBezTo>
                    <a:pt x="178" y="65"/>
                    <a:pt x="176" y="65"/>
                    <a:pt x="173" y="63"/>
                  </a:cubicBezTo>
                  <a:cubicBezTo>
                    <a:pt x="169" y="61"/>
                    <a:pt x="166" y="58"/>
                    <a:pt x="162" y="56"/>
                  </a:cubicBezTo>
                  <a:cubicBezTo>
                    <a:pt x="155" y="52"/>
                    <a:pt x="146" y="50"/>
                    <a:pt x="138" y="46"/>
                  </a:cubicBezTo>
                  <a:cubicBezTo>
                    <a:pt x="131" y="43"/>
                    <a:pt x="123" y="41"/>
                    <a:pt x="115" y="39"/>
                  </a:cubicBezTo>
                  <a:cubicBezTo>
                    <a:pt x="101" y="35"/>
                    <a:pt x="87" y="27"/>
                    <a:pt x="72" y="23"/>
                  </a:cubicBezTo>
                  <a:cubicBezTo>
                    <a:pt x="55" y="18"/>
                    <a:pt x="38" y="12"/>
                    <a:pt x="21" y="6"/>
                  </a:cubicBezTo>
                  <a:cubicBezTo>
                    <a:pt x="16" y="4"/>
                    <a:pt x="8" y="0"/>
                    <a:pt x="3" y="2"/>
                  </a:cubicBezTo>
                  <a:cubicBezTo>
                    <a:pt x="0" y="14"/>
                    <a:pt x="21" y="20"/>
                    <a:pt x="26" y="28"/>
                  </a:cubicBezTo>
                  <a:cubicBezTo>
                    <a:pt x="26" y="29"/>
                    <a:pt x="26" y="32"/>
                    <a:pt x="27" y="33"/>
                  </a:cubicBezTo>
                  <a:cubicBezTo>
                    <a:pt x="28" y="36"/>
                    <a:pt x="31" y="36"/>
                    <a:pt x="33" y="38"/>
                  </a:cubicBezTo>
                  <a:cubicBezTo>
                    <a:pt x="36" y="43"/>
                    <a:pt x="35" y="50"/>
                    <a:pt x="38" y="55"/>
                  </a:cubicBezTo>
                  <a:cubicBezTo>
                    <a:pt x="41" y="60"/>
                    <a:pt x="45" y="60"/>
                    <a:pt x="49" y="64"/>
                  </a:cubicBezTo>
                  <a:cubicBezTo>
                    <a:pt x="53" y="68"/>
                    <a:pt x="53" y="73"/>
                    <a:pt x="58" y="76"/>
                  </a:cubicBezTo>
                  <a:cubicBezTo>
                    <a:pt x="62" y="78"/>
                    <a:pt x="68" y="77"/>
                    <a:pt x="72" y="80"/>
                  </a:cubicBezTo>
                  <a:cubicBezTo>
                    <a:pt x="75" y="83"/>
                    <a:pt x="79" y="88"/>
                    <a:pt x="82" y="91"/>
                  </a:cubicBezTo>
                </a:path>
              </a:pathLst>
            </a:custGeom>
            <a:solidFill>
              <a:srgbClr val="DBD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10" name="Freeform 1597"/>
            <p:cNvSpPr>
              <a:spLocks/>
            </p:cNvSpPr>
            <p:nvPr/>
          </p:nvSpPr>
          <p:spPr bwMode="auto">
            <a:xfrm>
              <a:off x="4158" y="1551"/>
              <a:ext cx="225" cy="259"/>
            </a:xfrm>
            <a:custGeom>
              <a:avLst/>
              <a:gdLst>
                <a:gd name="T0" fmla="*/ 1232 w 40"/>
                <a:gd name="T1" fmla="*/ 1075 h 46"/>
                <a:gd name="T2" fmla="*/ 0 w 40"/>
                <a:gd name="T3" fmla="*/ 1965 h 46"/>
                <a:gd name="T4" fmla="*/ 2312 w 40"/>
                <a:gd name="T5" fmla="*/ 1616 h 46"/>
                <a:gd name="T6" fmla="*/ 1963 w 40"/>
                <a:gd name="T7" fmla="*/ 3739 h 46"/>
                <a:gd name="T8" fmla="*/ 3195 w 40"/>
                <a:gd name="T9" fmla="*/ 3581 h 46"/>
                <a:gd name="T10" fmla="*/ 2661 w 40"/>
                <a:gd name="T11" fmla="*/ 5546 h 46"/>
                <a:gd name="T12" fmla="*/ 4084 w 40"/>
                <a:gd name="T13" fmla="*/ 4121 h 46"/>
                <a:gd name="T14" fmla="*/ 3926 w 40"/>
                <a:gd name="T15" fmla="*/ 5360 h 46"/>
                <a:gd name="T16" fmla="*/ 4618 w 40"/>
                <a:gd name="T17" fmla="*/ 5360 h 46"/>
                <a:gd name="T18" fmla="*/ 4461 w 40"/>
                <a:gd name="T19" fmla="*/ 6976 h 46"/>
                <a:gd name="T20" fmla="*/ 5507 w 40"/>
                <a:gd name="T21" fmla="*/ 6976 h 46"/>
                <a:gd name="T22" fmla="*/ 6424 w 40"/>
                <a:gd name="T23" fmla="*/ 8209 h 46"/>
                <a:gd name="T24" fmla="*/ 7121 w 40"/>
                <a:gd name="T25" fmla="*/ 5169 h 46"/>
                <a:gd name="T26" fmla="*/ 5507 w 40"/>
                <a:gd name="T27" fmla="*/ 5704 h 46"/>
                <a:gd name="T28" fmla="*/ 5349 w 40"/>
                <a:gd name="T29" fmla="*/ 4820 h 46"/>
                <a:gd name="T30" fmla="*/ 5001 w 40"/>
                <a:gd name="T31" fmla="*/ 4471 h 46"/>
                <a:gd name="T32" fmla="*/ 5001 w 40"/>
                <a:gd name="T33" fmla="*/ 3581 h 46"/>
                <a:gd name="T34" fmla="*/ 5158 w 40"/>
                <a:gd name="T35" fmla="*/ 1965 h 46"/>
                <a:gd name="T36" fmla="*/ 3195 w 40"/>
                <a:gd name="T37" fmla="*/ 2663 h 46"/>
                <a:gd name="T38" fmla="*/ 3926 w 40"/>
                <a:gd name="T39" fmla="*/ 1616 h 46"/>
                <a:gd name="T40" fmla="*/ 3386 w 40"/>
                <a:gd name="T41" fmla="*/ 1239 h 46"/>
                <a:gd name="T42" fmla="*/ 3735 w 40"/>
                <a:gd name="T43" fmla="*/ 349 h 46"/>
                <a:gd name="T44" fmla="*/ 1772 w 40"/>
                <a:gd name="T45" fmla="*/ 541 h 46"/>
                <a:gd name="T46" fmla="*/ 1232 w 40"/>
                <a:gd name="T47" fmla="*/ 1075 h 4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0" h="46">
                  <a:moveTo>
                    <a:pt x="7" y="6"/>
                  </a:moveTo>
                  <a:cubicBezTo>
                    <a:pt x="4" y="6"/>
                    <a:pt x="2" y="9"/>
                    <a:pt x="0" y="11"/>
                  </a:cubicBezTo>
                  <a:cubicBezTo>
                    <a:pt x="4" y="15"/>
                    <a:pt x="9" y="7"/>
                    <a:pt x="13" y="9"/>
                  </a:cubicBezTo>
                  <a:cubicBezTo>
                    <a:pt x="19" y="12"/>
                    <a:pt x="12" y="17"/>
                    <a:pt x="11" y="21"/>
                  </a:cubicBezTo>
                  <a:cubicBezTo>
                    <a:pt x="13" y="23"/>
                    <a:pt x="15" y="20"/>
                    <a:pt x="18" y="20"/>
                  </a:cubicBezTo>
                  <a:cubicBezTo>
                    <a:pt x="20" y="23"/>
                    <a:pt x="16" y="27"/>
                    <a:pt x="15" y="31"/>
                  </a:cubicBezTo>
                  <a:cubicBezTo>
                    <a:pt x="19" y="30"/>
                    <a:pt x="20" y="24"/>
                    <a:pt x="23" y="23"/>
                  </a:cubicBezTo>
                  <a:cubicBezTo>
                    <a:pt x="24" y="25"/>
                    <a:pt x="23" y="27"/>
                    <a:pt x="22" y="30"/>
                  </a:cubicBezTo>
                  <a:cubicBezTo>
                    <a:pt x="24" y="30"/>
                    <a:pt x="24" y="31"/>
                    <a:pt x="26" y="30"/>
                  </a:cubicBezTo>
                  <a:cubicBezTo>
                    <a:pt x="27" y="34"/>
                    <a:pt x="24" y="36"/>
                    <a:pt x="25" y="39"/>
                  </a:cubicBezTo>
                  <a:cubicBezTo>
                    <a:pt x="26" y="39"/>
                    <a:pt x="32" y="30"/>
                    <a:pt x="31" y="39"/>
                  </a:cubicBezTo>
                  <a:cubicBezTo>
                    <a:pt x="35" y="39"/>
                    <a:pt x="33" y="45"/>
                    <a:pt x="36" y="46"/>
                  </a:cubicBezTo>
                  <a:cubicBezTo>
                    <a:pt x="38" y="42"/>
                    <a:pt x="40" y="34"/>
                    <a:pt x="40" y="29"/>
                  </a:cubicBezTo>
                  <a:cubicBezTo>
                    <a:pt x="35" y="29"/>
                    <a:pt x="34" y="37"/>
                    <a:pt x="31" y="32"/>
                  </a:cubicBezTo>
                  <a:cubicBezTo>
                    <a:pt x="31" y="32"/>
                    <a:pt x="30" y="27"/>
                    <a:pt x="30" y="27"/>
                  </a:cubicBezTo>
                  <a:cubicBezTo>
                    <a:pt x="30" y="26"/>
                    <a:pt x="28" y="26"/>
                    <a:pt x="28" y="25"/>
                  </a:cubicBezTo>
                  <a:cubicBezTo>
                    <a:pt x="27" y="23"/>
                    <a:pt x="28" y="22"/>
                    <a:pt x="28" y="20"/>
                  </a:cubicBezTo>
                  <a:cubicBezTo>
                    <a:pt x="29" y="17"/>
                    <a:pt x="33" y="12"/>
                    <a:pt x="29" y="11"/>
                  </a:cubicBezTo>
                  <a:cubicBezTo>
                    <a:pt x="25" y="9"/>
                    <a:pt x="23" y="17"/>
                    <a:pt x="18" y="15"/>
                  </a:cubicBezTo>
                  <a:cubicBezTo>
                    <a:pt x="19" y="12"/>
                    <a:pt x="20" y="10"/>
                    <a:pt x="22" y="9"/>
                  </a:cubicBezTo>
                  <a:cubicBezTo>
                    <a:pt x="21" y="8"/>
                    <a:pt x="20" y="7"/>
                    <a:pt x="19" y="7"/>
                  </a:cubicBezTo>
                  <a:cubicBezTo>
                    <a:pt x="19" y="5"/>
                    <a:pt x="20" y="3"/>
                    <a:pt x="21" y="2"/>
                  </a:cubicBezTo>
                  <a:cubicBezTo>
                    <a:pt x="19" y="0"/>
                    <a:pt x="13" y="1"/>
                    <a:pt x="10" y="3"/>
                  </a:cubicBezTo>
                  <a:lnTo>
                    <a:pt x="7" y="6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11" name="Freeform 1598"/>
            <p:cNvSpPr>
              <a:spLocks/>
            </p:cNvSpPr>
            <p:nvPr/>
          </p:nvSpPr>
          <p:spPr bwMode="auto">
            <a:xfrm>
              <a:off x="4389" y="1714"/>
              <a:ext cx="282" cy="412"/>
            </a:xfrm>
            <a:custGeom>
              <a:avLst/>
              <a:gdLst>
                <a:gd name="T0" fmla="*/ 3051 w 50"/>
                <a:gd name="T1" fmla="*/ 350 h 73"/>
                <a:gd name="T2" fmla="*/ 0 w 50"/>
                <a:gd name="T3" fmla="*/ 4492 h 73"/>
                <a:gd name="T4" fmla="*/ 1083 w 50"/>
                <a:gd name="T5" fmla="*/ 3409 h 73"/>
                <a:gd name="T6" fmla="*/ 1974 w 50"/>
                <a:gd name="T7" fmla="*/ 2867 h 73"/>
                <a:gd name="T8" fmla="*/ 2515 w 50"/>
                <a:gd name="T9" fmla="*/ 2167 h 73"/>
                <a:gd name="T10" fmla="*/ 2324 w 50"/>
                <a:gd name="T11" fmla="*/ 4492 h 73"/>
                <a:gd name="T12" fmla="*/ 3243 w 50"/>
                <a:gd name="T13" fmla="*/ 3793 h 73"/>
                <a:gd name="T14" fmla="*/ 2702 w 50"/>
                <a:gd name="T15" fmla="*/ 6660 h 73"/>
                <a:gd name="T16" fmla="*/ 4484 w 50"/>
                <a:gd name="T17" fmla="*/ 4143 h 73"/>
                <a:gd name="T18" fmla="*/ 3756 w 50"/>
                <a:gd name="T19" fmla="*/ 7738 h 73"/>
                <a:gd name="T20" fmla="*/ 4484 w 50"/>
                <a:gd name="T21" fmla="*/ 6468 h 73"/>
                <a:gd name="T22" fmla="*/ 4484 w 50"/>
                <a:gd name="T23" fmla="*/ 8093 h 73"/>
                <a:gd name="T24" fmla="*/ 5567 w 50"/>
                <a:gd name="T25" fmla="*/ 7360 h 73"/>
                <a:gd name="T26" fmla="*/ 5725 w 50"/>
                <a:gd name="T27" fmla="*/ 8821 h 73"/>
                <a:gd name="T28" fmla="*/ 6807 w 50"/>
                <a:gd name="T29" fmla="*/ 7010 h 73"/>
                <a:gd name="T30" fmla="*/ 6650 w 50"/>
                <a:gd name="T31" fmla="*/ 9171 h 73"/>
                <a:gd name="T32" fmla="*/ 6807 w 50"/>
                <a:gd name="T33" fmla="*/ 10955 h 73"/>
                <a:gd name="T34" fmla="*/ 7732 w 50"/>
                <a:gd name="T35" fmla="*/ 10063 h 73"/>
                <a:gd name="T36" fmla="*/ 8432 w 50"/>
                <a:gd name="T37" fmla="*/ 13122 h 73"/>
                <a:gd name="T38" fmla="*/ 8432 w 50"/>
                <a:gd name="T39" fmla="*/ 9877 h 73"/>
                <a:gd name="T40" fmla="*/ 8082 w 50"/>
                <a:gd name="T41" fmla="*/ 10605 h 73"/>
                <a:gd name="T42" fmla="*/ 6999 w 50"/>
                <a:gd name="T43" fmla="*/ 9527 h 73"/>
                <a:gd name="T44" fmla="*/ 6999 w 50"/>
                <a:gd name="T45" fmla="*/ 6118 h 73"/>
                <a:gd name="T46" fmla="*/ 5916 w 50"/>
                <a:gd name="T47" fmla="*/ 6818 h 73"/>
                <a:gd name="T48" fmla="*/ 6266 w 50"/>
                <a:gd name="T49" fmla="*/ 5576 h 73"/>
                <a:gd name="T50" fmla="*/ 5025 w 50"/>
                <a:gd name="T51" fmla="*/ 5926 h 73"/>
                <a:gd name="T52" fmla="*/ 5567 w 50"/>
                <a:gd name="T53" fmla="*/ 3951 h 73"/>
                <a:gd name="T54" fmla="*/ 3756 w 50"/>
                <a:gd name="T55" fmla="*/ 3793 h 73"/>
                <a:gd name="T56" fmla="*/ 3942 w 50"/>
                <a:gd name="T57" fmla="*/ 1625 h 73"/>
                <a:gd name="T58" fmla="*/ 3756 w 50"/>
                <a:gd name="T59" fmla="*/ 0 h 73"/>
                <a:gd name="T60" fmla="*/ 3243 w 50"/>
                <a:gd name="T61" fmla="*/ 350 h 73"/>
                <a:gd name="T62" fmla="*/ 3051 w 50"/>
                <a:gd name="T63" fmla="*/ 350 h 7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0" h="73">
                  <a:moveTo>
                    <a:pt x="17" y="2"/>
                  </a:moveTo>
                  <a:cubicBezTo>
                    <a:pt x="11" y="4"/>
                    <a:pt x="3" y="18"/>
                    <a:pt x="0" y="25"/>
                  </a:cubicBezTo>
                  <a:cubicBezTo>
                    <a:pt x="4" y="25"/>
                    <a:pt x="4" y="21"/>
                    <a:pt x="6" y="19"/>
                  </a:cubicBezTo>
                  <a:cubicBezTo>
                    <a:pt x="8" y="17"/>
                    <a:pt x="9" y="17"/>
                    <a:pt x="11" y="16"/>
                  </a:cubicBezTo>
                  <a:cubicBezTo>
                    <a:pt x="11" y="15"/>
                    <a:pt x="13" y="13"/>
                    <a:pt x="14" y="12"/>
                  </a:cubicBezTo>
                  <a:cubicBezTo>
                    <a:pt x="23" y="5"/>
                    <a:pt x="13" y="21"/>
                    <a:pt x="13" y="25"/>
                  </a:cubicBezTo>
                  <a:cubicBezTo>
                    <a:pt x="16" y="25"/>
                    <a:pt x="17" y="23"/>
                    <a:pt x="18" y="21"/>
                  </a:cubicBezTo>
                  <a:cubicBezTo>
                    <a:pt x="23" y="26"/>
                    <a:pt x="15" y="32"/>
                    <a:pt x="15" y="37"/>
                  </a:cubicBezTo>
                  <a:cubicBezTo>
                    <a:pt x="18" y="38"/>
                    <a:pt x="24" y="27"/>
                    <a:pt x="25" y="23"/>
                  </a:cubicBezTo>
                  <a:cubicBezTo>
                    <a:pt x="29" y="26"/>
                    <a:pt x="21" y="38"/>
                    <a:pt x="21" y="43"/>
                  </a:cubicBezTo>
                  <a:cubicBezTo>
                    <a:pt x="23" y="42"/>
                    <a:pt x="24" y="38"/>
                    <a:pt x="25" y="36"/>
                  </a:cubicBezTo>
                  <a:cubicBezTo>
                    <a:pt x="28" y="39"/>
                    <a:pt x="24" y="42"/>
                    <a:pt x="25" y="45"/>
                  </a:cubicBezTo>
                  <a:cubicBezTo>
                    <a:pt x="27" y="50"/>
                    <a:pt x="29" y="42"/>
                    <a:pt x="31" y="41"/>
                  </a:cubicBezTo>
                  <a:cubicBezTo>
                    <a:pt x="32" y="43"/>
                    <a:pt x="31" y="46"/>
                    <a:pt x="32" y="49"/>
                  </a:cubicBezTo>
                  <a:cubicBezTo>
                    <a:pt x="34" y="48"/>
                    <a:pt x="37" y="42"/>
                    <a:pt x="38" y="39"/>
                  </a:cubicBezTo>
                  <a:cubicBezTo>
                    <a:pt x="41" y="42"/>
                    <a:pt x="38" y="47"/>
                    <a:pt x="37" y="51"/>
                  </a:cubicBezTo>
                  <a:cubicBezTo>
                    <a:pt x="36" y="55"/>
                    <a:pt x="38" y="56"/>
                    <a:pt x="38" y="61"/>
                  </a:cubicBezTo>
                  <a:cubicBezTo>
                    <a:pt x="40" y="60"/>
                    <a:pt x="39" y="55"/>
                    <a:pt x="43" y="56"/>
                  </a:cubicBezTo>
                  <a:cubicBezTo>
                    <a:pt x="43" y="58"/>
                    <a:pt x="45" y="73"/>
                    <a:pt x="47" y="73"/>
                  </a:cubicBezTo>
                  <a:cubicBezTo>
                    <a:pt x="50" y="73"/>
                    <a:pt x="48" y="56"/>
                    <a:pt x="47" y="55"/>
                  </a:cubicBezTo>
                  <a:cubicBezTo>
                    <a:pt x="47" y="56"/>
                    <a:pt x="45" y="58"/>
                    <a:pt x="45" y="59"/>
                  </a:cubicBezTo>
                  <a:cubicBezTo>
                    <a:pt x="43" y="58"/>
                    <a:pt x="44" y="45"/>
                    <a:pt x="39" y="53"/>
                  </a:cubicBezTo>
                  <a:cubicBezTo>
                    <a:pt x="38" y="50"/>
                    <a:pt x="43" y="36"/>
                    <a:pt x="39" y="34"/>
                  </a:cubicBezTo>
                  <a:cubicBezTo>
                    <a:pt x="36" y="33"/>
                    <a:pt x="36" y="41"/>
                    <a:pt x="33" y="38"/>
                  </a:cubicBezTo>
                  <a:cubicBezTo>
                    <a:pt x="30" y="37"/>
                    <a:pt x="35" y="33"/>
                    <a:pt x="35" y="31"/>
                  </a:cubicBezTo>
                  <a:cubicBezTo>
                    <a:pt x="33" y="30"/>
                    <a:pt x="30" y="32"/>
                    <a:pt x="28" y="33"/>
                  </a:cubicBezTo>
                  <a:cubicBezTo>
                    <a:pt x="28" y="29"/>
                    <a:pt x="31" y="26"/>
                    <a:pt x="31" y="22"/>
                  </a:cubicBezTo>
                  <a:cubicBezTo>
                    <a:pt x="30" y="10"/>
                    <a:pt x="26" y="21"/>
                    <a:pt x="21" y="21"/>
                  </a:cubicBezTo>
                  <a:cubicBezTo>
                    <a:pt x="20" y="17"/>
                    <a:pt x="23" y="13"/>
                    <a:pt x="22" y="9"/>
                  </a:cubicBezTo>
                  <a:cubicBezTo>
                    <a:pt x="22" y="5"/>
                    <a:pt x="17" y="6"/>
                    <a:pt x="21" y="0"/>
                  </a:cubicBezTo>
                  <a:cubicBezTo>
                    <a:pt x="19" y="0"/>
                    <a:pt x="19" y="1"/>
                    <a:pt x="18" y="2"/>
                  </a:cubicBezTo>
                  <a:lnTo>
                    <a:pt x="17" y="2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12" name="Freeform 1599"/>
            <p:cNvSpPr>
              <a:spLocks/>
            </p:cNvSpPr>
            <p:nvPr/>
          </p:nvSpPr>
          <p:spPr bwMode="auto">
            <a:xfrm>
              <a:off x="2867" y="717"/>
              <a:ext cx="1347" cy="924"/>
            </a:xfrm>
            <a:custGeom>
              <a:avLst/>
              <a:gdLst>
                <a:gd name="T0" fmla="*/ 25063 w 239"/>
                <a:gd name="T1" fmla="*/ 22728 h 164"/>
                <a:gd name="T2" fmla="*/ 27380 w 239"/>
                <a:gd name="T3" fmla="*/ 24509 h 164"/>
                <a:gd name="T4" fmla="*/ 33128 w 239"/>
                <a:gd name="T5" fmla="*/ 24317 h 164"/>
                <a:gd name="T6" fmla="*/ 31860 w 239"/>
                <a:gd name="T7" fmla="*/ 25934 h 164"/>
                <a:gd name="T8" fmla="*/ 35800 w 239"/>
                <a:gd name="T9" fmla="*/ 25934 h 164"/>
                <a:gd name="T10" fmla="*/ 37226 w 239"/>
                <a:gd name="T11" fmla="*/ 26475 h 164"/>
                <a:gd name="T12" fmla="*/ 33478 w 239"/>
                <a:gd name="T13" fmla="*/ 27173 h 164"/>
                <a:gd name="T14" fmla="*/ 35800 w 239"/>
                <a:gd name="T15" fmla="*/ 27551 h 164"/>
                <a:gd name="T16" fmla="*/ 37417 w 239"/>
                <a:gd name="T17" fmla="*/ 27551 h 164"/>
                <a:gd name="T18" fmla="*/ 37068 w 239"/>
                <a:gd name="T19" fmla="*/ 28790 h 164"/>
                <a:gd name="T20" fmla="*/ 42788 w 239"/>
                <a:gd name="T21" fmla="*/ 27016 h 164"/>
                <a:gd name="T22" fmla="*/ 41165 w 239"/>
                <a:gd name="T23" fmla="*/ 26633 h 164"/>
                <a:gd name="T24" fmla="*/ 41007 w 239"/>
                <a:gd name="T25" fmla="*/ 26824 h 164"/>
                <a:gd name="T26" fmla="*/ 40624 w 239"/>
                <a:gd name="T27" fmla="*/ 25585 h 164"/>
                <a:gd name="T28" fmla="*/ 40089 w 239"/>
                <a:gd name="T29" fmla="*/ 24694 h 164"/>
                <a:gd name="T30" fmla="*/ 38849 w 239"/>
                <a:gd name="T31" fmla="*/ 23968 h 164"/>
                <a:gd name="T32" fmla="*/ 37417 w 239"/>
                <a:gd name="T33" fmla="*/ 22537 h 164"/>
                <a:gd name="T34" fmla="*/ 35642 w 239"/>
                <a:gd name="T35" fmla="*/ 21460 h 164"/>
                <a:gd name="T36" fmla="*/ 34909 w 239"/>
                <a:gd name="T37" fmla="*/ 20221 h 164"/>
                <a:gd name="T38" fmla="*/ 33827 w 239"/>
                <a:gd name="T39" fmla="*/ 18255 h 164"/>
                <a:gd name="T40" fmla="*/ 32942 w 239"/>
                <a:gd name="T41" fmla="*/ 16824 h 164"/>
                <a:gd name="T42" fmla="*/ 6797 w 239"/>
                <a:gd name="T43" fmla="*/ 5364 h 164"/>
                <a:gd name="T44" fmla="*/ 5557 w 239"/>
                <a:gd name="T45" fmla="*/ 3048 h 164"/>
                <a:gd name="T46" fmla="*/ 2159 w 239"/>
                <a:gd name="T47" fmla="*/ 890 h 164"/>
                <a:gd name="T48" fmla="*/ 4289 w 239"/>
                <a:gd name="T49" fmla="*/ 4637 h 164"/>
                <a:gd name="T50" fmla="*/ 4131 w 239"/>
                <a:gd name="T51" fmla="*/ 5364 h 164"/>
                <a:gd name="T52" fmla="*/ 6989 w 239"/>
                <a:gd name="T53" fmla="*/ 8412 h 164"/>
                <a:gd name="T54" fmla="*/ 11278 w 239"/>
                <a:gd name="T55" fmla="*/ 13235 h 164"/>
                <a:gd name="T56" fmla="*/ 15944 w 239"/>
                <a:gd name="T57" fmla="*/ 16824 h 164"/>
                <a:gd name="T58" fmla="*/ 16485 w 239"/>
                <a:gd name="T59" fmla="*/ 16981 h 164"/>
                <a:gd name="T60" fmla="*/ 20583 w 239"/>
                <a:gd name="T61" fmla="*/ 20221 h 164"/>
                <a:gd name="T62" fmla="*/ 24872 w 239"/>
                <a:gd name="T63" fmla="*/ 22537 h 16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39" h="164">
                  <a:moveTo>
                    <a:pt x="140" y="127"/>
                  </a:moveTo>
                  <a:cubicBezTo>
                    <a:pt x="140" y="127"/>
                    <a:pt x="139" y="136"/>
                    <a:pt x="153" y="137"/>
                  </a:cubicBezTo>
                  <a:cubicBezTo>
                    <a:pt x="153" y="137"/>
                    <a:pt x="176" y="140"/>
                    <a:pt x="185" y="136"/>
                  </a:cubicBezTo>
                  <a:cubicBezTo>
                    <a:pt x="185" y="136"/>
                    <a:pt x="161" y="144"/>
                    <a:pt x="178" y="145"/>
                  </a:cubicBezTo>
                  <a:cubicBezTo>
                    <a:pt x="178" y="145"/>
                    <a:pt x="189" y="147"/>
                    <a:pt x="200" y="145"/>
                  </a:cubicBezTo>
                  <a:cubicBezTo>
                    <a:pt x="200" y="145"/>
                    <a:pt x="219" y="147"/>
                    <a:pt x="208" y="148"/>
                  </a:cubicBezTo>
                  <a:cubicBezTo>
                    <a:pt x="208" y="148"/>
                    <a:pt x="180" y="148"/>
                    <a:pt x="187" y="152"/>
                  </a:cubicBezTo>
                  <a:cubicBezTo>
                    <a:pt x="187" y="152"/>
                    <a:pt x="190" y="157"/>
                    <a:pt x="200" y="154"/>
                  </a:cubicBezTo>
                  <a:cubicBezTo>
                    <a:pt x="209" y="154"/>
                    <a:pt x="209" y="154"/>
                    <a:pt x="209" y="154"/>
                  </a:cubicBezTo>
                  <a:cubicBezTo>
                    <a:pt x="209" y="154"/>
                    <a:pt x="198" y="164"/>
                    <a:pt x="207" y="161"/>
                  </a:cubicBezTo>
                  <a:cubicBezTo>
                    <a:pt x="207" y="161"/>
                    <a:pt x="236" y="159"/>
                    <a:pt x="239" y="151"/>
                  </a:cubicBezTo>
                  <a:cubicBezTo>
                    <a:pt x="239" y="151"/>
                    <a:pt x="235" y="148"/>
                    <a:pt x="230" y="149"/>
                  </a:cubicBezTo>
                  <a:cubicBezTo>
                    <a:pt x="230" y="150"/>
                    <a:pt x="230" y="150"/>
                    <a:pt x="229" y="150"/>
                  </a:cubicBezTo>
                  <a:cubicBezTo>
                    <a:pt x="224" y="152"/>
                    <a:pt x="234" y="146"/>
                    <a:pt x="227" y="143"/>
                  </a:cubicBezTo>
                  <a:cubicBezTo>
                    <a:pt x="227" y="143"/>
                    <a:pt x="221" y="143"/>
                    <a:pt x="224" y="138"/>
                  </a:cubicBezTo>
                  <a:cubicBezTo>
                    <a:pt x="224" y="138"/>
                    <a:pt x="222" y="134"/>
                    <a:pt x="217" y="134"/>
                  </a:cubicBezTo>
                  <a:cubicBezTo>
                    <a:pt x="217" y="134"/>
                    <a:pt x="214" y="127"/>
                    <a:pt x="209" y="126"/>
                  </a:cubicBezTo>
                  <a:cubicBezTo>
                    <a:pt x="209" y="126"/>
                    <a:pt x="200" y="129"/>
                    <a:pt x="199" y="120"/>
                  </a:cubicBezTo>
                  <a:cubicBezTo>
                    <a:pt x="199" y="120"/>
                    <a:pt x="200" y="115"/>
                    <a:pt x="195" y="113"/>
                  </a:cubicBezTo>
                  <a:cubicBezTo>
                    <a:pt x="195" y="113"/>
                    <a:pt x="188" y="109"/>
                    <a:pt x="189" y="102"/>
                  </a:cubicBezTo>
                  <a:cubicBezTo>
                    <a:pt x="189" y="102"/>
                    <a:pt x="190" y="96"/>
                    <a:pt x="184" y="94"/>
                  </a:cubicBezTo>
                  <a:cubicBezTo>
                    <a:pt x="184" y="94"/>
                    <a:pt x="56" y="48"/>
                    <a:pt x="38" y="30"/>
                  </a:cubicBezTo>
                  <a:cubicBezTo>
                    <a:pt x="38" y="30"/>
                    <a:pt x="33" y="27"/>
                    <a:pt x="31" y="17"/>
                  </a:cubicBezTo>
                  <a:cubicBezTo>
                    <a:pt x="31" y="17"/>
                    <a:pt x="15" y="0"/>
                    <a:pt x="12" y="5"/>
                  </a:cubicBezTo>
                  <a:cubicBezTo>
                    <a:pt x="12" y="5"/>
                    <a:pt x="14" y="20"/>
                    <a:pt x="24" y="26"/>
                  </a:cubicBezTo>
                  <a:cubicBezTo>
                    <a:pt x="24" y="26"/>
                    <a:pt x="30" y="31"/>
                    <a:pt x="23" y="30"/>
                  </a:cubicBezTo>
                  <a:cubicBezTo>
                    <a:pt x="23" y="30"/>
                    <a:pt x="0" y="28"/>
                    <a:pt x="39" y="47"/>
                  </a:cubicBezTo>
                  <a:cubicBezTo>
                    <a:pt x="39" y="47"/>
                    <a:pt x="35" y="62"/>
                    <a:pt x="63" y="74"/>
                  </a:cubicBezTo>
                  <a:cubicBezTo>
                    <a:pt x="63" y="74"/>
                    <a:pt x="78" y="89"/>
                    <a:pt x="89" y="94"/>
                  </a:cubicBezTo>
                  <a:cubicBezTo>
                    <a:pt x="90" y="94"/>
                    <a:pt x="91" y="94"/>
                    <a:pt x="92" y="95"/>
                  </a:cubicBezTo>
                  <a:cubicBezTo>
                    <a:pt x="103" y="98"/>
                    <a:pt x="102" y="109"/>
                    <a:pt x="115" y="113"/>
                  </a:cubicBezTo>
                  <a:cubicBezTo>
                    <a:pt x="115" y="113"/>
                    <a:pt x="98" y="120"/>
                    <a:pt x="139" y="126"/>
                  </a:cubicBezTo>
                </a:path>
              </a:pathLst>
            </a:custGeom>
            <a:solidFill>
              <a:srgbClr val="8A8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13" name="Freeform 1600"/>
            <p:cNvSpPr>
              <a:spLocks/>
            </p:cNvSpPr>
            <p:nvPr/>
          </p:nvSpPr>
          <p:spPr bwMode="auto">
            <a:xfrm>
              <a:off x="5398" y="1906"/>
              <a:ext cx="79" cy="79"/>
            </a:xfrm>
            <a:custGeom>
              <a:avLst/>
              <a:gdLst>
                <a:gd name="T0" fmla="*/ 192 w 14"/>
                <a:gd name="T1" fmla="*/ 1275 h 14"/>
                <a:gd name="T2" fmla="*/ 350 w 14"/>
                <a:gd name="T3" fmla="*/ 892 h 14"/>
                <a:gd name="T4" fmla="*/ 1625 w 14"/>
                <a:gd name="T5" fmla="*/ 542 h 14"/>
                <a:gd name="T6" fmla="*/ 1975 w 14"/>
                <a:gd name="T7" fmla="*/ 1083 h 14"/>
                <a:gd name="T8" fmla="*/ 2167 w 14"/>
                <a:gd name="T9" fmla="*/ 1433 h 14"/>
                <a:gd name="T10" fmla="*/ 1083 w 14"/>
                <a:gd name="T11" fmla="*/ 2325 h 14"/>
                <a:gd name="T12" fmla="*/ 192 w 14"/>
                <a:gd name="T13" fmla="*/ 1275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4">
                  <a:moveTo>
                    <a:pt x="1" y="7"/>
                  </a:moveTo>
                  <a:cubicBezTo>
                    <a:pt x="1" y="7"/>
                    <a:pt x="0" y="5"/>
                    <a:pt x="2" y="5"/>
                  </a:cubicBezTo>
                  <a:cubicBezTo>
                    <a:pt x="2" y="5"/>
                    <a:pt x="4" y="0"/>
                    <a:pt x="9" y="3"/>
                  </a:cubicBezTo>
                  <a:cubicBezTo>
                    <a:pt x="9" y="3"/>
                    <a:pt x="11" y="3"/>
                    <a:pt x="11" y="6"/>
                  </a:cubicBezTo>
                  <a:cubicBezTo>
                    <a:pt x="11" y="6"/>
                    <a:pt x="14" y="8"/>
                    <a:pt x="12" y="8"/>
                  </a:cubicBezTo>
                  <a:cubicBezTo>
                    <a:pt x="12" y="8"/>
                    <a:pt x="9" y="14"/>
                    <a:pt x="6" y="13"/>
                  </a:cubicBezTo>
                  <a:cubicBezTo>
                    <a:pt x="6" y="13"/>
                    <a:pt x="2" y="12"/>
                    <a:pt x="1" y="7"/>
                  </a:cubicBezTo>
                  <a:close/>
                </a:path>
              </a:pathLst>
            </a:custGeom>
            <a:solidFill>
              <a:srgbClr val="63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14" name="Oval 1601"/>
            <p:cNvSpPr>
              <a:spLocks noChangeArrowheads="1"/>
            </p:cNvSpPr>
            <p:nvPr/>
          </p:nvSpPr>
          <p:spPr bwMode="auto">
            <a:xfrm>
              <a:off x="5415" y="1923"/>
              <a:ext cx="39" cy="45"/>
            </a:xfrm>
            <a:prstGeom prst="ellipse">
              <a:avLst/>
            </a:pr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8615" name="Freeform 1602"/>
            <p:cNvSpPr>
              <a:spLocks/>
            </p:cNvSpPr>
            <p:nvPr/>
          </p:nvSpPr>
          <p:spPr bwMode="auto">
            <a:xfrm>
              <a:off x="5499" y="1968"/>
              <a:ext cx="181" cy="85"/>
            </a:xfrm>
            <a:custGeom>
              <a:avLst/>
              <a:gdLst>
                <a:gd name="T0" fmla="*/ 351 w 32"/>
                <a:gd name="T1" fmla="*/ 544 h 15"/>
                <a:gd name="T2" fmla="*/ 1278 w 32"/>
                <a:gd name="T3" fmla="*/ 0 h 15"/>
                <a:gd name="T4" fmla="*/ 4700 w 32"/>
                <a:gd name="T5" fmla="*/ 901 h 15"/>
                <a:gd name="T6" fmla="*/ 4700 w 32"/>
                <a:gd name="T7" fmla="*/ 1830 h 15"/>
                <a:gd name="T8" fmla="*/ 1442 w 32"/>
                <a:gd name="T9" fmla="*/ 2374 h 15"/>
                <a:gd name="T10" fmla="*/ 1086 w 32"/>
                <a:gd name="T11" fmla="*/ 1989 h 15"/>
                <a:gd name="T12" fmla="*/ 351 w 32"/>
                <a:gd name="T13" fmla="*/ 544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15">
                  <a:moveTo>
                    <a:pt x="2" y="3"/>
                  </a:moveTo>
                  <a:cubicBezTo>
                    <a:pt x="2" y="3"/>
                    <a:pt x="0" y="0"/>
                    <a:pt x="7" y="0"/>
                  </a:cubicBezTo>
                  <a:cubicBezTo>
                    <a:pt x="7" y="0"/>
                    <a:pt x="23" y="0"/>
                    <a:pt x="26" y="5"/>
                  </a:cubicBezTo>
                  <a:cubicBezTo>
                    <a:pt x="26" y="5"/>
                    <a:pt x="32" y="10"/>
                    <a:pt x="26" y="10"/>
                  </a:cubicBezTo>
                  <a:cubicBezTo>
                    <a:pt x="26" y="10"/>
                    <a:pt x="14" y="10"/>
                    <a:pt x="8" y="13"/>
                  </a:cubicBezTo>
                  <a:cubicBezTo>
                    <a:pt x="8" y="13"/>
                    <a:pt x="6" y="15"/>
                    <a:pt x="6" y="11"/>
                  </a:cubicBezTo>
                  <a:cubicBezTo>
                    <a:pt x="6" y="11"/>
                    <a:pt x="1" y="7"/>
                    <a:pt x="2" y="3"/>
                  </a:cubicBezTo>
                  <a:close/>
                </a:path>
              </a:pathLst>
            </a:custGeom>
            <a:solidFill>
              <a:srgbClr val="BC9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16" name="Freeform 1603"/>
            <p:cNvSpPr>
              <a:spLocks/>
            </p:cNvSpPr>
            <p:nvPr/>
          </p:nvSpPr>
          <p:spPr bwMode="auto">
            <a:xfrm>
              <a:off x="5516" y="1974"/>
              <a:ext cx="113" cy="22"/>
            </a:xfrm>
            <a:custGeom>
              <a:avLst/>
              <a:gdLst>
                <a:gd name="T0" fmla="*/ 542 w 20"/>
                <a:gd name="T1" fmla="*/ 336 h 4"/>
                <a:gd name="T2" fmla="*/ 1435 w 20"/>
                <a:gd name="T3" fmla="*/ 0 h 4"/>
                <a:gd name="T4" fmla="*/ 3254 w 20"/>
                <a:gd name="T5" fmla="*/ 517 h 4"/>
                <a:gd name="T6" fmla="*/ 2328 w 20"/>
                <a:gd name="T7" fmla="*/ 517 h 4"/>
                <a:gd name="T8" fmla="*/ 542 w 20"/>
                <a:gd name="T9" fmla="*/ 33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">
                  <a:moveTo>
                    <a:pt x="3" y="2"/>
                  </a:moveTo>
                  <a:cubicBezTo>
                    <a:pt x="3" y="2"/>
                    <a:pt x="3" y="0"/>
                    <a:pt x="8" y="0"/>
                  </a:cubicBezTo>
                  <a:cubicBezTo>
                    <a:pt x="8" y="0"/>
                    <a:pt x="20" y="1"/>
                    <a:pt x="18" y="3"/>
                  </a:cubicBezTo>
                  <a:cubicBezTo>
                    <a:pt x="18" y="3"/>
                    <a:pt x="16" y="4"/>
                    <a:pt x="13" y="3"/>
                  </a:cubicBezTo>
                  <a:cubicBezTo>
                    <a:pt x="13" y="3"/>
                    <a:pt x="0" y="4"/>
                    <a:pt x="3" y="2"/>
                  </a:cubicBezTo>
                  <a:close/>
                </a:path>
              </a:pathLst>
            </a:custGeom>
            <a:solidFill>
              <a:srgbClr val="DDB5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17" name="Freeform 1604"/>
            <p:cNvSpPr>
              <a:spLocks/>
            </p:cNvSpPr>
            <p:nvPr/>
          </p:nvSpPr>
          <p:spPr bwMode="auto">
            <a:xfrm>
              <a:off x="5516" y="2002"/>
              <a:ext cx="147" cy="45"/>
            </a:xfrm>
            <a:custGeom>
              <a:avLst/>
              <a:gdLst>
                <a:gd name="T0" fmla="*/ 735 w 26"/>
                <a:gd name="T1" fmla="*/ 1423 h 8"/>
                <a:gd name="T2" fmla="*/ 735 w 26"/>
                <a:gd name="T3" fmla="*/ 349 h 8"/>
                <a:gd name="T4" fmla="*/ 3963 w 26"/>
                <a:gd name="T5" fmla="*/ 191 h 8"/>
                <a:gd name="T6" fmla="*/ 3963 w 26"/>
                <a:gd name="T7" fmla="*/ 726 h 8"/>
                <a:gd name="T8" fmla="*/ 735 w 26"/>
                <a:gd name="T9" fmla="*/ 142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8">
                  <a:moveTo>
                    <a:pt x="4" y="8"/>
                  </a:moveTo>
                  <a:cubicBezTo>
                    <a:pt x="4" y="8"/>
                    <a:pt x="0" y="5"/>
                    <a:pt x="4" y="2"/>
                  </a:cubicBezTo>
                  <a:cubicBezTo>
                    <a:pt x="4" y="2"/>
                    <a:pt x="16" y="0"/>
                    <a:pt x="22" y="1"/>
                  </a:cubicBezTo>
                  <a:cubicBezTo>
                    <a:pt x="22" y="1"/>
                    <a:pt x="26" y="4"/>
                    <a:pt x="22" y="4"/>
                  </a:cubicBezTo>
                  <a:cubicBezTo>
                    <a:pt x="22" y="4"/>
                    <a:pt x="8" y="4"/>
                    <a:pt x="4" y="8"/>
                  </a:cubicBezTo>
                  <a:close/>
                </a:path>
              </a:pathLst>
            </a:custGeom>
            <a:solidFill>
              <a:srgbClr val="A07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18" name="Freeform 1605"/>
            <p:cNvSpPr>
              <a:spLocks/>
            </p:cNvSpPr>
            <p:nvPr/>
          </p:nvSpPr>
          <p:spPr bwMode="auto">
            <a:xfrm>
              <a:off x="4879" y="2058"/>
              <a:ext cx="310" cy="457"/>
            </a:xfrm>
            <a:custGeom>
              <a:avLst/>
              <a:gdLst>
                <a:gd name="T0" fmla="*/ 0 w 55"/>
                <a:gd name="T1" fmla="*/ 12576 h 81"/>
                <a:gd name="T2" fmla="*/ 541 w 55"/>
                <a:gd name="T3" fmla="*/ 10793 h 81"/>
                <a:gd name="T4" fmla="*/ 1432 w 55"/>
                <a:gd name="T5" fmla="*/ 9168 h 81"/>
                <a:gd name="T6" fmla="*/ 3399 w 55"/>
                <a:gd name="T7" fmla="*/ 6268 h 81"/>
                <a:gd name="T8" fmla="*/ 6099 w 55"/>
                <a:gd name="T9" fmla="*/ 4136 h 81"/>
                <a:gd name="T10" fmla="*/ 8229 w 55"/>
                <a:gd name="T11" fmla="*/ 1083 h 81"/>
                <a:gd name="T12" fmla="*/ 9120 w 55"/>
                <a:gd name="T13" fmla="*/ 0 h 81"/>
                <a:gd name="T14" fmla="*/ 9306 w 55"/>
                <a:gd name="T15" fmla="*/ 1433 h 81"/>
                <a:gd name="T16" fmla="*/ 8421 w 55"/>
                <a:gd name="T17" fmla="*/ 4841 h 81"/>
                <a:gd name="T18" fmla="*/ 7147 w 55"/>
                <a:gd name="T19" fmla="*/ 8085 h 81"/>
                <a:gd name="T20" fmla="*/ 4830 w 55"/>
                <a:gd name="T21" fmla="*/ 10793 h 81"/>
                <a:gd name="T22" fmla="*/ 2700 w 55"/>
                <a:gd name="T23" fmla="*/ 12762 h 81"/>
                <a:gd name="T24" fmla="*/ 349 w 55"/>
                <a:gd name="T25" fmla="*/ 13654 h 81"/>
                <a:gd name="T26" fmla="*/ 0 w 55"/>
                <a:gd name="T27" fmla="*/ 12576 h 8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5" h="81">
                  <a:moveTo>
                    <a:pt x="0" y="70"/>
                  </a:moveTo>
                  <a:cubicBezTo>
                    <a:pt x="1" y="67"/>
                    <a:pt x="1" y="63"/>
                    <a:pt x="3" y="60"/>
                  </a:cubicBezTo>
                  <a:cubicBezTo>
                    <a:pt x="4" y="57"/>
                    <a:pt x="6" y="54"/>
                    <a:pt x="8" y="51"/>
                  </a:cubicBezTo>
                  <a:cubicBezTo>
                    <a:pt x="11" y="46"/>
                    <a:pt x="15" y="40"/>
                    <a:pt x="19" y="35"/>
                  </a:cubicBezTo>
                  <a:cubicBezTo>
                    <a:pt x="24" y="30"/>
                    <a:pt x="30" y="29"/>
                    <a:pt x="34" y="23"/>
                  </a:cubicBezTo>
                  <a:cubicBezTo>
                    <a:pt x="38" y="16"/>
                    <a:pt x="41" y="11"/>
                    <a:pt x="46" y="6"/>
                  </a:cubicBezTo>
                  <a:cubicBezTo>
                    <a:pt x="47" y="5"/>
                    <a:pt x="50" y="0"/>
                    <a:pt x="51" y="0"/>
                  </a:cubicBezTo>
                  <a:cubicBezTo>
                    <a:pt x="55" y="1"/>
                    <a:pt x="52" y="6"/>
                    <a:pt x="52" y="8"/>
                  </a:cubicBezTo>
                  <a:cubicBezTo>
                    <a:pt x="51" y="15"/>
                    <a:pt x="50" y="20"/>
                    <a:pt x="47" y="27"/>
                  </a:cubicBezTo>
                  <a:cubicBezTo>
                    <a:pt x="44" y="32"/>
                    <a:pt x="43" y="40"/>
                    <a:pt x="40" y="45"/>
                  </a:cubicBezTo>
                  <a:cubicBezTo>
                    <a:pt x="36" y="50"/>
                    <a:pt x="31" y="56"/>
                    <a:pt x="27" y="60"/>
                  </a:cubicBezTo>
                  <a:cubicBezTo>
                    <a:pt x="24" y="64"/>
                    <a:pt x="19" y="67"/>
                    <a:pt x="15" y="71"/>
                  </a:cubicBezTo>
                  <a:cubicBezTo>
                    <a:pt x="12" y="74"/>
                    <a:pt x="6" y="81"/>
                    <a:pt x="2" y="76"/>
                  </a:cubicBezTo>
                  <a:lnTo>
                    <a:pt x="0" y="7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19" name="Freeform 1606"/>
            <p:cNvSpPr>
              <a:spLocks/>
            </p:cNvSpPr>
            <p:nvPr/>
          </p:nvSpPr>
          <p:spPr bwMode="auto">
            <a:xfrm>
              <a:off x="2873" y="818"/>
              <a:ext cx="947" cy="423"/>
            </a:xfrm>
            <a:custGeom>
              <a:avLst/>
              <a:gdLst>
                <a:gd name="T0" fmla="*/ 4673 w 168"/>
                <a:gd name="T1" fmla="*/ 1974 h 75"/>
                <a:gd name="T2" fmla="*/ 2858 w 168"/>
                <a:gd name="T3" fmla="*/ 3051 h 75"/>
                <a:gd name="T4" fmla="*/ 30090 w 168"/>
                <a:gd name="T5" fmla="*/ 13457 h 75"/>
                <a:gd name="T6" fmla="*/ 4673 w 168"/>
                <a:gd name="T7" fmla="*/ 1974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8" h="75">
                  <a:moveTo>
                    <a:pt x="26" y="11"/>
                  </a:moveTo>
                  <a:cubicBezTo>
                    <a:pt x="26" y="11"/>
                    <a:pt x="0" y="0"/>
                    <a:pt x="16" y="17"/>
                  </a:cubicBezTo>
                  <a:cubicBezTo>
                    <a:pt x="16" y="17"/>
                    <a:pt x="18" y="41"/>
                    <a:pt x="168" y="75"/>
                  </a:cubicBezTo>
                  <a:cubicBezTo>
                    <a:pt x="168" y="75"/>
                    <a:pt x="31" y="11"/>
                    <a:pt x="26" y="11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20" name="Freeform 1607"/>
            <p:cNvSpPr>
              <a:spLocks/>
            </p:cNvSpPr>
            <p:nvPr/>
          </p:nvSpPr>
          <p:spPr bwMode="auto">
            <a:xfrm>
              <a:off x="3053" y="1055"/>
              <a:ext cx="710" cy="214"/>
            </a:xfrm>
            <a:custGeom>
              <a:avLst/>
              <a:gdLst>
                <a:gd name="T0" fmla="*/ 1617 w 126"/>
                <a:gd name="T1" fmla="*/ 0 h 38"/>
                <a:gd name="T2" fmla="*/ 5364 w 126"/>
                <a:gd name="T3" fmla="*/ 3204 h 38"/>
                <a:gd name="T4" fmla="*/ 22545 w 126"/>
                <a:gd name="T5" fmla="*/ 6786 h 38"/>
                <a:gd name="T6" fmla="*/ 1617 w 126"/>
                <a:gd name="T7" fmla="*/ 0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6" h="38">
                  <a:moveTo>
                    <a:pt x="9" y="0"/>
                  </a:moveTo>
                  <a:cubicBezTo>
                    <a:pt x="9" y="0"/>
                    <a:pt x="0" y="11"/>
                    <a:pt x="30" y="18"/>
                  </a:cubicBezTo>
                  <a:cubicBezTo>
                    <a:pt x="30" y="18"/>
                    <a:pt x="95" y="38"/>
                    <a:pt x="126" y="38"/>
                  </a:cubicBezTo>
                  <a:cubicBezTo>
                    <a:pt x="126" y="38"/>
                    <a:pt x="8" y="10"/>
                    <a:pt x="9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21" name="Freeform 1608"/>
            <p:cNvSpPr>
              <a:spLocks/>
            </p:cNvSpPr>
            <p:nvPr/>
          </p:nvSpPr>
          <p:spPr bwMode="auto">
            <a:xfrm>
              <a:off x="3284" y="1224"/>
              <a:ext cx="603" cy="141"/>
            </a:xfrm>
            <a:custGeom>
              <a:avLst/>
              <a:gdLst>
                <a:gd name="T0" fmla="*/ 1431 w 107"/>
                <a:gd name="T1" fmla="*/ 0 h 25"/>
                <a:gd name="T2" fmla="*/ 4480 w 107"/>
                <a:gd name="T3" fmla="*/ 2324 h 25"/>
                <a:gd name="T4" fmla="*/ 19149 w 107"/>
                <a:gd name="T5" fmla="*/ 3401 h 25"/>
                <a:gd name="T6" fmla="*/ 1431 w 107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7" h="25">
                  <a:moveTo>
                    <a:pt x="8" y="0"/>
                  </a:moveTo>
                  <a:cubicBezTo>
                    <a:pt x="8" y="0"/>
                    <a:pt x="0" y="8"/>
                    <a:pt x="25" y="13"/>
                  </a:cubicBezTo>
                  <a:cubicBezTo>
                    <a:pt x="25" y="13"/>
                    <a:pt x="88" y="25"/>
                    <a:pt x="107" y="19"/>
                  </a:cubicBezTo>
                  <a:cubicBezTo>
                    <a:pt x="107" y="19"/>
                    <a:pt x="8" y="8"/>
                    <a:pt x="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22" name="Freeform 1609"/>
            <p:cNvSpPr>
              <a:spLocks/>
            </p:cNvSpPr>
            <p:nvPr/>
          </p:nvSpPr>
          <p:spPr bwMode="auto">
            <a:xfrm>
              <a:off x="3414" y="1354"/>
              <a:ext cx="575" cy="118"/>
            </a:xfrm>
            <a:custGeom>
              <a:avLst/>
              <a:gdLst>
                <a:gd name="T0" fmla="*/ 3208 w 102"/>
                <a:gd name="T1" fmla="*/ 0 h 21"/>
                <a:gd name="T2" fmla="*/ 5023 w 102"/>
                <a:gd name="T3" fmla="*/ 2495 h 21"/>
                <a:gd name="T4" fmla="*/ 18270 w 102"/>
                <a:gd name="T5" fmla="*/ 1613 h 21"/>
                <a:gd name="T6" fmla="*/ 3208 w 102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2" h="21">
                  <a:moveTo>
                    <a:pt x="18" y="0"/>
                  </a:moveTo>
                  <a:cubicBezTo>
                    <a:pt x="18" y="0"/>
                    <a:pt x="0" y="5"/>
                    <a:pt x="28" y="14"/>
                  </a:cubicBezTo>
                  <a:cubicBezTo>
                    <a:pt x="28" y="14"/>
                    <a:pt x="74" y="21"/>
                    <a:pt x="102" y="9"/>
                  </a:cubicBezTo>
                  <a:cubicBezTo>
                    <a:pt x="102" y="9"/>
                    <a:pt x="19" y="20"/>
                    <a:pt x="1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23" name="Freeform 1610"/>
            <p:cNvSpPr>
              <a:spLocks/>
            </p:cNvSpPr>
            <p:nvPr/>
          </p:nvSpPr>
          <p:spPr bwMode="auto">
            <a:xfrm>
              <a:off x="3684" y="1432"/>
              <a:ext cx="316" cy="102"/>
            </a:xfrm>
            <a:custGeom>
              <a:avLst/>
              <a:gdLst>
                <a:gd name="T0" fmla="*/ 0 w 56"/>
                <a:gd name="T1" fmla="*/ 1286 h 18"/>
                <a:gd name="T2" fmla="*/ 5575 w 56"/>
                <a:gd name="T3" fmla="*/ 1989 h 18"/>
                <a:gd name="T4" fmla="*/ 10061 w 56"/>
                <a:gd name="T5" fmla="*/ 0 h 18"/>
                <a:gd name="T6" fmla="*/ 0 w 56"/>
                <a:gd name="T7" fmla="*/ 1286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18">
                  <a:moveTo>
                    <a:pt x="0" y="7"/>
                  </a:moveTo>
                  <a:cubicBezTo>
                    <a:pt x="0" y="7"/>
                    <a:pt x="8" y="18"/>
                    <a:pt x="31" y="11"/>
                  </a:cubicBezTo>
                  <a:cubicBezTo>
                    <a:pt x="31" y="11"/>
                    <a:pt x="45" y="7"/>
                    <a:pt x="56" y="0"/>
                  </a:cubicBezTo>
                  <a:cubicBezTo>
                    <a:pt x="56" y="0"/>
                    <a:pt x="8" y="16"/>
                    <a:pt x="0" y="7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24" name="Freeform 1611"/>
            <p:cNvSpPr>
              <a:spLocks/>
            </p:cNvSpPr>
            <p:nvPr/>
          </p:nvSpPr>
          <p:spPr bwMode="auto">
            <a:xfrm>
              <a:off x="3758" y="1506"/>
              <a:ext cx="343" cy="62"/>
            </a:xfrm>
            <a:custGeom>
              <a:avLst/>
              <a:gdLst>
                <a:gd name="T0" fmla="*/ 3194 w 61"/>
                <a:gd name="T1" fmla="*/ 0 h 11"/>
                <a:gd name="T2" fmla="*/ 3385 w 61"/>
                <a:gd name="T3" fmla="*/ 1618 h 11"/>
                <a:gd name="T4" fmla="*/ 10847 w 61"/>
                <a:gd name="T5" fmla="*/ 0 h 11"/>
                <a:gd name="T6" fmla="*/ 3194 w 61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1" h="11">
                  <a:moveTo>
                    <a:pt x="18" y="0"/>
                  </a:moveTo>
                  <a:cubicBezTo>
                    <a:pt x="18" y="0"/>
                    <a:pt x="0" y="7"/>
                    <a:pt x="19" y="9"/>
                  </a:cubicBezTo>
                  <a:cubicBezTo>
                    <a:pt x="19" y="9"/>
                    <a:pt x="36" y="11"/>
                    <a:pt x="61" y="0"/>
                  </a:cubicBezTo>
                  <a:cubicBezTo>
                    <a:pt x="61" y="0"/>
                    <a:pt x="19" y="9"/>
                    <a:pt x="1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25" name="Freeform 1612"/>
            <p:cNvSpPr>
              <a:spLocks/>
            </p:cNvSpPr>
            <p:nvPr/>
          </p:nvSpPr>
          <p:spPr bwMode="auto">
            <a:xfrm>
              <a:off x="4085" y="1308"/>
              <a:ext cx="732" cy="637"/>
            </a:xfrm>
            <a:custGeom>
              <a:avLst/>
              <a:gdLst>
                <a:gd name="T0" fmla="*/ 1075 w 130"/>
                <a:gd name="T1" fmla="*/ 192 h 113"/>
                <a:gd name="T2" fmla="*/ 4628 w 130"/>
                <a:gd name="T3" fmla="*/ 1240 h 113"/>
                <a:gd name="T4" fmla="*/ 8942 w 130"/>
                <a:gd name="T5" fmla="*/ 2323 h 113"/>
                <a:gd name="T6" fmla="*/ 12331 w 130"/>
                <a:gd name="T7" fmla="*/ 3940 h 113"/>
                <a:gd name="T8" fmla="*/ 15535 w 130"/>
                <a:gd name="T9" fmla="*/ 6263 h 113"/>
                <a:gd name="T10" fmla="*/ 14111 w 130"/>
                <a:gd name="T11" fmla="*/ 6641 h 113"/>
                <a:gd name="T12" fmla="*/ 13570 w 130"/>
                <a:gd name="T13" fmla="*/ 6990 h 113"/>
                <a:gd name="T14" fmla="*/ 13762 w 130"/>
                <a:gd name="T15" fmla="*/ 8072 h 113"/>
                <a:gd name="T16" fmla="*/ 14809 w 130"/>
                <a:gd name="T17" fmla="*/ 9662 h 113"/>
                <a:gd name="T18" fmla="*/ 16425 w 130"/>
                <a:gd name="T19" fmla="*/ 10930 h 113"/>
                <a:gd name="T20" fmla="*/ 19466 w 130"/>
                <a:gd name="T21" fmla="*/ 13445 h 113"/>
                <a:gd name="T22" fmla="*/ 21971 w 130"/>
                <a:gd name="T23" fmla="*/ 20243 h 113"/>
                <a:gd name="T24" fmla="*/ 20704 w 130"/>
                <a:gd name="T25" fmla="*/ 17921 h 113"/>
                <a:gd name="T26" fmla="*/ 19815 w 130"/>
                <a:gd name="T27" fmla="*/ 17193 h 113"/>
                <a:gd name="T28" fmla="*/ 19088 w 130"/>
                <a:gd name="T29" fmla="*/ 15953 h 113"/>
                <a:gd name="T30" fmla="*/ 18390 w 130"/>
                <a:gd name="T31" fmla="*/ 15762 h 113"/>
                <a:gd name="T32" fmla="*/ 17500 w 130"/>
                <a:gd name="T33" fmla="*/ 15762 h 113"/>
                <a:gd name="T34" fmla="*/ 17151 w 130"/>
                <a:gd name="T35" fmla="*/ 13794 h 113"/>
                <a:gd name="T36" fmla="*/ 11796 w 130"/>
                <a:gd name="T37" fmla="*/ 11629 h 113"/>
                <a:gd name="T38" fmla="*/ 13221 w 130"/>
                <a:gd name="T39" fmla="*/ 10203 h 113"/>
                <a:gd name="T40" fmla="*/ 13919 w 130"/>
                <a:gd name="T41" fmla="*/ 8963 h 113"/>
                <a:gd name="T42" fmla="*/ 13030 w 130"/>
                <a:gd name="T43" fmla="*/ 8771 h 113"/>
                <a:gd name="T44" fmla="*/ 11796 w 130"/>
                <a:gd name="T45" fmla="*/ 6798 h 113"/>
                <a:gd name="T46" fmla="*/ 9831 w 130"/>
                <a:gd name="T47" fmla="*/ 5564 h 113"/>
                <a:gd name="T48" fmla="*/ 11796 w 130"/>
                <a:gd name="T49" fmla="*/ 5564 h 113"/>
                <a:gd name="T50" fmla="*/ 9831 w 130"/>
                <a:gd name="T51" fmla="*/ 4290 h 113"/>
                <a:gd name="T52" fmla="*/ 8024 w 130"/>
                <a:gd name="T53" fmla="*/ 3749 h 113"/>
                <a:gd name="T54" fmla="*/ 6594 w 130"/>
                <a:gd name="T55" fmla="*/ 2858 h 113"/>
                <a:gd name="T56" fmla="*/ 3390 w 130"/>
                <a:gd name="T57" fmla="*/ 1432 h 113"/>
                <a:gd name="T58" fmla="*/ 0 w 130"/>
                <a:gd name="T59" fmla="*/ 0 h 113"/>
                <a:gd name="T60" fmla="*/ 732 w 130"/>
                <a:gd name="T61" fmla="*/ 0 h 113"/>
                <a:gd name="T62" fmla="*/ 1075 w 130"/>
                <a:gd name="T63" fmla="*/ 192 h 11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30" h="113">
                  <a:moveTo>
                    <a:pt x="6" y="1"/>
                  </a:moveTo>
                  <a:cubicBezTo>
                    <a:pt x="13" y="2"/>
                    <a:pt x="19" y="4"/>
                    <a:pt x="26" y="7"/>
                  </a:cubicBezTo>
                  <a:cubicBezTo>
                    <a:pt x="34" y="10"/>
                    <a:pt x="42" y="10"/>
                    <a:pt x="50" y="13"/>
                  </a:cubicBezTo>
                  <a:cubicBezTo>
                    <a:pt x="56" y="15"/>
                    <a:pt x="63" y="18"/>
                    <a:pt x="69" y="22"/>
                  </a:cubicBezTo>
                  <a:cubicBezTo>
                    <a:pt x="75" y="26"/>
                    <a:pt x="80" y="32"/>
                    <a:pt x="87" y="35"/>
                  </a:cubicBezTo>
                  <a:cubicBezTo>
                    <a:pt x="86" y="39"/>
                    <a:pt x="82" y="37"/>
                    <a:pt x="79" y="37"/>
                  </a:cubicBezTo>
                  <a:cubicBezTo>
                    <a:pt x="79" y="39"/>
                    <a:pt x="78" y="40"/>
                    <a:pt x="76" y="39"/>
                  </a:cubicBezTo>
                  <a:cubicBezTo>
                    <a:pt x="76" y="41"/>
                    <a:pt x="79" y="42"/>
                    <a:pt x="77" y="45"/>
                  </a:cubicBezTo>
                  <a:cubicBezTo>
                    <a:pt x="81" y="47"/>
                    <a:pt x="81" y="51"/>
                    <a:pt x="83" y="54"/>
                  </a:cubicBezTo>
                  <a:cubicBezTo>
                    <a:pt x="86" y="58"/>
                    <a:pt x="88" y="59"/>
                    <a:pt x="92" y="61"/>
                  </a:cubicBezTo>
                  <a:cubicBezTo>
                    <a:pt x="99" y="64"/>
                    <a:pt x="103" y="70"/>
                    <a:pt x="109" y="75"/>
                  </a:cubicBezTo>
                  <a:cubicBezTo>
                    <a:pt x="113" y="78"/>
                    <a:pt x="130" y="108"/>
                    <a:pt x="123" y="113"/>
                  </a:cubicBezTo>
                  <a:cubicBezTo>
                    <a:pt x="123" y="109"/>
                    <a:pt x="118" y="102"/>
                    <a:pt x="116" y="100"/>
                  </a:cubicBezTo>
                  <a:cubicBezTo>
                    <a:pt x="114" y="97"/>
                    <a:pt x="113" y="97"/>
                    <a:pt x="111" y="96"/>
                  </a:cubicBezTo>
                  <a:cubicBezTo>
                    <a:pt x="108" y="93"/>
                    <a:pt x="109" y="92"/>
                    <a:pt x="107" y="89"/>
                  </a:cubicBezTo>
                  <a:cubicBezTo>
                    <a:pt x="105" y="85"/>
                    <a:pt x="107" y="87"/>
                    <a:pt x="103" y="88"/>
                  </a:cubicBezTo>
                  <a:cubicBezTo>
                    <a:pt x="100" y="89"/>
                    <a:pt x="99" y="94"/>
                    <a:pt x="98" y="88"/>
                  </a:cubicBezTo>
                  <a:cubicBezTo>
                    <a:pt x="98" y="87"/>
                    <a:pt x="103" y="70"/>
                    <a:pt x="96" y="77"/>
                  </a:cubicBezTo>
                  <a:cubicBezTo>
                    <a:pt x="95" y="60"/>
                    <a:pt x="76" y="63"/>
                    <a:pt x="66" y="65"/>
                  </a:cubicBezTo>
                  <a:cubicBezTo>
                    <a:pt x="69" y="61"/>
                    <a:pt x="70" y="60"/>
                    <a:pt x="74" y="57"/>
                  </a:cubicBezTo>
                  <a:cubicBezTo>
                    <a:pt x="75" y="56"/>
                    <a:pt x="79" y="52"/>
                    <a:pt x="78" y="50"/>
                  </a:cubicBezTo>
                  <a:cubicBezTo>
                    <a:pt x="77" y="49"/>
                    <a:pt x="74" y="50"/>
                    <a:pt x="73" y="49"/>
                  </a:cubicBezTo>
                  <a:cubicBezTo>
                    <a:pt x="70" y="46"/>
                    <a:pt x="70" y="41"/>
                    <a:pt x="66" y="38"/>
                  </a:cubicBezTo>
                  <a:cubicBezTo>
                    <a:pt x="63" y="36"/>
                    <a:pt x="59" y="33"/>
                    <a:pt x="55" y="31"/>
                  </a:cubicBezTo>
                  <a:cubicBezTo>
                    <a:pt x="60" y="28"/>
                    <a:pt x="62" y="31"/>
                    <a:pt x="66" y="31"/>
                  </a:cubicBezTo>
                  <a:cubicBezTo>
                    <a:pt x="66" y="27"/>
                    <a:pt x="58" y="25"/>
                    <a:pt x="55" y="24"/>
                  </a:cubicBezTo>
                  <a:cubicBezTo>
                    <a:pt x="52" y="22"/>
                    <a:pt x="49" y="22"/>
                    <a:pt x="45" y="21"/>
                  </a:cubicBezTo>
                  <a:cubicBezTo>
                    <a:pt x="42" y="20"/>
                    <a:pt x="41" y="18"/>
                    <a:pt x="37" y="16"/>
                  </a:cubicBezTo>
                  <a:cubicBezTo>
                    <a:pt x="31" y="12"/>
                    <a:pt x="25" y="12"/>
                    <a:pt x="19" y="8"/>
                  </a:cubicBezTo>
                  <a:cubicBezTo>
                    <a:pt x="14" y="4"/>
                    <a:pt x="4" y="5"/>
                    <a:pt x="0" y="0"/>
                  </a:cubicBezTo>
                  <a:cubicBezTo>
                    <a:pt x="1" y="0"/>
                    <a:pt x="3" y="0"/>
                    <a:pt x="4" y="0"/>
                  </a:cubicBezTo>
                  <a:lnTo>
                    <a:pt x="6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26" name="Freeform 1613"/>
            <p:cNvSpPr>
              <a:spLocks/>
            </p:cNvSpPr>
            <p:nvPr/>
          </p:nvSpPr>
          <p:spPr bwMode="auto">
            <a:xfrm>
              <a:off x="4552" y="2509"/>
              <a:ext cx="389" cy="316"/>
            </a:xfrm>
            <a:custGeom>
              <a:avLst/>
              <a:gdLst>
                <a:gd name="T0" fmla="*/ 9663 w 69"/>
                <a:gd name="T1" fmla="*/ 1625 h 56"/>
                <a:gd name="T2" fmla="*/ 8073 w 69"/>
                <a:gd name="T3" fmla="*/ 734 h 56"/>
                <a:gd name="T4" fmla="*/ 7532 w 69"/>
                <a:gd name="T5" fmla="*/ 2167 h 56"/>
                <a:gd name="T6" fmla="*/ 6263 w 69"/>
                <a:gd name="T7" fmla="*/ 3950 h 56"/>
                <a:gd name="T8" fmla="*/ 2858 w 69"/>
                <a:gd name="T9" fmla="*/ 6303 h 56"/>
                <a:gd name="T10" fmla="*/ 1624 w 69"/>
                <a:gd name="T11" fmla="*/ 7358 h 56"/>
                <a:gd name="T12" fmla="*/ 1432 w 69"/>
                <a:gd name="T13" fmla="*/ 8086 h 56"/>
                <a:gd name="T14" fmla="*/ 891 w 69"/>
                <a:gd name="T15" fmla="*/ 8628 h 56"/>
                <a:gd name="T16" fmla="*/ 3400 w 69"/>
                <a:gd name="T17" fmla="*/ 9328 h 56"/>
                <a:gd name="T18" fmla="*/ 5722 w 69"/>
                <a:gd name="T19" fmla="*/ 7736 h 56"/>
                <a:gd name="T20" fmla="*/ 5023 w 69"/>
                <a:gd name="T21" fmla="*/ 9170 h 56"/>
                <a:gd name="T22" fmla="*/ 6641 w 69"/>
                <a:gd name="T23" fmla="*/ 9170 h 56"/>
                <a:gd name="T24" fmla="*/ 7881 w 69"/>
                <a:gd name="T25" fmla="*/ 8628 h 56"/>
                <a:gd name="T26" fmla="*/ 9156 w 69"/>
                <a:gd name="T27" fmla="*/ 8436 h 56"/>
                <a:gd name="T28" fmla="*/ 11631 w 69"/>
                <a:gd name="T29" fmla="*/ 5925 h 56"/>
                <a:gd name="T30" fmla="*/ 12172 w 69"/>
                <a:gd name="T31" fmla="*/ 5220 h 56"/>
                <a:gd name="T32" fmla="*/ 11281 w 69"/>
                <a:gd name="T33" fmla="*/ 4842 h 56"/>
                <a:gd name="T34" fmla="*/ 10204 w 69"/>
                <a:gd name="T35" fmla="*/ 3408 h 56"/>
                <a:gd name="T36" fmla="*/ 9663 w 69"/>
                <a:gd name="T37" fmla="*/ 1625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9" h="56">
                  <a:moveTo>
                    <a:pt x="54" y="9"/>
                  </a:moveTo>
                  <a:cubicBezTo>
                    <a:pt x="52" y="6"/>
                    <a:pt x="47" y="0"/>
                    <a:pt x="45" y="4"/>
                  </a:cubicBezTo>
                  <a:cubicBezTo>
                    <a:pt x="43" y="7"/>
                    <a:pt x="46" y="9"/>
                    <a:pt x="42" y="12"/>
                  </a:cubicBezTo>
                  <a:cubicBezTo>
                    <a:pt x="40" y="15"/>
                    <a:pt x="37" y="19"/>
                    <a:pt x="35" y="22"/>
                  </a:cubicBezTo>
                  <a:cubicBezTo>
                    <a:pt x="30" y="28"/>
                    <a:pt x="22" y="32"/>
                    <a:pt x="16" y="35"/>
                  </a:cubicBezTo>
                  <a:cubicBezTo>
                    <a:pt x="13" y="37"/>
                    <a:pt x="10" y="38"/>
                    <a:pt x="9" y="41"/>
                  </a:cubicBezTo>
                  <a:cubicBezTo>
                    <a:pt x="8" y="42"/>
                    <a:pt x="8" y="44"/>
                    <a:pt x="8" y="45"/>
                  </a:cubicBezTo>
                  <a:cubicBezTo>
                    <a:pt x="7" y="46"/>
                    <a:pt x="6" y="47"/>
                    <a:pt x="5" y="48"/>
                  </a:cubicBezTo>
                  <a:cubicBezTo>
                    <a:pt x="0" y="56"/>
                    <a:pt x="14" y="52"/>
                    <a:pt x="19" y="52"/>
                  </a:cubicBezTo>
                  <a:cubicBezTo>
                    <a:pt x="25" y="52"/>
                    <a:pt x="27" y="45"/>
                    <a:pt x="32" y="43"/>
                  </a:cubicBezTo>
                  <a:cubicBezTo>
                    <a:pt x="34" y="47"/>
                    <a:pt x="27" y="48"/>
                    <a:pt x="28" y="51"/>
                  </a:cubicBezTo>
                  <a:cubicBezTo>
                    <a:pt x="29" y="52"/>
                    <a:pt x="35" y="51"/>
                    <a:pt x="37" y="51"/>
                  </a:cubicBezTo>
                  <a:cubicBezTo>
                    <a:pt x="39" y="51"/>
                    <a:pt x="41" y="48"/>
                    <a:pt x="44" y="48"/>
                  </a:cubicBezTo>
                  <a:cubicBezTo>
                    <a:pt x="47" y="47"/>
                    <a:pt x="49" y="48"/>
                    <a:pt x="51" y="47"/>
                  </a:cubicBezTo>
                  <a:cubicBezTo>
                    <a:pt x="56" y="43"/>
                    <a:pt x="62" y="37"/>
                    <a:pt x="65" y="33"/>
                  </a:cubicBezTo>
                  <a:cubicBezTo>
                    <a:pt x="66" y="32"/>
                    <a:pt x="69" y="31"/>
                    <a:pt x="68" y="29"/>
                  </a:cubicBezTo>
                  <a:cubicBezTo>
                    <a:pt x="68" y="26"/>
                    <a:pt x="64" y="28"/>
                    <a:pt x="63" y="27"/>
                  </a:cubicBezTo>
                  <a:cubicBezTo>
                    <a:pt x="60" y="25"/>
                    <a:pt x="58" y="22"/>
                    <a:pt x="57" y="19"/>
                  </a:cubicBezTo>
                  <a:lnTo>
                    <a:pt x="54" y="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27" name="Freeform 1614"/>
            <p:cNvSpPr>
              <a:spLocks/>
            </p:cNvSpPr>
            <p:nvPr/>
          </p:nvSpPr>
          <p:spPr bwMode="auto">
            <a:xfrm>
              <a:off x="4800" y="2526"/>
              <a:ext cx="215" cy="265"/>
            </a:xfrm>
            <a:custGeom>
              <a:avLst/>
              <a:gdLst>
                <a:gd name="T0" fmla="*/ 894 w 38"/>
                <a:gd name="T1" fmla="*/ 1624 h 47"/>
                <a:gd name="T2" fmla="*/ 1279 w 38"/>
                <a:gd name="T3" fmla="*/ 541 h 47"/>
                <a:gd name="T4" fmla="*/ 2721 w 38"/>
                <a:gd name="T5" fmla="*/ 2323 h 47"/>
                <a:gd name="T6" fmla="*/ 4515 w 38"/>
                <a:gd name="T7" fmla="*/ 3941 h 47"/>
                <a:gd name="T8" fmla="*/ 4351 w 38"/>
                <a:gd name="T9" fmla="*/ 4832 h 47"/>
                <a:gd name="T10" fmla="*/ 1986 w 38"/>
                <a:gd name="T11" fmla="*/ 5915 h 47"/>
                <a:gd name="T12" fmla="*/ 736 w 38"/>
                <a:gd name="T13" fmla="*/ 6106 h 47"/>
                <a:gd name="T14" fmla="*/ 894 w 38"/>
                <a:gd name="T15" fmla="*/ 1624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" h="47">
                  <a:moveTo>
                    <a:pt x="5" y="9"/>
                  </a:moveTo>
                  <a:cubicBezTo>
                    <a:pt x="5" y="9"/>
                    <a:pt x="0" y="0"/>
                    <a:pt x="7" y="3"/>
                  </a:cubicBezTo>
                  <a:cubicBezTo>
                    <a:pt x="7" y="3"/>
                    <a:pt x="11" y="2"/>
                    <a:pt x="15" y="13"/>
                  </a:cubicBezTo>
                  <a:cubicBezTo>
                    <a:pt x="15" y="13"/>
                    <a:pt x="16" y="23"/>
                    <a:pt x="25" y="22"/>
                  </a:cubicBezTo>
                  <a:cubicBezTo>
                    <a:pt x="25" y="22"/>
                    <a:pt x="38" y="22"/>
                    <a:pt x="24" y="27"/>
                  </a:cubicBezTo>
                  <a:cubicBezTo>
                    <a:pt x="24" y="27"/>
                    <a:pt x="17" y="27"/>
                    <a:pt x="11" y="33"/>
                  </a:cubicBezTo>
                  <a:cubicBezTo>
                    <a:pt x="11" y="33"/>
                    <a:pt x="1" y="47"/>
                    <a:pt x="4" y="34"/>
                  </a:cubicBezTo>
                  <a:cubicBezTo>
                    <a:pt x="4" y="34"/>
                    <a:pt x="11" y="13"/>
                    <a:pt x="5" y="9"/>
                  </a:cubicBezTo>
                  <a:close/>
                </a:path>
              </a:pathLst>
            </a:custGeom>
            <a:solidFill>
              <a:srgbClr val="A1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28" name="Freeform 1615"/>
            <p:cNvSpPr>
              <a:spLocks/>
            </p:cNvSpPr>
            <p:nvPr/>
          </p:nvSpPr>
          <p:spPr bwMode="auto">
            <a:xfrm>
              <a:off x="4783" y="2644"/>
              <a:ext cx="232" cy="271"/>
            </a:xfrm>
            <a:custGeom>
              <a:avLst/>
              <a:gdLst>
                <a:gd name="T0" fmla="*/ 6886 w 41"/>
                <a:gd name="T1" fmla="*/ 734 h 48"/>
                <a:gd name="T2" fmla="*/ 4516 w 41"/>
                <a:gd name="T3" fmla="*/ 4494 h 48"/>
                <a:gd name="T4" fmla="*/ 736 w 41"/>
                <a:gd name="T5" fmla="*/ 8638 h 48"/>
                <a:gd name="T6" fmla="*/ 736 w 41"/>
                <a:gd name="T7" fmla="*/ 7746 h 48"/>
                <a:gd name="T8" fmla="*/ 1279 w 41"/>
                <a:gd name="T9" fmla="*/ 5770 h 48"/>
                <a:gd name="T10" fmla="*/ 1986 w 41"/>
                <a:gd name="T11" fmla="*/ 4686 h 48"/>
                <a:gd name="T12" fmla="*/ 4708 w 41"/>
                <a:gd name="T13" fmla="*/ 3410 h 48"/>
                <a:gd name="T14" fmla="*/ 6145 w 41"/>
                <a:gd name="T15" fmla="*/ 892 h 48"/>
                <a:gd name="T16" fmla="*/ 6886 w 41"/>
                <a:gd name="T17" fmla="*/ 734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" h="48">
                  <a:moveTo>
                    <a:pt x="38" y="4"/>
                  </a:moveTo>
                  <a:cubicBezTo>
                    <a:pt x="38" y="4"/>
                    <a:pt x="30" y="22"/>
                    <a:pt x="25" y="25"/>
                  </a:cubicBezTo>
                  <a:cubicBezTo>
                    <a:pt x="25" y="25"/>
                    <a:pt x="12" y="46"/>
                    <a:pt x="4" y="48"/>
                  </a:cubicBezTo>
                  <a:cubicBezTo>
                    <a:pt x="4" y="48"/>
                    <a:pt x="0" y="48"/>
                    <a:pt x="4" y="43"/>
                  </a:cubicBezTo>
                  <a:cubicBezTo>
                    <a:pt x="4" y="43"/>
                    <a:pt x="7" y="38"/>
                    <a:pt x="7" y="32"/>
                  </a:cubicBezTo>
                  <a:cubicBezTo>
                    <a:pt x="7" y="32"/>
                    <a:pt x="7" y="28"/>
                    <a:pt x="11" y="26"/>
                  </a:cubicBezTo>
                  <a:cubicBezTo>
                    <a:pt x="11" y="26"/>
                    <a:pt x="24" y="22"/>
                    <a:pt x="26" y="19"/>
                  </a:cubicBezTo>
                  <a:cubicBezTo>
                    <a:pt x="26" y="19"/>
                    <a:pt x="32" y="11"/>
                    <a:pt x="34" y="5"/>
                  </a:cubicBezTo>
                  <a:cubicBezTo>
                    <a:pt x="34" y="5"/>
                    <a:pt x="41" y="0"/>
                    <a:pt x="38" y="4"/>
                  </a:cubicBezTo>
                  <a:close/>
                </a:path>
              </a:pathLst>
            </a:custGeom>
            <a:solidFill>
              <a:srgbClr val="B389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29" name="Freeform 1616"/>
            <p:cNvSpPr>
              <a:spLocks/>
            </p:cNvSpPr>
            <p:nvPr/>
          </p:nvSpPr>
          <p:spPr bwMode="auto">
            <a:xfrm>
              <a:off x="4795" y="2780"/>
              <a:ext cx="101" cy="112"/>
            </a:xfrm>
            <a:custGeom>
              <a:avLst/>
              <a:gdLst>
                <a:gd name="T0" fmla="*/ 690 w 18"/>
                <a:gd name="T1" fmla="*/ 1943 h 20"/>
                <a:gd name="T2" fmla="*/ 2486 w 18"/>
                <a:gd name="T3" fmla="*/ 879 h 20"/>
                <a:gd name="T4" fmla="*/ 0 w 18"/>
                <a:gd name="T5" fmla="*/ 3511 h 20"/>
                <a:gd name="T6" fmla="*/ 690 w 18"/>
                <a:gd name="T7" fmla="*/ 194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0">
                  <a:moveTo>
                    <a:pt x="4" y="11"/>
                  </a:moveTo>
                  <a:cubicBezTo>
                    <a:pt x="4" y="11"/>
                    <a:pt x="18" y="0"/>
                    <a:pt x="14" y="5"/>
                  </a:cubicBezTo>
                  <a:cubicBezTo>
                    <a:pt x="14" y="5"/>
                    <a:pt x="7" y="18"/>
                    <a:pt x="0" y="20"/>
                  </a:cubicBezTo>
                  <a:cubicBezTo>
                    <a:pt x="0" y="20"/>
                    <a:pt x="3" y="14"/>
                    <a:pt x="4" y="11"/>
                  </a:cubicBezTo>
                  <a:close/>
                </a:path>
              </a:pathLst>
            </a:custGeom>
            <a:solidFill>
              <a:srgbClr val="A07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30" name="Freeform 1617"/>
            <p:cNvSpPr>
              <a:spLocks/>
            </p:cNvSpPr>
            <p:nvPr/>
          </p:nvSpPr>
          <p:spPr bwMode="auto">
            <a:xfrm>
              <a:off x="4716" y="2549"/>
              <a:ext cx="169" cy="428"/>
            </a:xfrm>
            <a:custGeom>
              <a:avLst/>
              <a:gdLst>
                <a:gd name="T0" fmla="*/ 4124 w 30"/>
                <a:gd name="T1" fmla="*/ 541 h 76"/>
                <a:gd name="T2" fmla="*/ 4631 w 30"/>
                <a:gd name="T3" fmla="*/ 191 h 76"/>
                <a:gd name="T4" fmla="*/ 4822 w 30"/>
                <a:gd name="T5" fmla="*/ 3204 h 76"/>
                <a:gd name="T6" fmla="*/ 3938 w 30"/>
                <a:gd name="T7" fmla="*/ 6437 h 76"/>
                <a:gd name="T8" fmla="*/ 3588 w 30"/>
                <a:gd name="T9" fmla="*/ 8566 h 76"/>
                <a:gd name="T10" fmla="*/ 2158 w 30"/>
                <a:gd name="T11" fmla="*/ 13223 h 76"/>
                <a:gd name="T12" fmla="*/ 1775 w 30"/>
                <a:gd name="T13" fmla="*/ 12688 h 76"/>
                <a:gd name="T14" fmla="*/ 1775 w 30"/>
                <a:gd name="T15" fmla="*/ 11066 h 76"/>
                <a:gd name="T16" fmla="*/ 1239 w 30"/>
                <a:gd name="T17" fmla="*/ 11258 h 76"/>
                <a:gd name="T18" fmla="*/ 192 w 30"/>
                <a:gd name="T19" fmla="*/ 11415 h 76"/>
                <a:gd name="T20" fmla="*/ 732 w 30"/>
                <a:gd name="T21" fmla="*/ 10182 h 76"/>
                <a:gd name="T22" fmla="*/ 2507 w 30"/>
                <a:gd name="T23" fmla="*/ 7327 h 76"/>
                <a:gd name="T24" fmla="*/ 3205 w 30"/>
                <a:gd name="T25" fmla="*/ 6060 h 76"/>
                <a:gd name="T26" fmla="*/ 4124 w 30"/>
                <a:gd name="T27" fmla="*/ 2506 h 76"/>
                <a:gd name="T28" fmla="*/ 4124 w 30"/>
                <a:gd name="T29" fmla="*/ 541 h 7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" h="76">
                  <a:moveTo>
                    <a:pt x="23" y="3"/>
                  </a:moveTo>
                  <a:cubicBezTo>
                    <a:pt x="23" y="3"/>
                    <a:pt x="23" y="0"/>
                    <a:pt x="26" y="1"/>
                  </a:cubicBezTo>
                  <a:cubicBezTo>
                    <a:pt x="26" y="1"/>
                    <a:pt x="30" y="12"/>
                    <a:pt x="27" y="18"/>
                  </a:cubicBezTo>
                  <a:cubicBezTo>
                    <a:pt x="27" y="18"/>
                    <a:pt x="23" y="31"/>
                    <a:pt x="22" y="36"/>
                  </a:cubicBezTo>
                  <a:cubicBezTo>
                    <a:pt x="22" y="36"/>
                    <a:pt x="21" y="43"/>
                    <a:pt x="20" y="48"/>
                  </a:cubicBezTo>
                  <a:cubicBezTo>
                    <a:pt x="20" y="48"/>
                    <a:pt x="15" y="72"/>
                    <a:pt x="12" y="74"/>
                  </a:cubicBezTo>
                  <a:cubicBezTo>
                    <a:pt x="12" y="74"/>
                    <a:pt x="9" y="76"/>
                    <a:pt x="10" y="71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2"/>
                    <a:pt x="8" y="60"/>
                    <a:pt x="7" y="63"/>
                  </a:cubicBezTo>
                  <a:cubicBezTo>
                    <a:pt x="7" y="63"/>
                    <a:pt x="0" y="67"/>
                    <a:pt x="1" y="64"/>
                  </a:cubicBezTo>
                  <a:cubicBezTo>
                    <a:pt x="1" y="64"/>
                    <a:pt x="1" y="60"/>
                    <a:pt x="4" y="57"/>
                  </a:cubicBezTo>
                  <a:cubicBezTo>
                    <a:pt x="4" y="57"/>
                    <a:pt x="12" y="49"/>
                    <a:pt x="14" y="41"/>
                  </a:cubicBezTo>
                  <a:cubicBezTo>
                    <a:pt x="14" y="41"/>
                    <a:pt x="17" y="36"/>
                    <a:pt x="18" y="34"/>
                  </a:cubicBezTo>
                  <a:cubicBezTo>
                    <a:pt x="18" y="34"/>
                    <a:pt x="23" y="22"/>
                    <a:pt x="23" y="14"/>
                  </a:cubicBezTo>
                  <a:cubicBezTo>
                    <a:pt x="23" y="14"/>
                    <a:pt x="22" y="7"/>
                    <a:pt x="23" y="3"/>
                  </a:cubicBezTo>
                  <a:close/>
                </a:path>
              </a:pathLst>
            </a:custGeom>
            <a:solidFill>
              <a:srgbClr val="BC9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31" name="Freeform 1618"/>
            <p:cNvSpPr>
              <a:spLocks/>
            </p:cNvSpPr>
            <p:nvPr/>
          </p:nvSpPr>
          <p:spPr bwMode="auto">
            <a:xfrm>
              <a:off x="4727" y="2616"/>
              <a:ext cx="135" cy="288"/>
            </a:xfrm>
            <a:custGeom>
              <a:avLst/>
              <a:gdLst>
                <a:gd name="T0" fmla="*/ 349 w 24"/>
                <a:gd name="T1" fmla="*/ 8990 h 51"/>
                <a:gd name="T2" fmla="*/ 726 w 24"/>
                <a:gd name="T3" fmla="*/ 7906 h 51"/>
                <a:gd name="T4" fmla="*/ 3386 w 24"/>
                <a:gd name="T5" fmla="*/ 2711 h 51"/>
                <a:gd name="T6" fmla="*/ 3735 w 24"/>
                <a:gd name="T7" fmla="*/ 542 h 51"/>
                <a:gd name="T8" fmla="*/ 3926 w 24"/>
                <a:gd name="T9" fmla="*/ 1434 h 51"/>
                <a:gd name="T10" fmla="*/ 2661 w 24"/>
                <a:gd name="T11" fmla="*/ 5771 h 51"/>
                <a:gd name="T12" fmla="*/ 1074 w 24"/>
                <a:gd name="T13" fmla="*/ 8448 h 51"/>
                <a:gd name="T14" fmla="*/ 349 w 24"/>
                <a:gd name="T15" fmla="*/ 899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51">
                  <a:moveTo>
                    <a:pt x="2" y="50"/>
                  </a:moveTo>
                  <a:cubicBezTo>
                    <a:pt x="2" y="50"/>
                    <a:pt x="0" y="47"/>
                    <a:pt x="4" y="44"/>
                  </a:cubicBezTo>
                  <a:cubicBezTo>
                    <a:pt x="4" y="44"/>
                    <a:pt x="17" y="24"/>
                    <a:pt x="19" y="15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4" y="0"/>
                    <a:pt x="22" y="8"/>
                  </a:cubicBezTo>
                  <a:cubicBezTo>
                    <a:pt x="22" y="8"/>
                    <a:pt x="18" y="26"/>
                    <a:pt x="15" y="32"/>
                  </a:cubicBezTo>
                  <a:cubicBezTo>
                    <a:pt x="15" y="32"/>
                    <a:pt x="9" y="45"/>
                    <a:pt x="6" y="47"/>
                  </a:cubicBezTo>
                  <a:cubicBezTo>
                    <a:pt x="6" y="47"/>
                    <a:pt x="1" y="51"/>
                    <a:pt x="2" y="50"/>
                  </a:cubicBezTo>
                  <a:close/>
                </a:path>
              </a:pathLst>
            </a:custGeom>
            <a:solidFill>
              <a:srgbClr val="DDB5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32" name="Freeform 1619"/>
            <p:cNvSpPr>
              <a:spLocks/>
            </p:cNvSpPr>
            <p:nvPr/>
          </p:nvSpPr>
          <p:spPr bwMode="auto">
            <a:xfrm>
              <a:off x="4738" y="2808"/>
              <a:ext cx="74" cy="141"/>
            </a:xfrm>
            <a:custGeom>
              <a:avLst/>
              <a:gdLst>
                <a:gd name="T0" fmla="*/ 0 w 13"/>
                <a:gd name="T1" fmla="*/ 3243 h 25"/>
                <a:gd name="T2" fmla="*/ 1104 w 13"/>
                <a:gd name="T3" fmla="*/ 4484 h 25"/>
                <a:gd name="T4" fmla="*/ 2396 w 13"/>
                <a:gd name="T5" fmla="*/ 733 h 25"/>
                <a:gd name="T6" fmla="*/ 1844 w 13"/>
                <a:gd name="T7" fmla="*/ 1083 h 25"/>
                <a:gd name="T8" fmla="*/ 0 w 13"/>
                <a:gd name="T9" fmla="*/ 3243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5">
                  <a:moveTo>
                    <a:pt x="0" y="18"/>
                  </a:moveTo>
                  <a:cubicBezTo>
                    <a:pt x="0" y="18"/>
                    <a:pt x="8" y="12"/>
                    <a:pt x="6" y="25"/>
                  </a:cubicBezTo>
                  <a:cubicBezTo>
                    <a:pt x="6" y="25"/>
                    <a:pt x="12" y="12"/>
                    <a:pt x="13" y="4"/>
                  </a:cubicBezTo>
                  <a:cubicBezTo>
                    <a:pt x="13" y="4"/>
                    <a:pt x="13" y="0"/>
                    <a:pt x="10" y="6"/>
                  </a:cubicBezTo>
                  <a:cubicBezTo>
                    <a:pt x="10" y="6"/>
                    <a:pt x="5" y="18"/>
                    <a:pt x="0" y="18"/>
                  </a:cubicBezTo>
                  <a:close/>
                </a:path>
              </a:pathLst>
            </a:custGeom>
            <a:solidFill>
              <a:srgbClr val="9461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33" name="Freeform 1620"/>
            <p:cNvSpPr>
              <a:spLocks/>
            </p:cNvSpPr>
            <p:nvPr/>
          </p:nvSpPr>
          <p:spPr bwMode="auto">
            <a:xfrm>
              <a:off x="4699" y="1940"/>
              <a:ext cx="169" cy="259"/>
            </a:xfrm>
            <a:custGeom>
              <a:avLst/>
              <a:gdLst>
                <a:gd name="T0" fmla="*/ 732 w 30"/>
                <a:gd name="T1" fmla="*/ 6785 h 46"/>
                <a:gd name="T2" fmla="*/ 890 w 30"/>
                <a:gd name="T3" fmla="*/ 5360 h 46"/>
                <a:gd name="T4" fmla="*/ 4473 w 30"/>
                <a:gd name="T5" fmla="*/ 1239 h 46"/>
                <a:gd name="T6" fmla="*/ 3938 w 30"/>
                <a:gd name="T7" fmla="*/ 2506 h 46"/>
                <a:gd name="T8" fmla="*/ 732 w 30"/>
                <a:gd name="T9" fmla="*/ 6785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46">
                  <a:moveTo>
                    <a:pt x="4" y="38"/>
                  </a:moveTo>
                  <a:cubicBezTo>
                    <a:pt x="4" y="38"/>
                    <a:pt x="0" y="35"/>
                    <a:pt x="5" y="30"/>
                  </a:cubicBezTo>
                  <a:cubicBezTo>
                    <a:pt x="5" y="30"/>
                    <a:pt x="30" y="0"/>
                    <a:pt x="25" y="7"/>
                  </a:cubicBezTo>
                  <a:cubicBezTo>
                    <a:pt x="25" y="7"/>
                    <a:pt x="25" y="10"/>
                    <a:pt x="22" y="14"/>
                  </a:cubicBezTo>
                  <a:cubicBezTo>
                    <a:pt x="22" y="14"/>
                    <a:pt x="3" y="46"/>
                    <a:pt x="4" y="38"/>
                  </a:cubicBez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34" name="Freeform 1621"/>
            <p:cNvSpPr>
              <a:spLocks/>
            </p:cNvSpPr>
            <p:nvPr/>
          </p:nvSpPr>
          <p:spPr bwMode="auto">
            <a:xfrm>
              <a:off x="3493" y="1314"/>
              <a:ext cx="456" cy="130"/>
            </a:xfrm>
            <a:custGeom>
              <a:avLst/>
              <a:gdLst>
                <a:gd name="T0" fmla="*/ 1239 w 81"/>
                <a:gd name="T1" fmla="*/ 893 h 23"/>
                <a:gd name="T2" fmla="*/ 3389 w 81"/>
                <a:gd name="T3" fmla="*/ 3069 h 23"/>
                <a:gd name="T4" fmla="*/ 14451 w 81"/>
                <a:gd name="T5" fmla="*/ 2527 h 23"/>
                <a:gd name="T6" fmla="*/ 2854 w 81"/>
                <a:gd name="T7" fmla="*/ 1436 h 23"/>
                <a:gd name="T8" fmla="*/ 1239 w 81"/>
                <a:gd name="T9" fmla="*/ 893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23">
                  <a:moveTo>
                    <a:pt x="7" y="5"/>
                  </a:moveTo>
                  <a:cubicBezTo>
                    <a:pt x="7" y="5"/>
                    <a:pt x="0" y="14"/>
                    <a:pt x="19" y="17"/>
                  </a:cubicBezTo>
                  <a:cubicBezTo>
                    <a:pt x="19" y="17"/>
                    <a:pt x="53" y="23"/>
                    <a:pt x="81" y="14"/>
                  </a:cubicBezTo>
                  <a:cubicBezTo>
                    <a:pt x="81" y="14"/>
                    <a:pt x="25" y="21"/>
                    <a:pt x="16" y="8"/>
                  </a:cubicBezTo>
                  <a:cubicBezTo>
                    <a:pt x="16" y="8"/>
                    <a:pt x="8" y="0"/>
                    <a:pt x="7" y="5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35" name="Freeform 1622"/>
            <p:cNvSpPr>
              <a:spLocks/>
            </p:cNvSpPr>
            <p:nvPr/>
          </p:nvSpPr>
          <p:spPr bwMode="auto">
            <a:xfrm>
              <a:off x="3296" y="1190"/>
              <a:ext cx="580" cy="118"/>
            </a:xfrm>
            <a:custGeom>
              <a:avLst/>
              <a:gdLst>
                <a:gd name="T0" fmla="*/ 349 w 103"/>
                <a:gd name="T1" fmla="*/ 0 h 21"/>
                <a:gd name="T2" fmla="*/ 2663 w 103"/>
                <a:gd name="T3" fmla="*/ 2113 h 21"/>
                <a:gd name="T4" fmla="*/ 18391 w 103"/>
                <a:gd name="T5" fmla="*/ 3725 h 21"/>
                <a:gd name="T6" fmla="*/ 349 w 103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21">
                  <a:moveTo>
                    <a:pt x="2" y="0"/>
                  </a:moveTo>
                  <a:cubicBezTo>
                    <a:pt x="2" y="0"/>
                    <a:pt x="0" y="9"/>
                    <a:pt x="15" y="12"/>
                  </a:cubicBezTo>
                  <a:cubicBezTo>
                    <a:pt x="15" y="12"/>
                    <a:pt x="43" y="21"/>
                    <a:pt x="103" y="21"/>
                  </a:cubicBezTo>
                  <a:cubicBezTo>
                    <a:pt x="103" y="21"/>
                    <a:pt x="7" y="17"/>
                    <a:pt x="2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36" name="Freeform 1623"/>
            <p:cNvSpPr>
              <a:spLocks/>
            </p:cNvSpPr>
            <p:nvPr/>
          </p:nvSpPr>
          <p:spPr bwMode="auto">
            <a:xfrm>
              <a:off x="3053" y="1004"/>
              <a:ext cx="665" cy="248"/>
            </a:xfrm>
            <a:custGeom>
              <a:avLst/>
              <a:gdLst>
                <a:gd name="T0" fmla="*/ 1240 w 118"/>
                <a:gd name="T1" fmla="*/ 0 h 44"/>
                <a:gd name="T2" fmla="*/ 4289 w 118"/>
                <a:gd name="T3" fmla="*/ 3748 h 44"/>
                <a:gd name="T4" fmla="*/ 21122 w 118"/>
                <a:gd name="T5" fmla="*/ 7880 h 44"/>
                <a:gd name="T6" fmla="*/ 1240 w 118"/>
                <a:gd name="T7" fmla="*/ 0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8" h="44">
                  <a:moveTo>
                    <a:pt x="7" y="0"/>
                  </a:moveTo>
                  <a:cubicBezTo>
                    <a:pt x="7" y="0"/>
                    <a:pt x="0" y="13"/>
                    <a:pt x="24" y="21"/>
                  </a:cubicBezTo>
                  <a:cubicBezTo>
                    <a:pt x="24" y="21"/>
                    <a:pt x="87" y="41"/>
                    <a:pt x="118" y="44"/>
                  </a:cubicBezTo>
                  <a:cubicBezTo>
                    <a:pt x="118" y="44"/>
                    <a:pt x="13" y="21"/>
                    <a:pt x="7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37" name="Freeform 1624"/>
            <p:cNvSpPr>
              <a:spLocks/>
            </p:cNvSpPr>
            <p:nvPr/>
          </p:nvSpPr>
          <p:spPr bwMode="auto">
            <a:xfrm>
              <a:off x="6074" y="2210"/>
              <a:ext cx="564" cy="215"/>
            </a:xfrm>
            <a:custGeom>
              <a:avLst/>
              <a:gdLst>
                <a:gd name="T0" fmla="*/ 6650 w 100"/>
                <a:gd name="T1" fmla="*/ 736 h 38"/>
                <a:gd name="T2" fmla="*/ 6108 w 100"/>
                <a:gd name="T3" fmla="*/ 192 h 38"/>
                <a:gd name="T4" fmla="*/ 8781 w 100"/>
                <a:gd name="T5" fmla="*/ 1279 h 38"/>
                <a:gd name="T6" fmla="*/ 12216 w 100"/>
                <a:gd name="T7" fmla="*/ 2529 h 38"/>
                <a:gd name="T8" fmla="*/ 15425 w 100"/>
                <a:gd name="T9" fmla="*/ 4707 h 38"/>
                <a:gd name="T10" fmla="*/ 17941 w 100"/>
                <a:gd name="T11" fmla="*/ 5986 h 38"/>
                <a:gd name="T12" fmla="*/ 13265 w 100"/>
                <a:gd name="T13" fmla="*/ 4351 h 38"/>
                <a:gd name="T14" fmla="*/ 8432 w 100"/>
                <a:gd name="T15" fmla="*/ 1828 h 38"/>
                <a:gd name="T16" fmla="*/ 12724 w 100"/>
                <a:gd name="T17" fmla="*/ 5251 h 38"/>
                <a:gd name="T18" fmla="*/ 10050 w 100"/>
                <a:gd name="T19" fmla="*/ 4164 h 38"/>
                <a:gd name="T20" fmla="*/ 7191 w 100"/>
                <a:gd name="T21" fmla="*/ 2914 h 38"/>
                <a:gd name="T22" fmla="*/ 8432 w 100"/>
                <a:gd name="T23" fmla="*/ 3808 h 38"/>
                <a:gd name="T24" fmla="*/ 9701 w 100"/>
                <a:gd name="T25" fmla="*/ 5251 h 38"/>
                <a:gd name="T26" fmla="*/ 6999 w 100"/>
                <a:gd name="T27" fmla="*/ 3972 h 38"/>
                <a:gd name="T28" fmla="*/ 5916 w 100"/>
                <a:gd name="T29" fmla="*/ 3972 h 38"/>
                <a:gd name="T30" fmla="*/ 6266 w 100"/>
                <a:gd name="T31" fmla="*/ 5443 h 38"/>
                <a:gd name="T32" fmla="*/ 5025 w 100"/>
                <a:gd name="T33" fmla="*/ 4515 h 38"/>
                <a:gd name="T34" fmla="*/ 3756 w 100"/>
                <a:gd name="T35" fmla="*/ 4164 h 38"/>
                <a:gd name="T36" fmla="*/ 1974 w 100"/>
                <a:gd name="T37" fmla="*/ 3808 h 38"/>
                <a:gd name="T38" fmla="*/ 0 w 100"/>
                <a:gd name="T39" fmla="*/ 3265 h 38"/>
                <a:gd name="T40" fmla="*/ 1624 w 100"/>
                <a:gd name="T41" fmla="*/ 3265 h 38"/>
                <a:gd name="T42" fmla="*/ 3051 w 100"/>
                <a:gd name="T43" fmla="*/ 3615 h 38"/>
                <a:gd name="T44" fmla="*/ 2702 w 100"/>
                <a:gd name="T45" fmla="*/ 2529 h 38"/>
                <a:gd name="T46" fmla="*/ 4833 w 100"/>
                <a:gd name="T47" fmla="*/ 3615 h 38"/>
                <a:gd name="T48" fmla="*/ 5217 w 100"/>
                <a:gd name="T49" fmla="*/ 2529 h 38"/>
                <a:gd name="T50" fmla="*/ 6458 w 100"/>
                <a:gd name="T51" fmla="*/ 2721 h 38"/>
                <a:gd name="T52" fmla="*/ 6266 w 100"/>
                <a:gd name="T53" fmla="*/ 1828 h 38"/>
                <a:gd name="T54" fmla="*/ 7890 w 100"/>
                <a:gd name="T55" fmla="*/ 2178 h 38"/>
                <a:gd name="T56" fmla="*/ 6999 w 100"/>
                <a:gd name="T57" fmla="*/ 1279 h 38"/>
                <a:gd name="T58" fmla="*/ 6650 w 100"/>
                <a:gd name="T59" fmla="*/ 736 h 3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00" h="38">
                  <a:moveTo>
                    <a:pt x="37" y="4"/>
                  </a:moveTo>
                  <a:cubicBezTo>
                    <a:pt x="35" y="5"/>
                    <a:pt x="34" y="3"/>
                    <a:pt x="34" y="1"/>
                  </a:cubicBezTo>
                  <a:cubicBezTo>
                    <a:pt x="38" y="0"/>
                    <a:pt x="44" y="6"/>
                    <a:pt x="49" y="7"/>
                  </a:cubicBezTo>
                  <a:cubicBezTo>
                    <a:pt x="56" y="8"/>
                    <a:pt x="62" y="10"/>
                    <a:pt x="68" y="14"/>
                  </a:cubicBezTo>
                  <a:cubicBezTo>
                    <a:pt x="74" y="18"/>
                    <a:pt x="79" y="22"/>
                    <a:pt x="86" y="26"/>
                  </a:cubicBezTo>
                  <a:cubicBezTo>
                    <a:pt x="90" y="28"/>
                    <a:pt x="97" y="29"/>
                    <a:pt x="100" y="33"/>
                  </a:cubicBezTo>
                  <a:cubicBezTo>
                    <a:pt x="93" y="38"/>
                    <a:pt x="81" y="27"/>
                    <a:pt x="74" y="24"/>
                  </a:cubicBezTo>
                  <a:cubicBezTo>
                    <a:pt x="66" y="19"/>
                    <a:pt x="56" y="12"/>
                    <a:pt x="47" y="10"/>
                  </a:cubicBezTo>
                  <a:cubicBezTo>
                    <a:pt x="53" y="19"/>
                    <a:pt x="64" y="20"/>
                    <a:pt x="71" y="29"/>
                  </a:cubicBezTo>
                  <a:cubicBezTo>
                    <a:pt x="68" y="33"/>
                    <a:pt x="59" y="25"/>
                    <a:pt x="56" y="23"/>
                  </a:cubicBezTo>
                  <a:cubicBezTo>
                    <a:pt x="51" y="19"/>
                    <a:pt x="47" y="17"/>
                    <a:pt x="40" y="16"/>
                  </a:cubicBezTo>
                  <a:cubicBezTo>
                    <a:pt x="41" y="20"/>
                    <a:pt x="44" y="20"/>
                    <a:pt x="47" y="21"/>
                  </a:cubicBezTo>
                  <a:cubicBezTo>
                    <a:pt x="50" y="23"/>
                    <a:pt x="52" y="26"/>
                    <a:pt x="54" y="29"/>
                  </a:cubicBezTo>
                  <a:cubicBezTo>
                    <a:pt x="51" y="31"/>
                    <a:pt x="42" y="24"/>
                    <a:pt x="39" y="22"/>
                  </a:cubicBezTo>
                  <a:cubicBezTo>
                    <a:pt x="37" y="21"/>
                    <a:pt x="35" y="19"/>
                    <a:pt x="33" y="22"/>
                  </a:cubicBezTo>
                  <a:cubicBezTo>
                    <a:pt x="32" y="25"/>
                    <a:pt x="35" y="27"/>
                    <a:pt x="35" y="30"/>
                  </a:cubicBezTo>
                  <a:cubicBezTo>
                    <a:pt x="32" y="28"/>
                    <a:pt x="31" y="26"/>
                    <a:pt x="28" y="25"/>
                  </a:cubicBezTo>
                  <a:cubicBezTo>
                    <a:pt x="26" y="24"/>
                    <a:pt x="22" y="23"/>
                    <a:pt x="21" y="23"/>
                  </a:cubicBezTo>
                  <a:cubicBezTo>
                    <a:pt x="22" y="31"/>
                    <a:pt x="13" y="24"/>
                    <a:pt x="11" y="21"/>
                  </a:cubicBezTo>
                  <a:cubicBezTo>
                    <a:pt x="10" y="29"/>
                    <a:pt x="3" y="19"/>
                    <a:pt x="0" y="18"/>
                  </a:cubicBezTo>
                  <a:cubicBezTo>
                    <a:pt x="4" y="18"/>
                    <a:pt x="8" y="23"/>
                    <a:pt x="9" y="18"/>
                  </a:cubicBezTo>
                  <a:cubicBezTo>
                    <a:pt x="11" y="20"/>
                    <a:pt x="14" y="23"/>
                    <a:pt x="17" y="20"/>
                  </a:cubicBezTo>
                  <a:cubicBezTo>
                    <a:pt x="17" y="17"/>
                    <a:pt x="16" y="15"/>
                    <a:pt x="15" y="14"/>
                  </a:cubicBezTo>
                  <a:cubicBezTo>
                    <a:pt x="19" y="12"/>
                    <a:pt x="23" y="19"/>
                    <a:pt x="27" y="20"/>
                  </a:cubicBezTo>
                  <a:cubicBezTo>
                    <a:pt x="34" y="21"/>
                    <a:pt x="29" y="18"/>
                    <a:pt x="29" y="14"/>
                  </a:cubicBezTo>
                  <a:cubicBezTo>
                    <a:pt x="31" y="14"/>
                    <a:pt x="33" y="16"/>
                    <a:pt x="36" y="15"/>
                  </a:cubicBezTo>
                  <a:cubicBezTo>
                    <a:pt x="36" y="13"/>
                    <a:pt x="36" y="11"/>
                    <a:pt x="35" y="10"/>
                  </a:cubicBezTo>
                  <a:cubicBezTo>
                    <a:pt x="38" y="9"/>
                    <a:pt x="41" y="11"/>
                    <a:pt x="44" y="12"/>
                  </a:cubicBezTo>
                  <a:cubicBezTo>
                    <a:pt x="45" y="8"/>
                    <a:pt x="42" y="6"/>
                    <a:pt x="39" y="7"/>
                  </a:cubicBezTo>
                  <a:lnTo>
                    <a:pt x="37" y="4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38" name="Freeform 1625"/>
            <p:cNvSpPr>
              <a:spLocks/>
            </p:cNvSpPr>
            <p:nvPr/>
          </p:nvSpPr>
          <p:spPr bwMode="auto">
            <a:xfrm>
              <a:off x="6367" y="2210"/>
              <a:ext cx="722" cy="288"/>
            </a:xfrm>
            <a:custGeom>
              <a:avLst/>
              <a:gdLst>
                <a:gd name="T0" fmla="*/ 7000 w 128"/>
                <a:gd name="T1" fmla="*/ 3061 h 51"/>
                <a:gd name="T2" fmla="*/ 19218 w 128"/>
                <a:gd name="T3" fmla="*/ 5771 h 51"/>
                <a:gd name="T4" fmla="*/ 20650 w 128"/>
                <a:gd name="T5" fmla="*/ 6856 h 51"/>
                <a:gd name="T6" fmla="*/ 6109 w 128"/>
                <a:gd name="T7" fmla="*/ 3795 h 51"/>
                <a:gd name="T8" fmla="*/ 0 w 128"/>
                <a:gd name="T9" fmla="*/ 0 h 51"/>
                <a:gd name="T10" fmla="*/ 7000 w 128"/>
                <a:gd name="T11" fmla="*/ 3061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8" h="51">
                  <a:moveTo>
                    <a:pt x="39" y="17"/>
                  </a:moveTo>
                  <a:cubicBezTo>
                    <a:pt x="39" y="17"/>
                    <a:pt x="81" y="38"/>
                    <a:pt x="107" y="32"/>
                  </a:cubicBezTo>
                  <a:cubicBezTo>
                    <a:pt x="107" y="32"/>
                    <a:pt x="128" y="32"/>
                    <a:pt x="115" y="38"/>
                  </a:cubicBezTo>
                  <a:cubicBezTo>
                    <a:pt x="115" y="38"/>
                    <a:pt x="85" y="51"/>
                    <a:pt x="34" y="21"/>
                  </a:cubicBezTo>
                  <a:cubicBezTo>
                    <a:pt x="34" y="21"/>
                    <a:pt x="9" y="4"/>
                    <a:pt x="0" y="0"/>
                  </a:cubicBezTo>
                  <a:cubicBezTo>
                    <a:pt x="0" y="0"/>
                    <a:pt x="20" y="5"/>
                    <a:pt x="39" y="17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39" name="Freeform 1626"/>
            <p:cNvSpPr>
              <a:spLocks/>
            </p:cNvSpPr>
            <p:nvPr/>
          </p:nvSpPr>
          <p:spPr bwMode="auto">
            <a:xfrm>
              <a:off x="5223" y="1861"/>
              <a:ext cx="147" cy="214"/>
            </a:xfrm>
            <a:custGeom>
              <a:avLst/>
              <a:gdLst>
                <a:gd name="T0" fmla="*/ 192 w 26"/>
                <a:gd name="T1" fmla="*/ 4122 h 38"/>
                <a:gd name="T2" fmla="*/ 735 w 26"/>
                <a:gd name="T3" fmla="*/ 3204 h 38"/>
                <a:gd name="T4" fmla="*/ 2171 w 26"/>
                <a:gd name="T5" fmla="*/ 2315 h 38"/>
                <a:gd name="T6" fmla="*/ 4506 w 26"/>
                <a:gd name="T7" fmla="*/ 890 h 38"/>
                <a:gd name="T8" fmla="*/ 3963 w 26"/>
                <a:gd name="T9" fmla="*/ 2315 h 38"/>
                <a:gd name="T10" fmla="*/ 3070 w 26"/>
                <a:gd name="T11" fmla="*/ 5553 h 38"/>
                <a:gd name="T12" fmla="*/ 2527 w 26"/>
                <a:gd name="T13" fmla="*/ 6060 h 38"/>
                <a:gd name="T14" fmla="*/ 543 w 26"/>
                <a:gd name="T15" fmla="*/ 5012 h 38"/>
                <a:gd name="T16" fmla="*/ 192 w 26"/>
                <a:gd name="T17" fmla="*/ 4122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38">
                  <a:moveTo>
                    <a:pt x="1" y="23"/>
                  </a:moveTo>
                  <a:cubicBezTo>
                    <a:pt x="1" y="23"/>
                    <a:pt x="0" y="18"/>
                    <a:pt x="4" y="18"/>
                  </a:cubicBezTo>
                  <a:cubicBezTo>
                    <a:pt x="4" y="18"/>
                    <a:pt x="8" y="18"/>
                    <a:pt x="12" y="13"/>
                  </a:cubicBezTo>
                  <a:cubicBezTo>
                    <a:pt x="12" y="13"/>
                    <a:pt x="25" y="0"/>
                    <a:pt x="25" y="5"/>
                  </a:cubicBezTo>
                  <a:cubicBezTo>
                    <a:pt x="25" y="5"/>
                    <a:pt x="26" y="8"/>
                    <a:pt x="22" y="13"/>
                  </a:cubicBezTo>
                  <a:cubicBezTo>
                    <a:pt x="22" y="13"/>
                    <a:pt x="17" y="24"/>
                    <a:pt x="17" y="31"/>
                  </a:cubicBezTo>
                  <a:cubicBezTo>
                    <a:pt x="17" y="31"/>
                    <a:pt x="18" y="38"/>
                    <a:pt x="14" y="34"/>
                  </a:cubicBezTo>
                  <a:cubicBezTo>
                    <a:pt x="14" y="34"/>
                    <a:pt x="8" y="30"/>
                    <a:pt x="3" y="28"/>
                  </a:cubicBezTo>
                  <a:cubicBezTo>
                    <a:pt x="3" y="28"/>
                    <a:pt x="1" y="24"/>
                    <a:pt x="1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40" name="Freeform 1627"/>
            <p:cNvSpPr>
              <a:spLocks/>
            </p:cNvSpPr>
            <p:nvPr/>
          </p:nvSpPr>
          <p:spPr bwMode="auto">
            <a:xfrm>
              <a:off x="5370" y="1838"/>
              <a:ext cx="191" cy="113"/>
            </a:xfrm>
            <a:custGeom>
              <a:avLst/>
              <a:gdLst>
                <a:gd name="T0" fmla="*/ 1073 w 34"/>
                <a:gd name="T1" fmla="*/ 735 h 20"/>
                <a:gd name="T2" fmla="*/ 6028 w 34"/>
                <a:gd name="T3" fmla="*/ 3062 h 20"/>
                <a:gd name="T4" fmla="*/ 5331 w 34"/>
                <a:gd name="T5" fmla="*/ 2876 h 20"/>
                <a:gd name="T6" fmla="*/ 1955 w 34"/>
                <a:gd name="T7" fmla="*/ 1277 h 20"/>
                <a:gd name="T8" fmla="*/ 1073 w 34"/>
                <a:gd name="T9" fmla="*/ 735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6" y="4"/>
                  </a:moveTo>
                  <a:cubicBezTo>
                    <a:pt x="6" y="4"/>
                    <a:pt x="29" y="0"/>
                    <a:pt x="34" y="17"/>
                  </a:cubicBezTo>
                  <a:cubicBezTo>
                    <a:pt x="34" y="17"/>
                    <a:pt x="32" y="20"/>
                    <a:pt x="30" y="16"/>
                  </a:cubicBezTo>
                  <a:cubicBezTo>
                    <a:pt x="30" y="16"/>
                    <a:pt x="25" y="9"/>
                    <a:pt x="11" y="7"/>
                  </a:cubicBezTo>
                  <a:cubicBezTo>
                    <a:pt x="11" y="7"/>
                    <a:pt x="0" y="6"/>
                    <a:pt x="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641" name="Oval 1628"/>
            <p:cNvSpPr>
              <a:spLocks noChangeArrowheads="1"/>
            </p:cNvSpPr>
            <p:nvPr/>
          </p:nvSpPr>
          <p:spPr bwMode="auto">
            <a:xfrm>
              <a:off x="5437" y="1940"/>
              <a:ext cx="17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sp>
        <p:nvSpPr>
          <p:cNvPr id="209733" name="Rectangle 1861"/>
          <p:cNvSpPr>
            <a:spLocks noChangeArrowheads="1"/>
          </p:cNvSpPr>
          <p:nvPr/>
        </p:nvSpPr>
        <p:spPr bwMode="auto">
          <a:xfrm>
            <a:off x="-401638" y="-283365"/>
            <a:ext cx="9985376" cy="564118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  <a:extLst/>
        </p:spPr>
        <p:txBody>
          <a:bodyPr wrap="none" lIns="61458" tIns="30732" rIns="61458" bIns="3073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srgbClr val="000000"/>
              </a:solidFill>
            </a:endParaRPr>
          </a:p>
        </p:txBody>
      </p:sp>
      <p:grpSp>
        <p:nvGrpSpPr>
          <p:cNvPr id="209698" name="Group 1826"/>
          <p:cNvGrpSpPr>
            <a:grpSpLocks/>
          </p:cNvGrpSpPr>
          <p:nvPr/>
        </p:nvGrpSpPr>
        <p:grpSpPr bwMode="auto">
          <a:xfrm>
            <a:off x="342588" y="-1529950"/>
            <a:ext cx="8820150" cy="8134350"/>
            <a:chOff x="1109" y="-866"/>
            <a:chExt cx="6382" cy="6382"/>
          </a:xfrm>
        </p:grpSpPr>
        <p:grpSp>
          <p:nvGrpSpPr>
            <p:cNvPr id="98595" name="Group 1827"/>
            <p:cNvGrpSpPr>
              <a:grpSpLocks/>
            </p:cNvGrpSpPr>
            <p:nvPr/>
          </p:nvGrpSpPr>
          <p:grpSpPr bwMode="auto">
            <a:xfrm>
              <a:off x="1109" y="-866"/>
              <a:ext cx="6382" cy="6382"/>
              <a:chOff x="948" y="-1035"/>
              <a:chExt cx="6382" cy="6382"/>
            </a:xfrm>
          </p:grpSpPr>
          <p:sp>
            <p:nvSpPr>
              <p:cNvPr id="98597" name="Oval 1828"/>
              <p:cNvSpPr>
                <a:spLocks noChangeArrowheads="1"/>
              </p:cNvSpPr>
              <p:nvPr/>
            </p:nvSpPr>
            <p:spPr bwMode="auto">
              <a:xfrm>
                <a:off x="948" y="-1035"/>
                <a:ext cx="6382" cy="6382"/>
              </a:xfrm>
              <a:prstGeom prst="ellipse">
                <a:avLst/>
              </a:prstGeom>
              <a:gradFill rotWithShape="1">
                <a:gsLst>
                  <a:gs pos="0">
                    <a:schemeClr val="bg1">
                      <a:alpha val="90999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  <p:sp>
            <p:nvSpPr>
              <p:cNvPr id="98598" name="Oval 1829"/>
              <p:cNvSpPr>
                <a:spLocks noChangeArrowheads="1"/>
              </p:cNvSpPr>
              <p:nvPr/>
            </p:nvSpPr>
            <p:spPr bwMode="auto">
              <a:xfrm>
                <a:off x="2850" y="868"/>
                <a:ext cx="2723" cy="2723"/>
              </a:xfrm>
              <a:prstGeom prst="ellipse">
                <a:avLst/>
              </a:prstGeom>
              <a:gradFill rotWithShape="1">
                <a:gsLst>
                  <a:gs pos="0">
                    <a:srgbClr val="E7FFFF">
                      <a:alpha val="67000"/>
                    </a:srgbClr>
                  </a:gs>
                  <a:gs pos="100000">
                    <a:srgbClr val="00CC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98596" name="Oval 1830"/>
            <p:cNvSpPr>
              <a:spLocks noChangeArrowheads="1"/>
            </p:cNvSpPr>
            <p:nvPr/>
          </p:nvSpPr>
          <p:spPr bwMode="auto">
            <a:xfrm>
              <a:off x="3876" y="1901"/>
              <a:ext cx="994" cy="9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209501" name="Group 1629"/>
          <p:cNvGrpSpPr>
            <a:grpSpLocks/>
          </p:cNvGrpSpPr>
          <p:nvPr/>
        </p:nvGrpSpPr>
        <p:grpSpPr bwMode="auto">
          <a:xfrm rot="651753" flipH="1">
            <a:off x="-3859213" y="-1902618"/>
            <a:ext cx="4151313" cy="2050256"/>
            <a:chOff x="2867" y="717"/>
            <a:chExt cx="4222" cy="2260"/>
          </a:xfrm>
        </p:grpSpPr>
        <p:sp>
          <p:nvSpPr>
            <p:cNvPr id="98552" name="Freeform 1630"/>
            <p:cNvSpPr>
              <a:spLocks/>
            </p:cNvSpPr>
            <p:nvPr/>
          </p:nvSpPr>
          <p:spPr bwMode="auto">
            <a:xfrm>
              <a:off x="5370" y="2053"/>
              <a:ext cx="1561" cy="400"/>
            </a:xfrm>
            <a:custGeom>
              <a:avLst/>
              <a:gdLst>
                <a:gd name="T0" fmla="*/ 5556 w 277"/>
                <a:gd name="T1" fmla="*/ 1617 h 71"/>
                <a:gd name="T2" fmla="*/ 24170 w 277"/>
                <a:gd name="T3" fmla="*/ 1617 h 71"/>
                <a:gd name="T4" fmla="*/ 40270 w 277"/>
                <a:gd name="T5" fmla="*/ 8952 h 71"/>
                <a:gd name="T6" fmla="*/ 45286 w 277"/>
                <a:gd name="T7" fmla="*/ 10727 h 71"/>
                <a:gd name="T8" fmla="*/ 49574 w 277"/>
                <a:gd name="T9" fmla="*/ 11459 h 71"/>
                <a:gd name="T10" fmla="*/ 44204 w 277"/>
                <a:gd name="T11" fmla="*/ 11617 h 71"/>
                <a:gd name="T12" fmla="*/ 41155 w 277"/>
                <a:gd name="T13" fmla="*/ 11808 h 71"/>
                <a:gd name="T14" fmla="*/ 37571 w 277"/>
                <a:gd name="T15" fmla="*/ 11808 h 71"/>
                <a:gd name="T16" fmla="*/ 34173 w 277"/>
                <a:gd name="T17" fmla="*/ 11808 h 71"/>
                <a:gd name="T18" fmla="*/ 28104 w 277"/>
                <a:gd name="T19" fmla="*/ 11617 h 71"/>
                <a:gd name="T20" fmla="*/ 22739 w 277"/>
                <a:gd name="T21" fmla="*/ 10727 h 71"/>
                <a:gd name="T22" fmla="*/ 18608 w 277"/>
                <a:gd name="T23" fmla="*/ 10535 h 71"/>
                <a:gd name="T24" fmla="*/ 11812 w 277"/>
                <a:gd name="T25" fmla="*/ 10727 h 71"/>
                <a:gd name="T26" fmla="*/ 0 w 277"/>
                <a:gd name="T27" fmla="*/ 11268 h 71"/>
                <a:gd name="T28" fmla="*/ 5556 w 277"/>
                <a:gd name="T29" fmla="*/ 1617 h 7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77" h="71">
                  <a:moveTo>
                    <a:pt x="31" y="9"/>
                  </a:moveTo>
                  <a:cubicBezTo>
                    <a:pt x="31" y="9"/>
                    <a:pt x="108" y="0"/>
                    <a:pt x="135" y="9"/>
                  </a:cubicBezTo>
                  <a:cubicBezTo>
                    <a:pt x="135" y="9"/>
                    <a:pt x="186" y="26"/>
                    <a:pt x="225" y="50"/>
                  </a:cubicBezTo>
                  <a:cubicBezTo>
                    <a:pt x="225" y="50"/>
                    <a:pt x="244" y="61"/>
                    <a:pt x="253" y="60"/>
                  </a:cubicBezTo>
                  <a:cubicBezTo>
                    <a:pt x="253" y="60"/>
                    <a:pt x="277" y="56"/>
                    <a:pt x="277" y="64"/>
                  </a:cubicBezTo>
                  <a:cubicBezTo>
                    <a:pt x="277" y="64"/>
                    <a:pt x="265" y="71"/>
                    <a:pt x="247" y="65"/>
                  </a:cubicBezTo>
                  <a:cubicBezTo>
                    <a:pt x="247" y="65"/>
                    <a:pt x="238" y="69"/>
                    <a:pt x="230" y="66"/>
                  </a:cubicBezTo>
                  <a:cubicBezTo>
                    <a:pt x="230" y="66"/>
                    <a:pt x="217" y="69"/>
                    <a:pt x="210" y="66"/>
                  </a:cubicBezTo>
                  <a:cubicBezTo>
                    <a:pt x="210" y="66"/>
                    <a:pt x="198" y="68"/>
                    <a:pt x="191" y="66"/>
                  </a:cubicBezTo>
                  <a:cubicBezTo>
                    <a:pt x="191" y="66"/>
                    <a:pt x="163" y="69"/>
                    <a:pt x="157" y="65"/>
                  </a:cubicBezTo>
                  <a:cubicBezTo>
                    <a:pt x="157" y="65"/>
                    <a:pt x="139" y="69"/>
                    <a:pt x="127" y="60"/>
                  </a:cubicBezTo>
                  <a:cubicBezTo>
                    <a:pt x="127" y="60"/>
                    <a:pt x="114" y="57"/>
                    <a:pt x="104" y="59"/>
                  </a:cubicBezTo>
                  <a:cubicBezTo>
                    <a:pt x="104" y="59"/>
                    <a:pt x="81" y="65"/>
                    <a:pt x="66" y="60"/>
                  </a:cubicBezTo>
                  <a:cubicBezTo>
                    <a:pt x="66" y="60"/>
                    <a:pt x="23" y="56"/>
                    <a:pt x="0" y="63"/>
                  </a:cubicBezTo>
                  <a:lnTo>
                    <a:pt x="31" y="9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53" name="Freeform 1631"/>
            <p:cNvSpPr>
              <a:spLocks/>
            </p:cNvSpPr>
            <p:nvPr/>
          </p:nvSpPr>
          <p:spPr bwMode="auto">
            <a:xfrm>
              <a:off x="5409" y="2120"/>
              <a:ext cx="1324" cy="310"/>
            </a:xfrm>
            <a:custGeom>
              <a:avLst/>
              <a:gdLst>
                <a:gd name="T0" fmla="*/ 0 w 235"/>
                <a:gd name="T1" fmla="*/ 8421 h 55"/>
                <a:gd name="T2" fmla="*/ 3048 w 235"/>
                <a:gd name="T3" fmla="*/ 7880 h 55"/>
                <a:gd name="T4" fmla="*/ 3747 w 235"/>
                <a:gd name="T5" fmla="*/ 7530 h 55"/>
                <a:gd name="T6" fmla="*/ 4288 w 235"/>
                <a:gd name="T7" fmla="*/ 8071 h 55"/>
                <a:gd name="T8" fmla="*/ 5713 w 235"/>
                <a:gd name="T9" fmla="*/ 7339 h 55"/>
                <a:gd name="T10" fmla="*/ 5904 w 235"/>
                <a:gd name="T11" fmla="*/ 8071 h 55"/>
                <a:gd name="T12" fmla="*/ 6603 w 235"/>
                <a:gd name="T13" fmla="*/ 7688 h 55"/>
                <a:gd name="T14" fmla="*/ 7521 w 235"/>
                <a:gd name="T15" fmla="*/ 7880 h 55"/>
                <a:gd name="T16" fmla="*/ 8761 w 235"/>
                <a:gd name="T17" fmla="*/ 6640 h 55"/>
                <a:gd name="T18" fmla="*/ 8761 w 235"/>
                <a:gd name="T19" fmla="*/ 8071 h 55"/>
                <a:gd name="T20" fmla="*/ 9843 w 235"/>
                <a:gd name="T21" fmla="*/ 7530 h 55"/>
                <a:gd name="T22" fmla="*/ 9843 w 235"/>
                <a:gd name="T23" fmla="*/ 7880 h 55"/>
                <a:gd name="T24" fmla="*/ 10727 w 235"/>
                <a:gd name="T25" fmla="*/ 7688 h 55"/>
                <a:gd name="T26" fmla="*/ 11617 w 235"/>
                <a:gd name="T27" fmla="*/ 8229 h 55"/>
                <a:gd name="T28" fmla="*/ 14125 w 235"/>
                <a:gd name="T29" fmla="*/ 7147 h 55"/>
                <a:gd name="T30" fmla="*/ 13584 w 235"/>
                <a:gd name="T31" fmla="*/ 8770 h 55"/>
                <a:gd name="T32" fmla="*/ 17522 w 235"/>
                <a:gd name="T33" fmla="*/ 7688 h 55"/>
                <a:gd name="T34" fmla="*/ 18953 w 235"/>
                <a:gd name="T35" fmla="*/ 7530 h 55"/>
                <a:gd name="T36" fmla="*/ 20378 w 235"/>
                <a:gd name="T37" fmla="*/ 7688 h 55"/>
                <a:gd name="T38" fmla="*/ 23235 w 235"/>
                <a:gd name="T39" fmla="*/ 8770 h 55"/>
                <a:gd name="T40" fmla="*/ 26283 w 235"/>
                <a:gd name="T41" fmla="*/ 9120 h 55"/>
                <a:gd name="T42" fmla="*/ 29680 w 235"/>
                <a:gd name="T43" fmla="*/ 9655 h 55"/>
                <a:gd name="T44" fmla="*/ 31297 w 235"/>
                <a:gd name="T45" fmla="*/ 9120 h 55"/>
                <a:gd name="T46" fmla="*/ 32728 w 235"/>
                <a:gd name="T47" fmla="*/ 9306 h 55"/>
                <a:gd name="T48" fmla="*/ 35585 w 235"/>
                <a:gd name="T49" fmla="*/ 9497 h 55"/>
                <a:gd name="T50" fmla="*/ 37202 w 235"/>
                <a:gd name="T51" fmla="*/ 9497 h 55"/>
                <a:gd name="T52" fmla="*/ 38982 w 235"/>
                <a:gd name="T53" fmla="*/ 8770 h 55"/>
                <a:gd name="T54" fmla="*/ 40407 w 235"/>
                <a:gd name="T55" fmla="*/ 9306 h 55"/>
                <a:gd name="T56" fmla="*/ 42024 w 235"/>
                <a:gd name="T57" fmla="*/ 9306 h 55"/>
                <a:gd name="T58" fmla="*/ 38819 w 235"/>
                <a:gd name="T59" fmla="*/ 7688 h 55"/>
                <a:gd name="T60" fmla="*/ 34886 w 235"/>
                <a:gd name="T61" fmla="*/ 5557 h 55"/>
                <a:gd name="T62" fmla="*/ 27015 w 235"/>
                <a:gd name="T63" fmla="*/ 1618 h 55"/>
                <a:gd name="T64" fmla="*/ 22345 w 235"/>
                <a:gd name="T65" fmla="*/ 192 h 55"/>
                <a:gd name="T66" fmla="*/ 17713 w 235"/>
                <a:gd name="T67" fmla="*/ 349 h 55"/>
                <a:gd name="T68" fmla="*/ 13426 w 235"/>
                <a:gd name="T69" fmla="*/ 541 h 55"/>
                <a:gd name="T70" fmla="*/ 9302 w 235"/>
                <a:gd name="T71" fmla="*/ 192 h 55"/>
                <a:gd name="T72" fmla="*/ 2158 w 235"/>
                <a:gd name="T73" fmla="*/ 1082 h 55"/>
                <a:gd name="T74" fmla="*/ 0 w 235"/>
                <a:gd name="T75" fmla="*/ 8421 h 5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35" h="55">
                  <a:moveTo>
                    <a:pt x="0" y="47"/>
                  </a:moveTo>
                  <a:cubicBezTo>
                    <a:pt x="6" y="48"/>
                    <a:pt x="13" y="45"/>
                    <a:pt x="17" y="44"/>
                  </a:cubicBezTo>
                  <a:cubicBezTo>
                    <a:pt x="19" y="44"/>
                    <a:pt x="19" y="42"/>
                    <a:pt x="21" y="42"/>
                  </a:cubicBezTo>
                  <a:cubicBezTo>
                    <a:pt x="22" y="42"/>
                    <a:pt x="22" y="44"/>
                    <a:pt x="24" y="45"/>
                  </a:cubicBezTo>
                  <a:cubicBezTo>
                    <a:pt x="27" y="45"/>
                    <a:pt x="30" y="42"/>
                    <a:pt x="32" y="41"/>
                  </a:cubicBezTo>
                  <a:cubicBezTo>
                    <a:pt x="32" y="42"/>
                    <a:pt x="33" y="44"/>
                    <a:pt x="33" y="45"/>
                  </a:cubicBezTo>
                  <a:cubicBezTo>
                    <a:pt x="34" y="45"/>
                    <a:pt x="35" y="43"/>
                    <a:pt x="37" y="43"/>
                  </a:cubicBezTo>
                  <a:cubicBezTo>
                    <a:pt x="38" y="43"/>
                    <a:pt x="41" y="44"/>
                    <a:pt x="42" y="44"/>
                  </a:cubicBezTo>
                  <a:cubicBezTo>
                    <a:pt x="45" y="43"/>
                    <a:pt x="47" y="39"/>
                    <a:pt x="49" y="37"/>
                  </a:cubicBezTo>
                  <a:cubicBezTo>
                    <a:pt x="49" y="40"/>
                    <a:pt x="48" y="42"/>
                    <a:pt x="49" y="45"/>
                  </a:cubicBezTo>
                  <a:cubicBezTo>
                    <a:pt x="51" y="44"/>
                    <a:pt x="53" y="42"/>
                    <a:pt x="55" y="42"/>
                  </a:cubicBezTo>
                  <a:cubicBezTo>
                    <a:pt x="55" y="42"/>
                    <a:pt x="55" y="43"/>
                    <a:pt x="55" y="44"/>
                  </a:cubicBezTo>
                  <a:cubicBezTo>
                    <a:pt x="57" y="44"/>
                    <a:pt x="59" y="42"/>
                    <a:pt x="60" y="43"/>
                  </a:cubicBezTo>
                  <a:cubicBezTo>
                    <a:pt x="63" y="43"/>
                    <a:pt x="62" y="45"/>
                    <a:pt x="65" y="46"/>
                  </a:cubicBezTo>
                  <a:cubicBezTo>
                    <a:pt x="68" y="47"/>
                    <a:pt x="76" y="42"/>
                    <a:pt x="79" y="40"/>
                  </a:cubicBezTo>
                  <a:cubicBezTo>
                    <a:pt x="79" y="44"/>
                    <a:pt x="75" y="45"/>
                    <a:pt x="76" y="49"/>
                  </a:cubicBezTo>
                  <a:cubicBezTo>
                    <a:pt x="83" y="47"/>
                    <a:pt x="90" y="45"/>
                    <a:pt x="98" y="43"/>
                  </a:cubicBezTo>
                  <a:cubicBezTo>
                    <a:pt x="99" y="48"/>
                    <a:pt x="103" y="43"/>
                    <a:pt x="106" y="42"/>
                  </a:cubicBezTo>
                  <a:cubicBezTo>
                    <a:pt x="107" y="42"/>
                    <a:pt x="112" y="43"/>
                    <a:pt x="114" y="43"/>
                  </a:cubicBezTo>
                  <a:cubicBezTo>
                    <a:pt x="119" y="45"/>
                    <a:pt x="125" y="47"/>
                    <a:pt x="130" y="49"/>
                  </a:cubicBezTo>
                  <a:cubicBezTo>
                    <a:pt x="136" y="51"/>
                    <a:pt x="141" y="49"/>
                    <a:pt x="147" y="51"/>
                  </a:cubicBezTo>
                  <a:cubicBezTo>
                    <a:pt x="153" y="52"/>
                    <a:pt x="161" y="55"/>
                    <a:pt x="166" y="54"/>
                  </a:cubicBezTo>
                  <a:cubicBezTo>
                    <a:pt x="169" y="53"/>
                    <a:pt x="171" y="51"/>
                    <a:pt x="175" y="51"/>
                  </a:cubicBezTo>
                  <a:cubicBezTo>
                    <a:pt x="177" y="52"/>
                    <a:pt x="180" y="52"/>
                    <a:pt x="183" y="52"/>
                  </a:cubicBezTo>
                  <a:cubicBezTo>
                    <a:pt x="189" y="52"/>
                    <a:pt x="194" y="53"/>
                    <a:pt x="199" y="53"/>
                  </a:cubicBezTo>
                  <a:cubicBezTo>
                    <a:pt x="202" y="53"/>
                    <a:pt x="205" y="52"/>
                    <a:pt x="208" y="53"/>
                  </a:cubicBezTo>
                  <a:cubicBezTo>
                    <a:pt x="213" y="53"/>
                    <a:pt x="214" y="50"/>
                    <a:pt x="218" y="49"/>
                  </a:cubicBezTo>
                  <a:cubicBezTo>
                    <a:pt x="221" y="49"/>
                    <a:pt x="223" y="51"/>
                    <a:pt x="226" y="52"/>
                  </a:cubicBezTo>
                  <a:cubicBezTo>
                    <a:pt x="229" y="53"/>
                    <a:pt x="232" y="53"/>
                    <a:pt x="235" y="52"/>
                  </a:cubicBezTo>
                  <a:cubicBezTo>
                    <a:pt x="233" y="49"/>
                    <a:pt x="221" y="45"/>
                    <a:pt x="217" y="43"/>
                  </a:cubicBezTo>
                  <a:cubicBezTo>
                    <a:pt x="210" y="40"/>
                    <a:pt x="202" y="36"/>
                    <a:pt x="195" y="31"/>
                  </a:cubicBezTo>
                  <a:cubicBezTo>
                    <a:pt x="182" y="22"/>
                    <a:pt x="167" y="14"/>
                    <a:pt x="151" y="9"/>
                  </a:cubicBezTo>
                  <a:cubicBezTo>
                    <a:pt x="142" y="6"/>
                    <a:pt x="134" y="3"/>
                    <a:pt x="125" y="1"/>
                  </a:cubicBezTo>
                  <a:cubicBezTo>
                    <a:pt x="116" y="0"/>
                    <a:pt x="108" y="1"/>
                    <a:pt x="99" y="2"/>
                  </a:cubicBezTo>
                  <a:cubicBezTo>
                    <a:pt x="91" y="3"/>
                    <a:pt x="83" y="4"/>
                    <a:pt x="75" y="3"/>
                  </a:cubicBezTo>
                  <a:cubicBezTo>
                    <a:pt x="67" y="2"/>
                    <a:pt x="60" y="0"/>
                    <a:pt x="52" y="1"/>
                  </a:cubicBezTo>
                  <a:cubicBezTo>
                    <a:pt x="38" y="2"/>
                    <a:pt x="26" y="6"/>
                    <a:pt x="12" y="6"/>
                  </a:cubicBezTo>
                  <a:lnTo>
                    <a:pt x="0" y="47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54" name="Freeform 1632"/>
            <p:cNvSpPr>
              <a:spLocks/>
            </p:cNvSpPr>
            <p:nvPr/>
          </p:nvSpPr>
          <p:spPr bwMode="auto">
            <a:xfrm>
              <a:off x="5437" y="2222"/>
              <a:ext cx="107" cy="169"/>
            </a:xfrm>
            <a:custGeom>
              <a:avLst/>
              <a:gdLst>
                <a:gd name="T0" fmla="*/ 1965 w 19"/>
                <a:gd name="T1" fmla="*/ 2507 h 30"/>
                <a:gd name="T2" fmla="*/ 0 w 19"/>
                <a:gd name="T3" fmla="*/ 4822 h 30"/>
                <a:gd name="T4" fmla="*/ 2157 w 19"/>
                <a:gd name="T5" fmla="*/ 3205 h 30"/>
                <a:gd name="T6" fmla="*/ 3204 w 19"/>
                <a:gd name="T7" fmla="*/ 0 h 30"/>
                <a:gd name="T8" fmla="*/ 2506 w 19"/>
                <a:gd name="T9" fmla="*/ 1775 h 30"/>
                <a:gd name="T10" fmla="*/ 1965 w 19"/>
                <a:gd name="T11" fmla="*/ 2507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30">
                  <a:moveTo>
                    <a:pt x="11" y="14"/>
                  </a:moveTo>
                  <a:cubicBezTo>
                    <a:pt x="9" y="19"/>
                    <a:pt x="3" y="23"/>
                    <a:pt x="0" y="27"/>
                  </a:cubicBezTo>
                  <a:cubicBezTo>
                    <a:pt x="3" y="30"/>
                    <a:pt x="10" y="21"/>
                    <a:pt x="12" y="18"/>
                  </a:cubicBezTo>
                  <a:cubicBezTo>
                    <a:pt x="15" y="14"/>
                    <a:pt x="19" y="5"/>
                    <a:pt x="18" y="0"/>
                  </a:cubicBezTo>
                  <a:cubicBezTo>
                    <a:pt x="16" y="3"/>
                    <a:pt x="14" y="6"/>
                    <a:pt x="14" y="10"/>
                  </a:cubicBezTo>
                  <a:lnTo>
                    <a:pt x="11" y="14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55" name="Freeform 1633"/>
            <p:cNvSpPr>
              <a:spLocks/>
            </p:cNvSpPr>
            <p:nvPr/>
          </p:nvSpPr>
          <p:spPr bwMode="auto">
            <a:xfrm>
              <a:off x="5533" y="2244"/>
              <a:ext cx="197" cy="113"/>
            </a:xfrm>
            <a:custGeom>
              <a:avLst/>
              <a:gdLst>
                <a:gd name="T0" fmla="*/ 2505 w 35"/>
                <a:gd name="T1" fmla="*/ 192 h 20"/>
                <a:gd name="T2" fmla="*/ 0 w 35"/>
                <a:gd name="T3" fmla="*/ 2876 h 20"/>
                <a:gd name="T4" fmla="*/ 1238 w 35"/>
                <a:gd name="T5" fmla="*/ 1978 h 20"/>
                <a:gd name="T6" fmla="*/ 2662 w 35"/>
                <a:gd name="T7" fmla="*/ 1277 h 20"/>
                <a:gd name="T8" fmla="*/ 1615 w 35"/>
                <a:gd name="T9" fmla="*/ 3605 h 20"/>
                <a:gd name="T10" fmla="*/ 4469 w 35"/>
                <a:gd name="T11" fmla="*/ 1277 h 20"/>
                <a:gd name="T12" fmla="*/ 3737 w 35"/>
                <a:gd name="T13" fmla="*/ 3418 h 20"/>
                <a:gd name="T14" fmla="*/ 6242 w 35"/>
                <a:gd name="T15" fmla="*/ 192 h 20"/>
                <a:gd name="T16" fmla="*/ 5004 w 35"/>
                <a:gd name="T17" fmla="*/ 1435 h 20"/>
                <a:gd name="T18" fmla="*/ 5161 w 35"/>
                <a:gd name="T19" fmla="*/ 542 h 20"/>
                <a:gd name="T20" fmla="*/ 3580 w 35"/>
                <a:gd name="T21" fmla="*/ 1277 h 20"/>
                <a:gd name="T22" fmla="*/ 3388 w 35"/>
                <a:gd name="T23" fmla="*/ 542 h 20"/>
                <a:gd name="T24" fmla="*/ 2854 w 35"/>
                <a:gd name="T25" fmla="*/ 893 h 20"/>
                <a:gd name="T26" fmla="*/ 3039 w 35"/>
                <a:gd name="T27" fmla="*/ 0 h 20"/>
                <a:gd name="T28" fmla="*/ 2662 w 35"/>
                <a:gd name="T29" fmla="*/ 350 h 20"/>
                <a:gd name="T30" fmla="*/ 2505 w 35"/>
                <a:gd name="T31" fmla="*/ 192 h 2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5" h="20">
                  <a:moveTo>
                    <a:pt x="14" y="1"/>
                  </a:moveTo>
                  <a:cubicBezTo>
                    <a:pt x="10" y="5"/>
                    <a:pt x="2" y="11"/>
                    <a:pt x="0" y="16"/>
                  </a:cubicBezTo>
                  <a:cubicBezTo>
                    <a:pt x="3" y="18"/>
                    <a:pt x="5" y="12"/>
                    <a:pt x="7" y="11"/>
                  </a:cubicBezTo>
                  <a:cubicBezTo>
                    <a:pt x="10" y="9"/>
                    <a:pt x="12" y="9"/>
                    <a:pt x="15" y="7"/>
                  </a:cubicBezTo>
                  <a:cubicBezTo>
                    <a:pt x="16" y="12"/>
                    <a:pt x="10" y="14"/>
                    <a:pt x="9" y="20"/>
                  </a:cubicBezTo>
                  <a:cubicBezTo>
                    <a:pt x="15" y="17"/>
                    <a:pt x="19" y="9"/>
                    <a:pt x="25" y="7"/>
                  </a:cubicBezTo>
                  <a:cubicBezTo>
                    <a:pt x="26" y="12"/>
                    <a:pt x="21" y="14"/>
                    <a:pt x="21" y="19"/>
                  </a:cubicBezTo>
                  <a:cubicBezTo>
                    <a:pt x="26" y="16"/>
                    <a:pt x="34" y="7"/>
                    <a:pt x="35" y="1"/>
                  </a:cubicBezTo>
                  <a:cubicBezTo>
                    <a:pt x="32" y="2"/>
                    <a:pt x="31" y="7"/>
                    <a:pt x="28" y="8"/>
                  </a:cubicBezTo>
                  <a:cubicBezTo>
                    <a:pt x="28" y="6"/>
                    <a:pt x="28" y="4"/>
                    <a:pt x="29" y="3"/>
                  </a:cubicBezTo>
                  <a:cubicBezTo>
                    <a:pt x="25" y="0"/>
                    <a:pt x="23" y="7"/>
                    <a:pt x="20" y="7"/>
                  </a:cubicBezTo>
                  <a:cubicBezTo>
                    <a:pt x="20" y="6"/>
                    <a:pt x="19" y="4"/>
                    <a:pt x="19" y="3"/>
                  </a:cubicBezTo>
                  <a:cubicBezTo>
                    <a:pt x="18" y="4"/>
                    <a:pt x="17" y="3"/>
                    <a:pt x="16" y="5"/>
                  </a:cubicBezTo>
                  <a:cubicBezTo>
                    <a:pt x="16" y="3"/>
                    <a:pt x="16" y="1"/>
                    <a:pt x="17" y="0"/>
                  </a:cubicBezTo>
                  <a:cubicBezTo>
                    <a:pt x="15" y="0"/>
                    <a:pt x="16" y="1"/>
                    <a:pt x="15" y="2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56" name="Freeform 1634"/>
            <p:cNvSpPr>
              <a:spLocks/>
            </p:cNvSpPr>
            <p:nvPr/>
          </p:nvSpPr>
          <p:spPr bwMode="auto">
            <a:xfrm>
              <a:off x="5742" y="2188"/>
              <a:ext cx="918" cy="259"/>
            </a:xfrm>
            <a:custGeom>
              <a:avLst/>
              <a:gdLst>
                <a:gd name="T0" fmla="*/ 1076 w 163"/>
                <a:gd name="T1" fmla="*/ 1965 h 46"/>
                <a:gd name="T2" fmla="*/ 0 w 163"/>
                <a:gd name="T3" fmla="*/ 3046 h 46"/>
                <a:gd name="T4" fmla="*/ 541 w 163"/>
                <a:gd name="T5" fmla="*/ 3204 h 46"/>
                <a:gd name="T6" fmla="*/ 191 w 163"/>
                <a:gd name="T7" fmla="*/ 5011 h 46"/>
                <a:gd name="T8" fmla="*/ 3205 w 163"/>
                <a:gd name="T9" fmla="*/ 3046 h 46"/>
                <a:gd name="T10" fmla="*/ 1774 w 163"/>
                <a:gd name="T11" fmla="*/ 5011 h 46"/>
                <a:gd name="T12" fmla="*/ 4629 w 163"/>
                <a:gd name="T13" fmla="*/ 2506 h 46"/>
                <a:gd name="T14" fmla="*/ 4280 w 163"/>
                <a:gd name="T15" fmla="*/ 4279 h 46"/>
                <a:gd name="T16" fmla="*/ 5170 w 163"/>
                <a:gd name="T17" fmla="*/ 3581 h 46"/>
                <a:gd name="T18" fmla="*/ 4472 w 163"/>
                <a:gd name="T19" fmla="*/ 5704 h 46"/>
                <a:gd name="T20" fmla="*/ 6978 w 163"/>
                <a:gd name="T21" fmla="*/ 3930 h 46"/>
                <a:gd name="T22" fmla="*/ 6978 w 163"/>
                <a:gd name="T23" fmla="*/ 5169 h 46"/>
                <a:gd name="T24" fmla="*/ 7868 w 163"/>
                <a:gd name="T25" fmla="*/ 4121 h 46"/>
                <a:gd name="T26" fmla="*/ 8025 w 163"/>
                <a:gd name="T27" fmla="*/ 5169 h 46"/>
                <a:gd name="T28" fmla="*/ 9101 w 163"/>
                <a:gd name="T29" fmla="*/ 4121 h 46"/>
                <a:gd name="T30" fmla="*/ 10374 w 163"/>
                <a:gd name="T31" fmla="*/ 4279 h 46"/>
                <a:gd name="T32" fmla="*/ 11799 w 163"/>
                <a:gd name="T33" fmla="*/ 4471 h 46"/>
                <a:gd name="T34" fmla="*/ 14114 w 163"/>
                <a:gd name="T35" fmla="*/ 5360 h 46"/>
                <a:gd name="T36" fmla="*/ 16271 w 163"/>
                <a:gd name="T37" fmla="*/ 6785 h 46"/>
                <a:gd name="T38" fmla="*/ 15893 w 163"/>
                <a:gd name="T39" fmla="*/ 5895 h 46"/>
                <a:gd name="T40" fmla="*/ 18050 w 163"/>
                <a:gd name="T41" fmla="*/ 6976 h 46"/>
                <a:gd name="T42" fmla="*/ 17701 w 163"/>
                <a:gd name="T43" fmla="*/ 6053 h 46"/>
                <a:gd name="T44" fmla="*/ 18743 w 163"/>
                <a:gd name="T45" fmla="*/ 6976 h 46"/>
                <a:gd name="T46" fmla="*/ 20365 w 163"/>
                <a:gd name="T47" fmla="*/ 7325 h 46"/>
                <a:gd name="T48" fmla="*/ 20365 w 163"/>
                <a:gd name="T49" fmla="*/ 6436 h 46"/>
                <a:gd name="T50" fmla="*/ 22330 w 163"/>
                <a:gd name="T51" fmla="*/ 6976 h 46"/>
                <a:gd name="T52" fmla="*/ 23570 w 163"/>
                <a:gd name="T53" fmla="*/ 6785 h 46"/>
                <a:gd name="T54" fmla="*/ 24994 w 163"/>
                <a:gd name="T55" fmla="*/ 6976 h 46"/>
                <a:gd name="T56" fmla="*/ 26070 w 163"/>
                <a:gd name="T57" fmla="*/ 6785 h 46"/>
                <a:gd name="T58" fmla="*/ 26960 w 163"/>
                <a:gd name="T59" fmla="*/ 6976 h 46"/>
                <a:gd name="T60" fmla="*/ 29117 w 163"/>
                <a:gd name="T61" fmla="*/ 6785 h 46"/>
                <a:gd name="T62" fmla="*/ 25721 w 163"/>
                <a:gd name="T63" fmla="*/ 5169 h 46"/>
                <a:gd name="T64" fmla="*/ 22522 w 163"/>
                <a:gd name="T65" fmla="*/ 3046 h 46"/>
                <a:gd name="T66" fmla="*/ 18743 w 163"/>
                <a:gd name="T67" fmla="*/ 1425 h 46"/>
                <a:gd name="T68" fmla="*/ 14812 w 163"/>
                <a:gd name="T69" fmla="*/ 191 h 46"/>
                <a:gd name="T70" fmla="*/ 15893 w 163"/>
                <a:gd name="T71" fmla="*/ 1965 h 46"/>
                <a:gd name="T72" fmla="*/ 13922 w 163"/>
                <a:gd name="T73" fmla="*/ 1965 h 46"/>
                <a:gd name="T74" fmla="*/ 12846 w 163"/>
                <a:gd name="T75" fmla="*/ 2314 h 46"/>
                <a:gd name="T76" fmla="*/ 11607 w 163"/>
                <a:gd name="T77" fmla="*/ 1616 h 46"/>
                <a:gd name="T78" fmla="*/ 9991 w 163"/>
                <a:gd name="T79" fmla="*/ 1965 h 46"/>
                <a:gd name="T80" fmla="*/ 8943 w 163"/>
                <a:gd name="T81" fmla="*/ 2506 h 46"/>
                <a:gd name="T82" fmla="*/ 7868 w 163"/>
                <a:gd name="T83" fmla="*/ 2855 h 46"/>
                <a:gd name="T84" fmla="*/ 7327 w 163"/>
                <a:gd name="T85" fmla="*/ 1965 h 46"/>
                <a:gd name="T86" fmla="*/ 6246 w 163"/>
                <a:gd name="T87" fmla="*/ 2156 h 46"/>
                <a:gd name="T88" fmla="*/ 5170 w 163"/>
                <a:gd name="T89" fmla="*/ 2314 h 46"/>
                <a:gd name="T90" fmla="*/ 4123 w 163"/>
                <a:gd name="T91" fmla="*/ 1965 h 46"/>
                <a:gd name="T92" fmla="*/ 1616 w 163"/>
                <a:gd name="T93" fmla="*/ 2506 h 46"/>
                <a:gd name="T94" fmla="*/ 1774 w 163"/>
                <a:gd name="T95" fmla="*/ 1616 h 46"/>
                <a:gd name="T96" fmla="*/ 1076 w 163"/>
                <a:gd name="T97" fmla="*/ 1965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63" h="46">
                  <a:moveTo>
                    <a:pt x="6" y="11"/>
                  </a:moveTo>
                  <a:cubicBezTo>
                    <a:pt x="4" y="13"/>
                    <a:pt x="2" y="15"/>
                    <a:pt x="0" y="17"/>
                  </a:cubicBezTo>
                  <a:cubicBezTo>
                    <a:pt x="1" y="17"/>
                    <a:pt x="2" y="18"/>
                    <a:pt x="3" y="18"/>
                  </a:cubicBezTo>
                  <a:cubicBezTo>
                    <a:pt x="3" y="22"/>
                    <a:pt x="4" y="24"/>
                    <a:pt x="1" y="28"/>
                  </a:cubicBezTo>
                  <a:cubicBezTo>
                    <a:pt x="7" y="32"/>
                    <a:pt x="13" y="17"/>
                    <a:pt x="18" y="17"/>
                  </a:cubicBezTo>
                  <a:cubicBezTo>
                    <a:pt x="18" y="21"/>
                    <a:pt x="12" y="24"/>
                    <a:pt x="10" y="28"/>
                  </a:cubicBezTo>
                  <a:cubicBezTo>
                    <a:pt x="15" y="30"/>
                    <a:pt x="21" y="16"/>
                    <a:pt x="26" y="14"/>
                  </a:cubicBezTo>
                  <a:cubicBezTo>
                    <a:pt x="27" y="18"/>
                    <a:pt x="23" y="20"/>
                    <a:pt x="24" y="24"/>
                  </a:cubicBezTo>
                  <a:cubicBezTo>
                    <a:pt x="26" y="24"/>
                    <a:pt x="28" y="22"/>
                    <a:pt x="29" y="20"/>
                  </a:cubicBezTo>
                  <a:cubicBezTo>
                    <a:pt x="30" y="24"/>
                    <a:pt x="26" y="28"/>
                    <a:pt x="25" y="32"/>
                  </a:cubicBezTo>
                  <a:cubicBezTo>
                    <a:pt x="30" y="34"/>
                    <a:pt x="35" y="24"/>
                    <a:pt x="39" y="22"/>
                  </a:cubicBezTo>
                  <a:cubicBezTo>
                    <a:pt x="39" y="24"/>
                    <a:pt x="39" y="27"/>
                    <a:pt x="39" y="29"/>
                  </a:cubicBezTo>
                  <a:cubicBezTo>
                    <a:pt x="41" y="28"/>
                    <a:pt x="42" y="25"/>
                    <a:pt x="44" y="23"/>
                  </a:cubicBezTo>
                  <a:cubicBezTo>
                    <a:pt x="45" y="25"/>
                    <a:pt x="45" y="27"/>
                    <a:pt x="45" y="29"/>
                  </a:cubicBezTo>
                  <a:cubicBezTo>
                    <a:pt x="47" y="28"/>
                    <a:pt x="48" y="23"/>
                    <a:pt x="51" y="23"/>
                  </a:cubicBezTo>
                  <a:cubicBezTo>
                    <a:pt x="52" y="34"/>
                    <a:pt x="53" y="24"/>
                    <a:pt x="58" y="24"/>
                  </a:cubicBezTo>
                  <a:cubicBezTo>
                    <a:pt x="59" y="24"/>
                    <a:pt x="66" y="38"/>
                    <a:pt x="66" y="25"/>
                  </a:cubicBezTo>
                  <a:cubicBezTo>
                    <a:pt x="69" y="26"/>
                    <a:pt x="83" y="46"/>
                    <a:pt x="79" y="30"/>
                  </a:cubicBezTo>
                  <a:cubicBezTo>
                    <a:pt x="83" y="32"/>
                    <a:pt x="86" y="38"/>
                    <a:pt x="91" y="38"/>
                  </a:cubicBezTo>
                  <a:cubicBezTo>
                    <a:pt x="91" y="36"/>
                    <a:pt x="90" y="34"/>
                    <a:pt x="89" y="33"/>
                  </a:cubicBezTo>
                  <a:cubicBezTo>
                    <a:pt x="93" y="32"/>
                    <a:pt x="96" y="39"/>
                    <a:pt x="101" y="39"/>
                  </a:cubicBezTo>
                  <a:cubicBezTo>
                    <a:pt x="100" y="38"/>
                    <a:pt x="100" y="35"/>
                    <a:pt x="99" y="34"/>
                  </a:cubicBezTo>
                  <a:cubicBezTo>
                    <a:pt x="102" y="34"/>
                    <a:pt x="103" y="37"/>
                    <a:pt x="105" y="39"/>
                  </a:cubicBezTo>
                  <a:cubicBezTo>
                    <a:pt x="108" y="40"/>
                    <a:pt x="111" y="40"/>
                    <a:pt x="114" y="41"/>
                  </a:cubicBezTo>
                  <a:cubicBezTo>
                    <a:pt x="114" y="39"/>
                    <a:pt x="114" y="37"/>
                    <a:pt x="114" y="36"/>
                  </a:cubicBezTo>
                  <a:cubicBezTo>
                    <a:pt x="118" y="35"/>
                    <a:pt x="121" y="39"/>
                    <a:pt x="125" y="39"/>
                  </a:cubicBezTo>
                  <a:cubicBezTo>
                    <a:pt x="128" y="39"/>
                    <a:pt x="129" y="38"/>
                    <a:pt x="132" y="38"/>
                  </a:cubicBezTo>
                  <a:cubicBezTo>
                    <a:pt x="135" y="38"/>
                    <a:pt x="137" y="39"/>
                    <a:pt x="140" y="39"/>
                  </a:cubicBezTo>
                  <a:cubicBezTo>
                    <a:pt x="142" y="39"/>
                    <a:pt x="143" y="38"/>
                    <a:pt x="146" y="38"/>
                  </a:cubicBezTo>
                  <a:cubicBezTo>
                    <a:pt x="148" y="38"/>
                    <a:pt x="149" y="39"/>
                    <a:pt x="151" y="39"/>
                  </a:cubicBezTo>
                  <a:cubicBezTo>
                    <a:pt x="156" y="38"/>
                    <a:pt x="159" y="38"/>
                    <a:pt x="163" y="38"/>
                  </a:cubicBezTo>
                  <a:cubicBezTo>
                    <a:pt x="163" y="31"/>
                    <a:pt x="149" y="30"/>
                    <a:pt x="144" y="29"/>
                  </a:cubicBezTo>
                  <a:cubicBezTo>
                    <a:pt x="137" y="26"/>
                    <a:pt x="132" y="21"/>
                    <a:pt x="126" y="17"/>
                  </a:cubicBezTo>
                  <a:cubicBezTo>
                    <a:pt x="119" y="12"/>
                    <a:pt x="113" y="11"/>
                    <a:pt x="105" y="8"/>
                  </a:cubicBezTo>
                  <a:cubicBezTo>
                    <a:pt x="98" y="6"/>
                    <a:pt x="90" y="0"/>
                    <a:pt x="83" y="1"/>
                  </a:cubicBezTo>
                  <a:cubicBezTo>
                    <a:pt x="83" y="6"/>
                    <a:pt x="91" y="7"/>
                    <a:pt x="89" y="11"/>
                  </a:cubicBezTo>
                  <a:cubicBezTo>
                    <a:pt x="88" y="15"/>
                    <a:pt x="80" y="11"/>
                    <a:pt x="78" y="11"/>
                  </a:cubicBezTo>
                  <a:cubicBezTo>
                    <a:pt x="76" y="11"/>
                    <a:pt x="74" y="13"/>
                    <a:pt x="72" y="13"/>
                  </a:cubicBezTo>
                  <a:cubicBezTo>
                    <a:pt x="70" y="13"/>
                    <a:pt x="66" y="9"/>
                    <a:pt x="65" y="9"/>
                  </a:cubicBezTo>
                  <a:cubicBezTo>
                    <a:pt x="62" y="9"/>
                    <a:pt x="58" y="19"/>
                    <a:pt x="56" y="11"/>
                  </a:cubicBezTo>
                  <a:cubicBezTo>
                    <a:pt x="54" y="12"/>
                    <a:pt x="52" y="13"/>
                    <a:pt x="50" y="14"/>
                  </a:cubicBezTo>
                  <a:cubicBezTo>
                    <a:pt x="50" y="14"/>
                    <a:pt x="45" y="16"/>
                    <a:pt x="44" y="16"/>
                  </a:cubicBezTo>
                  <a:cubicBezTo>
                    <a:pt x="42" y="15"/>
                    <a:pt x="42" y="11"/>
                    <a:pt x="41" y="11"/>
                  </a:cubicBezTo>
                  <a:cubicBezTo>
                    <a:pt x="38" y="8"/>
                    <a:pt x="39" y="11"/>
                    <a:pt x="35" y="12"/>
                  </a:cubicBezTo>
                  <a:cubicBezTo>
                    <a:pt x="32" y="14"/>
                    <a:pt x="33" y="14"/>
                    <a:pt x="29" y="13"/>
                  </a:cubicBezTo>
                  <a:cubicBezTo>
                    <a:pt x="27" y="12"/>
                    <a:pt x="27" y="11"/>
                    <a:pt x="23" y="11"/>
                  </a:cubicBezTo>
                  <a:cubicBezTo>
                    <a:pt x="17" y="13"/>
                    <a:pt x="14" y="12"/>
                    <a:pt x="9" y="14"/>
                  </a:cubicBezTo>
                  <a:cubicBezTo>
                    <a:pt x="10" y="13"/>
                    <a:pt x="9" y="11"/>
                    <a:pt x="10" y="9"/>
                  </a:cubicBezTo>
                  <a:cubicBezTo>
                    <a:pt x="8" y="9"/>
                    <a:pt x="7" y="10"/>
                    <a:pt x="6" y="1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57" name="Freeform 1635"/>
            <p:cNvSpPr>
              <a:spLocks/>
            </p:cNvSpPr>
            <p:nvPr/>
          </p:nvSpPr>
          <p:spPr bwMode="auto">
            <a:xfrm>
              <a:off x="2918" y="762"/>
              <a:ext cx="2705" cy="2119"/>
            </a:xfrm>
            <a:custGeom>
              <a:avLst/>
              <a:gdLst>
                <a:gd name="T0" fmla="*/ 2158 w 480"/>
                <a:gd name="T1" fmla="*/ 733 h 376"/>
                <a:gd name="T2" fmla="*/ 5179 w 480"/>
                <a:gd name="T3" fmla="*/ 1617 h 376"/>
                <a:gd name="T4" fmla="*/ 35599 w 480"/>
                <a:gd name="T5" fmla="*/ 15025 h 376"/>
                <a:gd name="T6" fmla="*/ 57261 w 480"/>
                <a:gd name="T7" fmla="*/ 23822 h 376"/>
                <a:gd name="T8" fmla="*/ 71040 w 480"/>
                <a:gd name="T9" fmla="*/ 37223 h 376"/>
                <a:gd name="T10" fmla="*/ 74630 w 480"/>
                <a:gd name="T11" fmla="*/ 36874 h 376"/>
                <a:gd name="T12" fmla="*/ 81967 w 480"/>
                <a:gd name="T13" fmla="*/ 34716 h 376"/>
                <a:gd name="T14" fmla="*/ 84283 w 480"/>
                <a:gd name="T15" fmla="*/ 39540 h 376"/>
                <a:gd name="T16" fmla="*/ 83399 w 480"/>
                <a:gd name="T17" fmla="*/ 43130 h 376"/>
                <a:gd name="T18" fmla="*/ 73739 w 480"/>
                <a:gd name="T19" fmla="*/ 56215 h 376"/>
                <a:gd name="T20" fmla="*/ 66566 w 480"/>
                <a:gd name="T21" fmla="*/ 60313 h 376"/>
                <a:gd name="T22" fmla="*/ 59228 w 480"/>
                <a:gd name="T23" fmla="*/ 65683 h 376"/>
                <a:gd name="T24" fmla="*/ 48335 w 480"/>
                <a:gd name="T25" fmla="*/ 63711 h 376"/>
                <a:gd name="T26" fmla="*/ 49575 w 480"/>
                <a:gd name="T27" fmla="*/ 61395 h 376"/>
                <a:gd name="T28" fmla="*/ 60310 w 480"/>
                <a:gd name="T29" fmla="*/ 51899 h 376"/>
                <a:gd name="T30" fmla="*/ 57639 w 480"/>
                <a:gd name="T31" fmla="*/ 50659 h 376"/>
                <a:gd name="T32" fmla="*/ 56213 w 480"/>
                <a:gd name="T33" fmla="*/ 48686 h 376"/>
                <a:gd name="T34" fmla="*/ 54748 w 480"/>
                <a:gd name="T35" fmla="*/ 47610 h 376"/>
                <a:gd name="T36" fmla="*/ 52973 w 480"/>
                <a:gd name="T37" fmla="*/ 46178 h 376"/>
                <a:gd name="T38" fmla="*/ 50307 w 480"/>
                <a:gd name="T39" fmla="*/ 43862 h 376"/>
                <a:gd name="T40" fmla="*/ 48842 w 480"/>
                <a:gd name="T41" fmla="*/ 43130 h 376"/>
                <a:gd name="T42" fmla="*/ 48493 w 480"/>
                <a:gd name="T43" fmla="*/ 42972 h 376"/>
                <a:gd name="T44" fmla="*/ 47602 w 480"/>
                <a:gd name="T45" fmla="*/ 41512 h 376"/>
                <a:gd name="T46" fmla="*/ 46718 w 480"/>
                <a:gd name="T47" fmla="*/ 40081 h 376"/>
                <a:gd name="T48" fmla="*/ 45444 w 480"/>
                <a:gd name="T49" fmla="*/ 38841 h 376"/>
                <a:gd name="T50" fmla="*/ 44018 w 480"/>
                <a:gd name="T51" fmla="*/ 37573 h 376"/>
                <a:gd name="T52" fmla="*/ 42970 w 480"/>
                <a:gd name="T53" fmla="*/ 36525 h 376"/>
                <a:gd name="T54" fmla="*/ 41696 w 480"/>
                <a:gd name="T55" fmla="*/ 35443 h 376"/>
                <a:gd name="T56" fmla="*/ 40271 w 480"/>
                <a:gd name="T57" fmla="*/ 34017 h 376"/>
                <a:gd name="T58" fmla="*/ 39031 w 480"/>
                <a:gd name="T59" fmla="*/ 33284 h 376"/>
                <a:gd name="T60" fmla="*/ 37763 w 480"/>
                <a:gd name="T61" fmla="*/ 32044 h 376"/>
                <a:gd name="T62" fmla="*/ 35982 w 480"/>
                <a:gd name="T63" fmla="*/ 30618 h 376"/>
                <a:gd name="T64" fmla="*/ 34714 w 480"/>
                <a:gd name="T65" fmla="*/ 29886 h 376"/>
                <a:gd name="T66" fmla="*/ 33632 w 480"/>
                <a:gd name="T67" fmla="*/ 27919 h 376"/>
                <a:gd name="T68" fmla="*/ 30967 w 480"/>
                <a:gd name="T69" fmla="*/ 26138 h 376"/>
                <a:gd name="T70" fmla="*/ 27568 w 480"/>
                <a:gd name="T71" fmla="*/ 23980 h 376"/>
                <a:gd name="T72" fmla="*/ 22897 w 480"/>
                <a:gd name="T73" fmla="*/ 21663 h 376"/>
                <a:gd name="T74" fmla="*/ 20389 w 480"/>
                <a:gd name="T75" fmla="*/ 18609 h 376"/>
                <a:gd name="T76" fmla="*/ 6796 w 480"/>
                <a:gd name="T77" fmla="*/ 7529 h 376"/>
                <a:gd name="T78" fmla="*/ 2158 w 480"/>
                <a:gd name="T79" fmla="*/ 733 h 37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480" h="376">
                  <a:moveTo>
                    <a:pt x="12" y="4"/>
                  </a:moveTo>
                  <a:cubicBezTo>
                    <a:pt x="12" y="4"/>
                    <a:pt x="12" y="1"/>
                    <a:pt x="29" y="9"/>
                  </a:cubicBezTo>
                  <a:cubicBezTo>
                    <a:pt x="29" y="9"/>
                    <a:pt x="135" y="72"/>
                    <a:pt x="199" y="84"/>
                  </a:cubicBezTo>
                  <a:cubicBezTo>
                    <a:pt x="199" y="84"/>
                    <a:pt x="298" y="105"/>
                    <a:pt x="320" y="133"/>
                  </a:cubicBezTo>
                  <a:cubicBezTo>
                    <a:pt x="320" y="133"/>
                    <a:pt x="375" y="201"/>
                    <a:pt x="397" y="208"/>
                  </a:cubicBezTo>
                  <a:cubicBezTo>
                    <a:pt x="397" y="208"/>
                    <a:pt x="409" y="215"/>
                    <a:pt x="417" y="206"/>
                  </a:cubicBezTo>
                  <a:cubicBezTo>
                    <a:pt x="417" y="206"/>
                    <a:pt x="432" y="186"/>
                    <a:pt x="458" y="194"/>
                  </a:cubicBezTo>
                  <a:cubicBezTo>
                    <a:pt x="458" y="194"/>
                    <a:pt x="480" y="202"/>
                    <a:pt x="471" y="221"/>
                  </a:cubicBezTo>
                  <a:cubicBezTo>
                    <a:pt x="471" y="221"/>
                    <a:pt x="467" y="236"/>
                    <a:pt x="466" y="241"/>
                  </a:cubicBezTo>
                  <a:cubicBezTo>
                    <a:pt x="466" y="241"/>
                    <a:pt x="469" y="275"/>
                    <a:pt x="412" y="314"/>
                  </a:cubicBezTo>
                  <a:cubicBezTo>
                    <a:pt x="412" y="314"/>
                    <a:pt x="381" y="338"/>
                    <a:pt x="372" y="337"/>
                  </a:cubicBezTo>
                  <a:cubicBezTo>
                    <a:pt x="372" y="337"/>
                    <a:pt x="364" y="362"/>
                    <a:pt x="331" y="367"/>
                  </a:cubicBezTo>
                  <a:cubicBezTo>
                    <a:pt x="331" y="367"/>
                    <a:pt x="272" y="376"/>
                    <a:pt x="270" y="356"/>
                  </a:cubicBezTo>
                  <a:cubicBezTo>
                    <a:pt x="270" y="356"/>
                    <a:pt x="266" y="351"/>
                    <a:pt x="277" y="343"/>
                  </a:cubicBezTo>
                  <a:cubicBezTo>
                    <a:pt x="277" y="343"/>
                    <a:pt x="332" y="311"/>
                    <a:pt x="337" y="290"/>
                  </a:cubicBezTo>
                  <a:cubicBezTo>
                    <a:pt x="337" y="290"/>
                    <a:pt x="327" y="295"/>
                    <a:pt x="322" y="283"/>
                  </a:cubicBezTo>
                  <a:cubicBezTo>
                    <a:pt x="322" y="283"/>
                    <a:pt x="315" y="281"/>
                    <a:pt x="314" y="272"/>
                  </a:cubicBezTo>
                  <a:cubicBezTo>
                    <a:pt x="314" y="272"/>
                    <a:pt x="306" y="273"/>
                    <a:pt x="306" y="266"/>
                  </a:cubicBezTo>
                  <a:cubicBezTo>
                    <a:pt x="306" y="266"/>
                    <a:pt x="296" y="261"/>
                    <a:pt x="296" y="258"/>
                  </a:cubicBezTo>
                  <a:cubicBezTo>
                    <a:pt x="296" y="258"/>
                    <a:pt x="281" y="253"/>
                    <a:pt x="281" y="245"/>
                  </a:cubicBezTo>
                  <a:cubicBezTo>
                    <a:pt x="281" y="245"/>
                    <a:pt x="275" y="246"/>
                    <a:pt x="273" y="241"/>
                  </a:cubicBezTo>
                  <a:cubicBezTo>
                    <a:pt x="271" y="236"/>
                    <a:pt x="271" y="240"/>
                    <a:pt x="271" y="240"/>
                  </a:cubicBezTo>
                  <a:cubicBezTo>
                    <a:pt x="271" y="240"/>
                    <a:pt x="266" y="236"/>
                    <a:pt x="266" y="232"/>
                  </a:cubicBezTo>
                  <a:cubicBezTo>
                    <a:pt x="266" y="232"/>
                    <a:pt x="261" y="230"/>
                    <a:pt x="261" y="224"/>
                  </a:cubicBezTo>
                  <a:cubicBezTo>
                    <a:pt x="261" y="224"/>
                    <a:pt x="254" y="221"/>
                    <a:pt x="254" y="217"/>
                  </a:cubicBezTo>
                  <a:cubicBezTo>
                    <a:pt x="254" y="217"/>
                    <a:pt x="245" y="215"/>
                    <a:pt x="246" y="210"/>
                  </a:cubicBezTo>
                  <a:cubicBezTo>
                    <a:pt x="246" y="210"/>
                    <a:pt x="240" y="206"/>
                    <a:pt x="240" y="204"/>
                  </a:cubicBezTo>
                  <a:cubicBezTo>
                    <a:pt x="239" y="202"/>
                    <a:pt x="233" y="202"/>
                    <a:pt x="233" y="198"/>
                  </a:cubicBezTo>
                  <a:cubicBezTo>
                    <a:pt x="233" y="198"/>
                    <a:pt x="225" y="196"/>
                    <a:pt x="225" y="190"/>
                  </a:cubicBezTo>
                  <a:cubicBezTo>
                    <a:pt x="225" y="190"/>
                    <a:pt x="218" y="190"/>
                    <a:pt x="218" y="186"/>
                  </a:cubicBezTo>
                  <a:cubicBezTo>
                    <a:pt x="218" y="186"/>
                    <a:pt x="211" y="184"/>
                    <a:pt x="211" y="179"/>
                  </a:cubicBezTo>
                  <a:cubicBezTo>
                    <a:pt x="211" y="179"/>
                    <a:pt x="203" y="177"/>
                    <a:pt x="201" y="171"/>
                  </a:cubicBezTo>
                  <a:cubicBezTo>
                    <a:pt x="201" y="171"/>
                    <a:pt x="195" y="173"/>
                    <a:pt x="194" y="167"/>
                  </a:cubicBezTo>
                  <a:cubicBezTo>
                    <a:pt x="194" y="167"/>
                    <a:pt x="186" y="163"/>
                    <a:pt x="188" y="156"/>
                  </a:cubicBezTo>
                  <a:cubicBezTo>
                    <a:pt x="189" y="149"/>
                    <a:pt x="175" y="155"/>
                    <a:pt x="173" y="146"/>
                  </a:cubicBezTo>
                  <a:cubicBezTo>
                    <a:pt x="173" y="146"/>
                    <a:pt x="158" y="141"/>
                    <a:pt x="154" y="134"/>
                  </a:cubicBezTo>
                  <a:cubicBezTo>
                    <a:pt x="154" y="134"/>
                    <a:pt x="126" y="130"/>
                    <a:pt x="128" y="121"/>
                  </a:cubicBezTo>
                  <a:cubicBezTo>
                    <a:pt x="128" y="121"/>
                    <a:pt x="111" y="117"/>
                    <a:pt x="114" y="104"/>
                  </a:cubicBezTo>
                  <a:cubicBezTo>
                    <a:pt x="114" y="104"/>
                    <a:pt x="66" y="75"/>
                    <a:pt x="38" y="42"/>
                  </a:cubicBezTo>
                  <a:cubicBezTo>
                    <a:pt x="38" y="42"/>
                    <a:pt x="0" y="0"/>
                    <a:pt x="12" y="4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58" name="Freeform 1636"/>
            <p:cNvSpPr>
              <a:spLocks/>
            </p:cNvSpPr>
            <p:nvPr/>
          </p:nvSpPr>
          <p:spPr bwMode="auto">
            <a:xfrm>
              <a:off x="3183" y="936"/>
              <a:ext cx="1972" cy="1460"/>
            </a:xfrm>
            <a:custGeom>
              <a:avLst/>
              <a:gdLst>
                <a:gd name="T0" fmla="*/ 15015 w 350"/>
                <a:gd name="T1" fmla="*/ 15761 h 259"/>
                <a:gd name="T2" fmla="*/ 16446 w 350"/>
                <a:gd name="T3" fmla="*/ 16844 h 259"/>
                <a:gd name="T4" fmla="*/ 18255 w 350"/>
                <a:gd name="T5" fmla="*/ 17379 h 259"/>
                <a:gd name="T6" fmla="*/ 21269 w 350"/>
                <a:gd name="T7" fmla="*/ 19702 h 259"/>
                <a:gd name="T8" fmla="*/ 23078 w 350"/>
                <a:gd name="T9" fmla="*/ 20434 h 259"/>
                <a:gd name="T10" fmla="*/ 24509 w 350"/>
                <a:gd name="T11" fmla="*/ 21483 h 259"/>
                <a:gd name="T12" fmla="*/ 25208 w 350"/>
                <a:gd name="T13" fmla="*/ 21669 h 259"/>
                <a:gd name="T14" fmla="*/ 25585 w 350"/>
                <a:gd name="T15" fmla="*/ 22402 h 259"/>
                <a:gd name="T16" fmla="*/ 26476 w 350"/>
                <a:gd name="T17" fmla="*/ 23991 h 259"/>
                <a:gd name="T18" fmla="*/ 27174 w 350"/>
                <a:gd name="T19" fmla="*/ 24375 h 259"/>
                <a:gd name="T20" fmla="*/ 27557 w 350"/>
                <a:gd name="T21" fmla="*/ 24183 h 259"/>
                <a:gd name="T22" fmla="*/ 27907 w 350"/>
                <a:gd name="T23" fmla="*/ 24724 h 259"/>
                <a:gd name="T24" fmla="*/ 29141 w 350"/>
                <a:gd name="T25" fmla="*/ 25609 h 259"/>
                <a:gd name="T26" fmla="*/ 30414 w 350"/>
                <a:gd name="T27" fmla="*/ 27041 h 259"/>
                <a:gd name="T28" fmla="*/ 31839 w 350"/>
                <a:gd name="T29" fmla="*/ 27932 h 259"/>
                <a:gd name="T30" fmla="*/ 34504 w 350"/>
                <a:gd name="T31" fmla="*/ 30440 h 259"/>
                <a:gd name="T32" fmla="*/ 35237 w 350"/>
                <a:gd name="T33" fmla="*/ 30632 h 259"/>
                <a:gd name="T34" fmla="*/ 35586 w 350"/>
                <a:gd name="T35" fmla="*/ 31331 h 259"/>
                <a:gd name="T36" fmla="*/ 36127 w 350"/>
                <a:gd name="T37" fmla="*/ 31872 h 259"/>
                <a:gd name="T38" fmla="*/ 36668 w 350"/>
                <a:gd name="T39" fmla="*/ 32413 h 259"/>
                <a:gd name="T40" fmla="*/ 38443 w 350"/>
                <a:gd name="T41" fmla="*/ 34380 h 259"/>
                <a:gd name="T42" fmla="*/ 39525 w 350"/>
                <a:gd name="T43" fmla="*/ 35113 h 259"/>
                <a:gd name="T44" fmla="*/ 40251 w 350"/>
                <a:gd name="T45" fmla="*/ 36353 h 259"/>
                <a:gd name="T46" fmla="*/ 41333 w 350"/>
                <a:gd name="T47" fmla="*/ 37272 h 259"/>
                <a:gd name="T48" fmla="*/ 42223 w 350"/>
                <a:gd name="T49" fmla="*/ 38321 h 259"/>
                <a:gd name="T50" fmla="*/ 43271 w 350"/>
                <a:gd name="T51" fmla="*/ 38704 h 259"/>
                <a:gd name="T52" fmla="*/ 44190 w 350"/>
                <a:gd name="T53" fmla="*/ 39753 h 259"/>
                <a:gd name="T54" fmla="*/ 45238 w 350"/>
                <a:gd name="T55" fmla="*/ 40294 h 259"/>
                <a:gd name="T56" fmla="*/ 46314 w 350"/>
                <a:gd name="T57" fmla="*/ 41213 h 259"/>
                <a:gd name="T58" fmla="*/ 47204 w 350"/>
                <a:gd name="T59" fmla="*/ 41912 h 259"/>
                <a:gd name="T60" fmla="*/ 48286 w 350"/>
                <a:gd name="T61" fmla="*/ 42644 h 259"/>
                <a:gd name="T62" fmla="*/ 49013 w 350"/>
                <a:gd name="T63" fmla="*/ 44076 h 259"/>
                <a:gd name="T64" fmla="*/ 50252 w 350"/>
                <a:gd name="T65" fmla="*/ 44775 h 259"/>
                <a:gd name="T66" fmla="*/ 50985 w 350"/>
                <a:gd name="T67" fmla="*/ 45852 h 259"/>
                <a:gd name="T68" fmla="*/ 52219 w 350"/>
                <a:gd name="T69" fmla="*/ 46393 h 259"/>
                <a:gd name="T70" fmla="*/ 54033 w 350"/>
                <a:gd name="T71" fmla="*/ 42994 h 259"/>
                <a:gd name="T72" fmla="*/ 57047 w 350"/>
                <a:gd name="T73" fmla="*/ 40136 h 259"/>
                <a:gd name="T74" fmla="*/ 60631 w 350"/>
                <a:gd name="T75" fmla="*/ 37430 h 259"/>
                <a:gd name="T76" fmla="*/ 62411 w 350"/>
                <a:gd name="T77" fmla="*/ 33839 h 259"/>
                <a:gd name="T78" fmla="*/ 61363 w 350"/>
                <a:gd name="T79" fmla="*/ 32605 h 259"/>
                <a:gd name="T80" fmla="*/ 59746 w 350"/>
                <a:gd name="T81" fmla="*/ 30823 h 259"/>
                <a:gd name="T82" fmla="*/ 55616 w 350"/>
                <a:gd name="T83" fmla="*/ 27582 h 259"/>
                <a:gd name="T84" fmla="*/ 49554 w 350"/>
                <a:gd name="T85" fmla="*/ 20592 h 259"/>
                <a:gd name="T86" fmla="*/ 42573 w 350"/>
                <a:gd name="T87" fmla="*/ 15953 h 259"/>
                <a:gd name="T88" fmla="*/ 34696 w 350"/>
                <a:gd name="T89" fmla="*/ 12903 h 259"/>
                <a:gd name="T90" fmla="*/ 17714 w 350"/>
                <a:gd name="T91" fmla="*/ 6990 h 259"/>
                <a:gd name="T92" fmla="*/ 8220 w 350"/>
                <a:gd name="T93" fmla="*/ 3399 h 259"/>
                <a:gd name="T94" fmla="*/ 1082 w 350"/>
                <a:gd name="T95" fmla="*/ 0 h 259"/>
                <a:gd name="T96" fmla="*/ 3747 w 350"/>
                <a:gd name="T97" fmla="*/ 1781 h 259"/>
                <a:gd name="T98" fmla="*/ 0 w 350"/>
                <a:gd name="T99" fmla="*/ 2322 h 259"/>
                <a:gd name="T100" fmla="*/ 7336 w 350"/>
                <a:gd name="T101" fmla="*/ 8963 h 259"/>
                <a:gd name="T102" fmla="*/ 10919 w 350"/>
                <a:gd name="T103" fmla="*/ 11629 h 259"/>
                <a:gd name="T104" fmla="*/ 13934 w 350"/>
                <a:gd name="T105" fmla="*/ 13980 h 259"/>
                <a:gd name="T106" fmla="*/ 15015 w 350"/>
                <a:gd name="T107" fmla="*/ 15761 h 25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350" h="259">
                  <a:moveTo>
                    <a:pt x="84" y="88"/>
                  </a:moveTo>
                  <a:cubicBezTo>
                    <a:pt x="88" y="88"/>
                    <a:pt x="89" y="92"/>
                    <a:pt x="92" y="94"/>
                  </a:cubicBezTo>
                  <a:cubicBezTo>
                    <a:pt x="95" y="96"/>
                    <a:pt x="99" y="96"/>
                    <a:pt x="102" y="97"/>
                  </a:cubicBezTo>
                  <a:cubicBezTo>
                    <a:pt x="109" y="98"/>
                    <a:pt x="113" y="106"/>
                    <a:pt x="119" y="110"/>
                  </a:cubicBezTo>
                  <a:cubicBezTo>
                    <a:pt x="122" y="112"/>
                    <a:pt x="126" y="113"/>
                    <a:pt x="129" y="114"/>
                  </a:cubicBezTo>
                  <a:cubicBezTo>
                    <a:pt x="132" y="116"/>
                    <a:pt x="134" y="118"/>
                    <a:pt x="137" y="120"/>
                  </a:cubicBezTo>
                  <a:cubicBezTo>
                    <a:pt x="138" y="120"/>
                    <a:pt x="141" y="120"/>
                    <a:pt x="141" y="121"/>
                  </a:cubicBezTo>
                  <a:cubicBezTo>
                    <a:pt x="143" y="122"/>
                    <a:pt x="142" y="124"/>
                    <a:pt x="143" y="125"/>
                  </a:cubicBezTo>
                  <a:cubicBezTo>
                    <a:pt x="145" y="127"/>
                    <a:pt x="147" y="133"/>
                    <a:pt x="148" y="134"/>
                  </a:cubicBezTo>
                  <a:cubicBezTo>
                    <a:pt x="150" y="135"/>
                    <a:pt x="151" y="135"/>
                    <a:pt x="152" y="136"/>
                  </a:cubicBezTo>
                  <a:cubicBezTo>
                    <a:pt x="153" y="136"/>
                    <a:pt x="153" y="135"/>
                    <a:pt x="154" y="135"/>
                  </a:cubicBezTo>
                  <a:cubicBezTo>
                    <a:pt x="155" y="136"/>
                    <a:pt x="155" y="138"/>
                    <a:pt x="156" y="138"/>
                  </a:cubicBezTo>
                  <a:cubicBezTo>
                    <a:pt x="158" y="140"/>
                    <a:pt x="161" y="142"/>
                    <a:pt x="163" y="143"/>
                  </a:cubicBezTo>
                  <a:cubicBezTo>
                    <a:pt x="165" y="146"/>
                    <a:pt x="167" y="148"/>
                    <a:pt x="170" y="151"/>
                  </a:cubicBezTo>
                  <a:cubicBezTo>
                    <a:pt x="173" y="153"/>
                    <a:pt x="174" y="154"/>
                    <a:pt x="178" y="156"/>
                  </a:cubicBezTo>
                  <a:cubicBezTo>
                    <a:pt x="184" y="159"/>
                    <a:pt x="186" y="167"/>
                    <a:pt x="193" y="170"/>
                  </a:cubicBezTo>
                  <a:cubicBezTo>
                    <a:pt x="194" y="170"/>
                    <a:pt x="197" y="170"/>
                    <a:pt x="197" y="171"/>
                  </a:cubicBezTo>
                  <a:cubicBezTo>
                    <a:pt x="198" y="172"/>
                    <a:pt x="198" y="174"/>
                    <a:pt x="199" y="175"/>
                  </a:cubicBezTo>
                  <a:cubicBezTo>
                    <a:pt x="200" y="176"/>
                    <a:pt x="202" y="177"/>
                    <a:pt x="202" y="178"/>
                  </a:cubicBezTo>
                  <a:cubicBezTo>
                    <a:pt x="203" y="179"/>
                    <a:pt x="205" y="180"/>
                    <a:pt x="205" y="181"/>
                  </a:cubicBezTo>
                  <a:cubicBezTo>
                    <a:pt x="209" y="184"/>
                    <a:pt x="211" y="189"/>
                    <a:pt x="215" y="192"/>
                  </a:cubicBezTo>
                  <a:cubicBezTo>
                    <a:pt x="217" y="194"/>
                    <a:pt x="219" y="194"/>
                    <a:pt x="221" y="196"/>
                  </a:cubicBezTo>
                  <a:cubicBezTo>
                    <a:pt x="223" y="197"/>
                    <a:pt x="223" y="201"/>
                    <a:pt x="225" y="203"/>
                  </a:cubicBezTo>
                  <a:cubicBezTo>
                    <a:pt x="227" y="205"/>
                    <a:pt x="229" y="206"/>
                    <a:pt x="231" y="208"/>
                  </a:cubicBezTo>
                  <a:cubicBezTo>
                    <a:pt x="233" y="211"/>
                    <a:pt x="232" y="213"/>
                    <a:pt x="236" y="214"/>
                  </a:cubicBezTo>
                  <a:cubicBezTo>
                    <a:pt x="238" y="215"/>
                    <a:pt x="239" y="214"/>
                    <a:pt x="242" y="216"/>
                  </a:cubicBezTo>
                  <a:cubicBezTo>
                    <a:pt x="244" y="218"/>
                    <a:pt x="245" y="220"/>
                    <a:pt x="247" y="222"/>
                  </a:cubicBezTo>
                  <a:cubicBezTo>
                    <a:pt x="249" y="223"/>
                    <a:pt x="251" y="224"/>
                    <a:pt x="253" y="225"/>
                  </a:cubicBezTo>
                  <a:cubicBezTo>
                    <a:pt x="255" y="227"/>
                    <a:pt x="256" y="228"/>
                    <a:pt x="259" y="230"/>
                  </a:cubicBezTo>
                  <a:cubicBezTo>
                    <a:pt x="262" y="231"/>
                    <a:pt x="262" y="232"/>
                    <a:pt x="264" y="234"/>
                  </a:cubicBezTo>
                  <a:cubicBezTo>
                    <a:pt x="266" y="236"/>
                    <a:pt x="268" y="236"/>
                    <a:pt x="270" y="238"/>
                  </a:cubicBezTo>
                  <a:cubicBezTo>
                    <a:pt x="272" y="240"/>
                    <a:pt x="272" y="243"/>
                    <a:pt x="274" y="246"/>
                  </a:cubicBezTo>
                  <a:cubicBezTo>
                    <a:pt x="277" y="249"/>
                    <a:pt x="279" y="248"/>
                    <a:pt x="281" y="250"/>
                  </a:cubicBezTo>
                  <a:cubicBezTo>
                    <a:pt x="283" y="251"/>
                    <a:pt x="283" y="254"/>
                    <a:pt x="285" y="256"/>
                  </a:cubicBezTo>
                  <a:cubicBezTo>
                    <a:pt x="286" y="257"/>
                    <a:pt x="290" y="258"/>
                    <a:pt x="292" y="259"/>
                  </a:cubicBezTo>
                  <a:cubicBezTo>
                    <a:pt x="296" y="254"/>
                    <a:pt x="297" y="246"/>
                    <a:pt x="302" y="240"/>
                  </a:cubicBezTo>
                  <a:cubicBezTo>
                    <a:pt x="307" y="233"/>
                    <a:pt x="312" y="228"/>
                    <a:pt x="319" y="224"/>
                  </a:cubicBezTo>
                  <a:cubicBezTo>
                    <a:pt x="326" y="220"/>
                    <a:pt x="333" y="215"/>
                    <a:pt x="339" y="209"/>
                  </a:cubicBezTo>
                  <a:cubicBezTo>
                    <a:pt x="342" y="206"/>
                    <a:pt x="350" y="194"/>
                    <a:pt x="349" y="189"/>
                  </a:cubicBezTo>
                  <a:cubicBezTo>
                    <a:pt x="349" y="188"/>
                    <a:pt x="344" y="183"/>
                    <a:pt x="343" y="182"/>
                  </a:cubicBezTo>
                  <a:cubicBezTo>
                    <a:pt x="340" y="178"/>
                    <a:pt x="337" y="175"/>
                    <a:pt x="334" y="172"/>
                  </a:cubicBezTo>
                  <a:cubicBezTo>
                    <a:pt x="326" y="166"/>
                    <a:pt x="318" y="161"/>
                    <a:pt x="311" y="154"/>
                  </a:cubicBezTo>
                  <a:cubicBezTo>
                    <a:pt x="298" y="143"/>
                    <a:pt x="288" y="129"/>
                    <a:pt x="277" y="115"/>
                  </a:cubicBezTo>
                  <a:cubicBezTo>
                    <a:pt x="266" y="102"/>
                    <a:pt x="252" y="95"/>
                    <a:pt x="238" y="89"/>
                  </a:cubicBezTo>
                  <a:cubicBezTo>
                    <a:pt x="224" y="82"/>
                    <a:pt x="209" y="76"/>
                    <a:pt x="194" y="72"/>
                  </a:cubicBezTo>
                  <a:cubicBezTo>
                    <a:pt x="161" y="63"/>
                    <a:pt x="132" y="48"/>
                    <a:pt x="99" y="39"/>
                  </a:cubicBezTo>
                  <a:cubicBezTo>
                    <a:pt x="81" y="35"/>
                    <a:pt x="63" y="26"/>
                    <a:pt x="46" y="19"/>
                  </a:cubicBezTo>
                  <a:cubicBezTo>
                    <a:pt x="33" y="13"/>
                    <a:pt x="19" y="7"/>
                    <a:pt x="6" y="0"/>
                  </a:cubicBezTo>
                  <a:cubicBezTo>
                    <a:pt x="12" y="0"/>
                    <a:pt x="15" y="8"/>
                    <a:pt x="21" y="10"/>
                  </a:cubicBezTo>
                  <a:cubicBezTo>
                    <a:pt x="15" y="10"/>
                    <a:pt x="2" y="5"/>
                    <a:pt x="0" y="13"/>
                  </a:cubicBezTo>
                  <a:cubicBezTo>
                    <a:pt x="17" y="21"/>
                    <a:pt x="27" y="39"/>
                    <a:pt x="41" y="50"/>
                  </a:cubicBezTo>
                  <a:cubicBezTo>
                    <a:pt x="47" y="56"/>
                    <a:pt x="54" y="60"/>
                    <a:pt x="61" y="65"/>
                  </a:cubicBezTo>
                  <a:cubicBezTo>
                    <a:pt x="66" y="68"/>
                    <a:pt x="75" y="72"/>
                    <a:pt x="78" y="78"/>
                  </a:cubicBezTo>
                  <a:lnTo>
                    <a:pt x="84" y="88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59" name="Freeform 1637"/>
            <p:cNvSpPr>
              <a:spLocks/>
            </p:cNvSpPr>
            <p:nvPr/>
          </p:nvSpPr>
          <p:spPr bwMode="auto">
            <a:xfrm>
              <a:off x="4445" y="1895"/>
              <a:ext cx="1144" cy="969"/>
            </a:xfrm>
            <a:custGeom>
              <a:avLst/>
              <a:gdLst>
                <a:gd name="T0" fmla="*/ 1431 w 203"/>
                <a:gd name="T1" fmla="*/ 28247 h 172"/>
                <a:gd name="T2" fmla="*/ 2316 w 203"/>
                <a:gd name="T3" fmla="*/ 25740 h 172"/>
                <a:gd name="T4" fmla="*/ 12161 w 203"/>
                <a:gd name="T5" fmla="*/ 15741 h 172"/>
                <a:gd name="T6" fmla="*/ 22356 w 203"/>
                <a:gd name="T7" fmla="*/ 3397 h 172"/>
                <a:gd name="T8" fmla="*/ 23438 w 203"/>
                <a:gd name="T9" fmla="*/ 4124 h 172"/>
                <a:gd name="T10" fmla="*/ 27727 w 203"/>
                <a:gd name="T11" fmla="*/ 6980 h 172"/>
                <a:gd name="T12" fmla="*/ 29344 w 203"/>
                <a:gd name="T13" fmla="*/ 5713 h 172"/>
                <a:gd name="T14" fmla="*/ 30076 w 203"/>
                <a:gd name="T15" fmla="*/ 3746 h 172"/>
                <a:gd name="T16" fmla="*/ 30076 w 203"/>
                <a:gd name="T17" fmla="*/ 2507 h 172"/>
                <a:gd name="T18" fmla="*/ 31153 w 203"/>
                <a:gd name="T19" fmla="*/ 192 h 172"/>
                <a:gd name="T20" fmla="*/ 33632 w 203"/>
                <a:gd name="T21" fmla="*/ 1431 h 172"/>
                <a:gd name="T22" fmla="*/ 35982 w 203"/>
                <a:gd name="T23" fmla="*/ 3048 h 172"/>
                <a:gd name="T24" fmla="*/ 34900 w 203"/>
                <a:gd name="T25" fmla="*/ 7144 h 172"/>
                <a:gd name="T26" fmla="*/ 32584 w 203"/>
                <a:gd name="T27" fmla="*/ 10727 h 172"/>
                <a:gd name="T28" fmla="*/ 31153 w 203"/>
                <a:gd name="T29" fmla="*/ 13042 h 172"/>
                <a:gd name="T30" fmla="*/ 27028 w 203"/>
                <a:gd name="T31" fmla="*/ 18946 h 172"/>
                <a:gd name="T32" fmla="*/ 16101 w 203"/>
                <a:gd name="T33" fmla="*/ 24501 h 172"/>
                <a:gd name="T34" fmla="*/ 14861 w 203"/>
                <a:gd name="T35" fmla="*/ 26124 h 172"/>
                <a:gd name="T36" fmla="*/ 10386 w 203"/>
                <a:gd name="T37" fmla="*/ 29329 h 172"/>
                <a:gd name="T38" fmla="*/ 1431 w 203"/>
                <a:gd name="T39" fmla="*/ 28247 h 17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03" h="172">
                  <a:moveTo>
                    <a:pt x="8" y="158"/>
                  </a:moveTo>
                  <a:cubicBezTo>
                    <a:pt x="8" y="158"/>
                    <a:pt x="0" y="152"/>
                    <a:pt x="13" y="144"/>
                  </a:cubicBezTo>
                  <a:cubicBezTo>
                    <a:pt x="13" y="144"/>
                    <a:pt x="65" y="110"/>
                    <a:pt x="68" y="88"/>
                  </a:cubicBezTo>
                  <a:cubicBezTo>
                    <a:pt x="68" y="88"/>
                    <a:pt x="79" y="24"/>
                    <a:pt x="125" y="19"/>
                  </a:cubicBezTo>
                  <a:cubicBezTo>
                    <a:pt x="125" y="19"/>
                    <a:pt x="130" y="20"/>
                    <a:pt x="131" y="23"/>
                  </a:cubicBezTo>
                  <a:cubicBezTo>
                    <a:pt x="131" y="23"/>
                    <a:pt x="147" y="43"/>
                    <a:pt x="155" y="39"/>
                  </a:cubicBezTo>
                  <a:cubicBezTo>
                    <a:pt x="155" y="39"/>
                    <a:pt x="164" y="37"/>
                    <a:pt x="164" y="32"/>
                  </a:cubicBezTo>
                  <a:cubicBezTo>
                    <a:pt x="164" y="32"/>
                    <a:pt x="164" y="23"/>
                    <a:pt x="168" y="21"/>
                  </a:cubicBezTo>
                  <a:cubicBezTo>
                    <a:pt x="168" y="21"/>
                    <a:pt x="170" y="18"/>
                    <a:pt x="168" y="14"/>
                  </a:cubicBezTo>
                  <a:cubicBezTo>
                    <a:pt x="168" y="14"/>
                    <a:pt x="166" y="0"/>
                    <a:pt x="174" y="1"/>
                  </a:cubicBezTo>
                  <a:cubicBezTo>
                    <a:pt x="174" y="1"/>
                    <a:pt x="183" y="1"/>
                    <a:pt x="188" y="8"/>
                  </a:cubicBezTo>
                  <a:cubicBezTo>
                    <a:pt x="188" y="8"/>
                    <a:pt x="203" y="11"/>
                    <a:pt x="201" y="17"/>
                  </a:cubicBezTo>
                  <a:cubicBezTo>
                    <a:pt x="201" y="17"/>
                    <a:pt x="198" y="29"/>
                    <a:pt x="195" y="40"/>
                  </a:cubicBezTo>
                  <a:cubicBezTo>
                    <a:pt x="195" y="40"/>
                    <a:pt x="191" y="54"/>
                    <a:pt x="182" y="60"/>
                  </a:cubicBezTo>
                  <a:cubicBezTo>
                    <a:pt x="182" y="60"/>
                    <a:pt x="175" y="66"/>
                    <a:pt x="174" y="73"/>
                  </a:cubicBezTo>
                  <a:cubicBezTo>
                    <a:pt x="174" y="73"/>
                    <a:pt x="176" y="87"/>
                    <a:pt x="151" y="106"/>
                  </a:cubicBezTo>
                  <a:cubicBezTo>
                    <a:pt x="151" y="106"/>
                    <a:pt x="116" y="140"/>
                    <a:pt x="90" y="137"/>
                  </a:cubicBezTo>
                  <a:cubicBezTo>
                    <a:pt x="90" y="137"/>
                    <a:pt x="86" y="141"/>
                    <a:pt x="83" y="146"/>
                  </a:cubicBezTo>
                  <a:cubicBezTo>
                    <a:pt x="83" y="146"/>
                    <a:pt x="72" y="163"/>
                    <a:pt x="58" y="164"/>
                  </a:cubicBezTo>
                  <a:cubicBezTo>
                    <a:pt x="58" y="164"/>
                    <a:pt x="10" y="172"/>
                    <a:pt x="8" y="158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60" name="Freeform 1638"/>
            <p:cNvSpPr>
              <a:spLocks/>
            </p:cNvSpPr>
            <p:nvPr/>
          </p:nvSpPr>
          <p:spPr bwMode="auto">
            <a:xfrm>
              <a:off x="5398" y="1962"/>
              <a:ext cx="197" cy="203"/>
            </a:xfrm>
            <a:custGeom>
              <a:avLst/>
              <a:gdLst>
                <a:gd name="T0" fmla="*/ 3580 w 35"/>
                <a:gd name="T1" fmla="*/ 192 h 36"/>
                <a:gd name="T2" fmla="*/ 1964 w 35"/>
                <a:gd name="T3" fmla="*/ 1782 h 36"/>
                <a:gd name="T4" fmla="*/ 889 w 35"/>
                <a:gd name="T5" fmla="*/ 4675 h 36"/>
                <a:gd name="T6" fmla="*/ 1424 w 35"/>
                <a:gd name="T7" fmla="*/ 5723 h 36"/>
                <a:gd name="T8" fmla="*/ 4627 w 35"/>
                <a:gd name="T9" fmla="*/ 2701 h 36"/>
                <a:gd name="T10" fmla="*/ 3580 w 35"/>
                <a:gd name="T11" fmla="*/ 19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36">
                  <a:moveTo>
                    <a:pt x="20" y="1"/>
                  </a:moveTo>
                  <a:cubicBezTo>
                    <a:pt x="20" y="1"/>
                    <a:pt x="13" y="1"/>
                    <a:pt x="11" y="10"/>
                  </a:cubicBezTo>
                  <a:cubicBezTo>
                    <a:pt x="11" y="10"/>
                    <a:pt x="10" y="19"/>
                    <a:pt x="5" y="26"/>
                  </a:cubicBezTo>
                  <a:cubicBezTo>
                    <a:pt x="5" y="26"/>
                    <a:pt x="0" y="36"/>
                    <a:pt x="8" y="32"/>
                  </a:cubicBezTo>
                  <a:cubicBezTo>
                    <a:pt x="8" y="32"/>
                    <a:pt x="23" y="27"/>
                    <a:pt x="26" y="15"/>
                  </a:cubicBezTo>
                  <a:cubicBezTo>
                    <a:pt x="26" y="15"/>
                    <a:pt x="35" y="0"/>
                    <a:pt x="20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61" name="Freeform 1639"/>
            <p:cNvSpPr>
              <a:spLocks/>
            </p:cNvSpPr>
            <p:nvPr/>
          </p:nvSpPr>
          <p:spPr bwMode="auto">
            <a:xfrm>
              <a:off x="4958" y="2233"/>
              <a:ext cx="474" cy="417"/>
            </a:xfrm>
            <a:custGeom>
              <a:avLst/>
              <a:gdLst>
                <a:gd name="T0" fmla="*/ 14745 w 84"/>
                <a:gd name="T1" fmla="*/ 1431 h 74"/>
                <a:gd name="T2" fmla="*/ 11145 w 84"/>
                <a:gd name="T3" fmla="*/ 7878 h 74"/>
                <a:gd name="T4" fmla="*/ 3250 w 84"/>
                <a:gd name="T5" fmla="*/ 12702 h 74"/>
                <a:gd name="T6" fmla="*/ 734 w 84"/>
                <a:gd name="T7" fmla="*/ 11811 h 74"/>
                <a:gd name="T8" fmla="*/ 2867 w 84"/>
                <a:gd name="T9" fmla="*/ 8571 h 74"/>
                <a:gd name="T10" fmla="*/ 10795 w 84"/>
                <a:gd name="T11" fmla="*/ 1431 h 74"/>
                <a:gd name="T12" fmla="*/ 14203 w 84"/>
                <a:gd name="T13" fmla="*/ 349 h 74"/>
                <a:gd name="T14" fmla="*/ 14745 w 84"/>
                <a:gd name="T15" fmla="*/ 1431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74">
                  <a:moveTo>
                    <a:pt x="82" y="8"/>
                  </a:moveTo>
                  <a:cubicBezTo>
                    <a:pt x="82" y="8"/>
                    <a:pt x="79" y="31"/>
                    <a:pt x="62" y="44"/>
                  </a:cubicBezTo>
                  <a:cubicBezTo>
                    <a:pt x="62" y="44"/>
                    <a:pt x="32" y="71"/>
                    <a:pt x="18" y="71"/>
                  </a:cubicBezTo>
                  <a:cubicBezTo>
                    <a:pt x="18" y="71"/>
                    <a:pt x="0" y="74"/>
                    <a:pt x="4" y="66"/>
                  </a:cubicBezTo>
                  <a:cubicBezTo>
                    <a:pt x="4" y="66"/>
                    <a:pt x="4" y="53"/>
                    <a:pt x="16" y="48"/>
                  </a:cubicBezTo>
                  <a:cubicBezTo>
                    <a:pt x="16" y="48"/>
                    <a:pt x="46" y="26"/>
                    <a:pt x="60" y="8"/>
                  </a:cubicBezTo>
                  <a:cubicBezTo>
                    <a:pt x="60" y="8"/>
                    <a:pt x="71" y="0"/>
                    <a:pt x="79" y="2"/>
                  </a:cubicBezTo>
                  <a:cubicBezTo>
                    <a:pt x="79" y="2"/>
                    <a:pt x="84" y="3"/>
                    <a:pt x="82" y="8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62" name="Freeform 1640"/>
            <p:cNvSpPr>
              <a:spLocks/>
            </p:cNvSpPr>
            <p:nvPr/>
          </p:nvSpPr>
          <p:spPr bwMode="auto">
            <a:xfrm>
              <a:off x="3549" y="1106"/>
              <a:ext cx="1387" cy="1290"/>
            </a:xfrm>
            <a:custGeom>
              <a:avLst/>
              <a:gdLst>
                <a:gd name="T0" fmla="*/ 14688 w 246"/>
                <a:gd name="T1" fmla="*/ 17170 h 229"/>
                <a:gd name="T2" fmla="*/ 18820 w 246"/>
                <a:gd name="T3" fmla="*/ 16280 h 229"/>
                <a:gd name="T4" fmla="*/ 21521 w 246"/>
                <a:gd name="T5" fmla="*/ 16438 h 229"/>
                <a:gd name="T6" fmla="*/ 21521 w 246"/>
                <a:gd name="T7" fmla="*/ 18404 h 229"/>
                <a:gd name="T8" fmla="*/ 23303 w 246"/>
                <a:gd name="T9" fmla="*/ 19834 h 229"/>
                <a:gd name="T10" fmla="*/ 24543 w 246"/>
                <a:gd name="T11" fmla="*/ 21451 h 229"/>
                <a:gd name="T12" fmla="*/ 26161 w 246"/>
                <a:gd name="T13" fmla="*/ 22882 h 229"/>
                <a:gd name="T14" fmla="*/ 27785 w 246"/>
                <a:gd name="T15" fmla="*/ 24116 h 229"/>
                <a:gd name="T16" fmla="*/ 28326 w 246"/>
                <a:gd name="T17" fmla="*/ 29129 h 229"/>
                <a:gd name="T18" fmla="*/ 29567 w 246"/>
                <a:gd name="T19" fmla="*/ 30019 h 229"/>
                <a:gd name="T20" fmla="*/ 31377 w 246"/>
                <a:gd name="T21" fmla="*/ 32177 h 229"/>
                <a:gd name="T22" fmla="*/ 32267 w 246"/>
                <a:gd name="T23" fmla="*/ 31828 h 229"/>
                <a:gd name="T24" fmla="*/ 34049 w 246"/>
                <a:gd name="T25" fmla="*/ 31828 h 229"/>
                <a:gd name="T26" fmla="*/ 35667 w 246"/>
                <a:gd name="T27" fmla="*/ 35224 h 229"/>
                <a:gd name="T28" fmla="*/ 37099 w 246"/>
                <a:gd name="T29" fmla="*/ 36650 h 229"/>
                <a:gd name="T30" fmla="*/ 41774 w 246"/>
                <a:gd name="T31" fmla="*/ 39320 h 229"/>
                <a:gd name="T32" fmla="*/ 43899 w 246"/>
                <a:gd name="T33" fmla="*/ 34492 h 229"/>
                <a:gd name="T34" fmla="*/ 41041 w 246"/>
                <a:gd name="T35" fmla="*/ 36300 h 229"/>
                <a:gd name="T36" fmla="*/ 40691 w 246"/>
                <a:gd name="T37" fmla="*/ 34841 h 229"/>
                <a:gd name="T38" fmla="*/ 39067 w 246"/>
                <a:gd name="T39" fmla="*/ 34492 h 229"/>
                <a:gd name="T40" fmla="*/ 39417 w 246"/>
                <a:gd name="T41" fmla="*/ 32526 h 229"/>
                <a:gd name="T42" fmla="*/ 40499 w 246"/>
                <a:gd name="T43" fmla="*/ 30211 h 229"/>
                <a:gd name="T44" fmla="*/ 39417 w 246"/>
                <a:gd name="T45" fmla="*/ 29862 h 229"/>
                <a:gd name="T46" fmla="*/ 40691 w 246"/>
                <a:gd name="T47" fmla="*/ 26465 h 229"/>
                <a:gd name="T48" fmla="*/ 40150 w 246"/>
                <a:gd name="T49" fmla="*/ 24307 h 229"/>
                <a:gd name="T50" fmla="*/ 38368 w 246"/>
                <a:gd name="T51" fmla="*/ 21451 h 229"/>
                <a:gd name="T52" fmla="*/ 36017 w 246"/>
                <a:gd name="T53" fmla="*/ 18753 h 229"/>
                <a:gd name="T54" fmla="*/ 31918 w 246"/>
                <a:gd name="T55" fmla="*/ 15198 h 229"/>
                <a:gd name="T56" fmla="*/ 31918 w 246"/>
                <a:gd name="T57" fmla="*/ 14122 h 229"/>
                <a:gd name="T58" fmla="*/ 32617 w 246"/>
                <a:gd name="T59" fmla="*/ 11807 h 229"/>
                <a:gd name="T60" fmla="*/ 29026 w 246"/>
                <a:gd name="T61" fmla="*/ 9993 h 229"/>
                <a:gd name="T62" fmla="*/ 20602 w 246"/>
                <a:gd name="T63" fmla="*/ 6980 h 229"/>
                <a:gd name="T64" fmla="*/ 3749 w 246"/>
                <a:gd name="T65" fmla="*/ 1082 h 229"/>
                <a:gd name="T66" fmla="*/ 4674 w 246"/>
                <a:gd name="T67" fmla="*/ 5014 h 229"/>
                <a:gd name="T68" fmla="*/ 5914 w 246"/>
                <a:gd name="T69" fmla="*/ 6794 h 229"/>
                <a:gd name="T70" fmla="*/ 8773 w 246"/>
                <a:gd name="T71" fmla="*/ 11458 h 229"/>
                <a:gd name="T72" fmla="*/ 12906 w 246"/>
                <a:gd name="T73" fmla="*/ 14314 h 22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46" h="229">
                  <a:moveTo>
                    <a:pt x="82" y="91"/>
                  </a:moveTo>
                  <a:cubicBezTo>
                    <a:pt x="78" y="93"/>
                    <a:pt x="78" y="95"/>
                    <a:pt x="82" y="96"/>
                  </a:cubicBezTo>
                  <a:cubicBezTo>
                    <a:pt x="84" y="96"/>
                    <a:pt x="87" y="94"/>
                    <a:pt x="90" y="94"/>
                  </a:cubicBezTo>
                  <a:cubicBezTo>
                    <a:pt x="95" y="92"/>
                    <a:pt x="100" y="93"/>
                    <a:pt x="105" y="91"/>
                  </a:cubicBezTo>
                  <a:cubicBezTo>
                    <a:pt x="102" y="95"/>
                    <a:pt x="95" y="99"/>
                    <a:pt x="92" y="105"/>
                  </a:cubicBezTo>
                  <a:cubicBezTo>
                    <a:pt x="99" y="108"/>
                    <a:pt x="112" y="95"/>
                    <a:pt x="120" y="92"/>
                  </a:cubicBezTo>
                  <a:cubicBezTo>
                    <a:pt x="118" y="97"/>
                    <a:pt x="100" y="107"/>
                    <a:pt x="103" y="113"/>
                  </a:cubicBezTo>
                  <a:cubicBezTo>
                    <a:pt x="106" y="120"/>
                    <a:pt x="117" y="104"/>
                    <a:pt x="120" y="103"/>
                  </a:cubicBezTo>
                  <a:cubicBezTo>
                    <a:pt x="127" y="102"/>
                    <a:pt x="111" y="118"/>
                    <a:pt x="113" y="122"/>
                  </a:cubicBezTo>
                  <a:cubicBezTo>
                    <a:pt x="116" y="127"/>
                    <a:pt x="127" y="113"/>
                    <a:pt x="130" y="111"/>
                  </a:cubicBezTo>
                  <a:cubicBezTo>
                    <a:pt x="131" y="116"/>
                    <a:pt x="122" y="129"/>
                    <a:pt x="125" y="132"/>
                  </a:cubicBezTo>
                  <a:cubicBezTo>
                    <a:pt x="128" y="136"/>
                    <a:pt x="135" y="122"/>
                    <a:pt x="137" y="120"/>
                  </a:cubicBezTo>
                  <a:cubicBezTo>
                    <a:pt x="138" y="125"/>
                    <a:pt x="130" y="135"/>
                    <a:pt x="133" y="140"/>
                  </a:cubicBezTo>
                  <a:cubicBezTo>
                    <a:pt x="137" y="146"/>
                    <a:pt x="142" y="130"/>
                    <a:pt x="146" y="128"/>
                  </a:cubicBezTo>
                  <a:cubicBezTo>
                    <a:pt x="148" y="133"/>
                    <a:pt x="142" y="146"/>
                    <a:pt x="143" y="148"/>
                  </a:cubicBezTo>
                  <a:cubicBezTo>
                    <a:pt x="147" y="152"/>
                    <a:pt x="153" y="137"/>
                    <a:pt x="155" y="135"/>
                  </a:cubicBezTo>
                  <a:cubicBezTo>
                    <a:pt x="158" y="141"/>
                    <a:pt x="152" y="146"/>
                    <a:pt x="153" y="152"/>
                  </a:cubicBezTo>
                  <a:cubicBezTo>
                    <a:pt x="157" y="153"/>
                    <a:pt x="153" y="162"/>
                    <a:pt x="158" y="163"/>
                  </a:cubicBezTo>
                  <a:cubicBezTo>
                    <a:pt x="161" y="163"/>
                    <a:pt x="163" y="152"/>
                    <a:pt x="166" y="150"/>
                  </a:cubicBezTo>
                  <a:cubicBezTo>
                    <a:pt x="168" y="155"/>
                    <a:pt x="165" y="162"/>
                    <a:pt x="165" y="168"/>
                  </a:cubicBezTo>
                  <a:cubicBezTo>
                    <a:pt x="167" y="180"/>
                    <a:pt x="170" y="169"/>
                    <a:pt x="172" y="164"/>
                  </a:cubicBezTo>
                  <a:cubicBezTo>
                    <a:pt x="172" y="169"/>
                    <a:pt x="170" y="178"/>
                    <a:pt x="175" y="180"/>
                  </a:cubicBezTo>
                  <a:cubicBezTo>
                    <a:pt x="177" y="175"/>
                    <a:pt x="177" y="170"/>
                    <a:pt x="179" y="166"/>
                  </a:cubicBezTo>
                  <a:cubicBezTo>
                    <a:pt x="182" y="167"/>
                    <a:pt x="179" y="174"/>
                    <a:pt x="180" y="178"/>
                  </a:cubicBezTo>
                  <a:cubicBezTo>
                    <a:pt x="181" y="181"/>
                    <a:pt x="183" y="188"/>
                    <a:pt x="186" y="188"/>
                  </a:cubicBezTo>
                  <a:cubicBezTo>
                    <a:pt x="188" y="185"/>
                    <a:pt x="187" y="179"/>
                    <a:pt x="190" y="178"/>
                  </a:cubicBezTo>
                  <a:cubicBezTo>
                    <a:pt x="191" y="181"/>
                    <a:pt x="191" y="185"/>
                    <a:pt x="192" y="189"/>
                  </a:cubicBezTo>
                  <a:cubicBezTo>
                    <a:pt x="193" y="193"/>
                    <a:pt x="196" y="195"/>
                    <a:pt x="199" y="197"/>
                  </a:cubicBezTo>
                  <a:cubicBezTo>
                    <a:pt x="200" y="198"/>
                    <a:pt x="201" y="197"/>
                    <a:pt x="203" y="199"/>
                  </a:cubicBezTo>
                  <a:cubicBezTo>
                    <a:pt x="204" y="200"/>
                    <a:pt x="205" y="203"/>
                    <a:pt x="207" y="205"/>
                  </a:cubicBezTo>
                  <a:cubicBezTo>
                    <a:pt x="209" y="207"/>
                    <a:pt x="212" y="210"/>
                    <a:pt x="215" y="214"/>
                  </a:cubicBezTo>
                  <a:cubicBezTo>
                    <a:pt x="220" y="219"/>
                    <a:pt x="228" y="229"/>
                    <a:pt x="233" y="220"/>
                  </a:cubicBezTo>
                  <a:cubicBezTo>
                    <a:pt x="235" y="215"/>
                    <a:pt x="236" y="209"/>
                    <a:pt x="239" y="205"/>
                  </a:cubicBezTo>
                  <a:cubicBezTo>
                    <a:pt x="242" y="201"/>
                    <a:pt x="246" y="199"/>
                    <a:pt x="245" y="193"/>
                  </a:cubicBezTo>
                  <a:cubicBezTo>
                    <a:pt x="241" y="193"/>
                    <a:pt x="238" y="199"/>
                    <a:pt x="235" y="201"/>
                  </a:cubicBezTo>
                  <a:cubicBezTo>
                    <a:pt x="233" y="202"/>
                    <a:pt x="231" y="201"/>
                    <a:pt x="229" y="203"/>
                  </a:cubicBezTo>
                  <a:cubicBezTo>
                    <a:pt x="227" y="204"/>
                    <a:pt x="226" y="206"/>
                    <a:pt x="224" y="207"/>
                  </a:cubicBezTo>
                  <a:cubicBezTo>
                    <a:pt x="222" y="201"/>
                    <a:pt x="228" y="200"/>
                    <a:pt x="227" y="195"/>
                  </a:cubicBezTo>
                  <a:cubicBezTo>
                    <a:pt x="223" y="194"/>
                    <a:pt x="221" y="200"/>
                    <a:pt x="217" y="200"/>
                  </a:cubicBezTo>
                  <a:cubicBezTo>
                    <a:pt x="217" y="198"/>
                    <a:pt x="219" y="196"/>
                    <a:pt x="218" y="193"/>
                  </a:cubicBezTo>
                  <a:cubicBezTo>
                    <a:pt x="214" y="195"/>
                    <a:pt x="212" y="190"/>
                    <a:pt x="215" y="186"/>
                  </a:cubicBezTo>
                  <a:cubicBezTo>
                    <a:pt x="216" y="184"/>
                    <a:pt x="218" y="184"/>
                    <a:pt x="220" y="182"/>
                  </a:cubicBezTo>
                  <a:cubicBezTo>
                    <a:pt x="221" y="180"/>
                    <a:pt x="221" y="179"/>
                    <a:pt x="222" y="177"/>
                  </a:cubicBezTo>
                  <a:cubicBezTo>
                    <a:pt x="224" y="175"/>
                    <a:pt x="231" y="169"/>
                    <a:pt x="226" y="169"/>
                  </a:cubicBezTo>
                  <a:cubicBezTo>
                    <a:pt x="221" y="168"/>
                    <a:pt x="218" y="175"/>
                    <a:pt x="214" y="175"/>
                  </a:cubicBezTo>
                  <a:cubicBezTo>
                    <a:pt x="214" y="171"/>
                    <a:pt x="218" y="170"/>
                    <a:pt x="220" y="167"/>
                  </a:cubicBezTo>
                  <a:cubicBezTo>
                    <a:pt x="221" y="164"/>
                    <a:pt x="222" y="161"/>
                    <a:pt x="224" y="158"/>
                  </a:cubicBezTo>
                  <a:cubicBezTo>
                    <a:pt x="226" y="153"/>
                    <a:pt x="226" y="153"/>
                    <a:pt x="227" y="148"/>
                  </a:cubicBezTo>
                  <a:cubicBezTo>
                    <a:pt x="227" y="147"/>
                    <a:pt x="228" y="141"/>
                    <a:pt x="228" y="140"/>
                  </a:cubicBezTo>
                  <a:cubicBezTo>
                    <a:pt x="227" y="137"/>
                    <a:pt x="225" y="138"/>
                    <a:pt x="224" y="136"/>
                  </a:cubicBezTo>
                  <a:cubicBezTo>
                    <a:pt x="221" y="133"/>
                    <a:pt x="222" y="130"/>
                    <a:pt x="220" y="127"/>
                  </a:cubicBezTo>
                  <a:cubicBezTo>
                    <a:pt x="218" y="124"/>
                    <a:pt x="216" y="124"/>
                    <a:pt x="214" y="120"/>
                  </a:cubicBezTo>
                  <a:cubicBezTo>
                    <a:pt x="213" y="116"/>
                    <a:pt x="213" y="113"/>
                    <a:pt x="210" y="110"/>
                  </a:cubicBezTo>
                  <a:cubicBezTo>
                    <a:pt x="208" y="107"/>
                    <a:pt x="204" y="107"/>
                    <a:pt x="201" y="105"/>
                  </a:cubicBezTo>
                  <a:cubicBezTo>
                    <a:pt x="199" y="102"/>
                    <a:pt x="198" y="99"/>
                    <a:pt x="194" y="97"/>
                  </a:cubicBezTo>
                  <a:cubicBezTo>
                    <a:pt x="188" y="94"/>
                    <a:pt x="181" y="93"/>
                    <a:pt x="178" y="85"/>
                  </a:cubicBezTo>
                  <a:cubicBezTo>
                    <a:pt x="181" y="84"/>
                    <a:pt x="183" y="85"/>
                    <a:pt x="186" y="85"/>
                  </a:cubicBezTo>
                  <a:cubicBezTo>
                    <a:pt x="182" y="84"/>
                    <a:pt x="181" y="80"/>
                    <a:pt x="178" y="79"/>
                  </a:cubicBezTo>
                  <a:cubicBezTo>
                    <a:pt x="181" y="77"/>
                    <a:pt x="186" y="78"/>
                    <a:pt x="188" y="76"/>
                  </a:cubicBezTo>
                  <a:cubicBezTo>
                    <a:pt x="190" y="71"/>
                    <a:pt x="185" y="67"/>
                    <a:pt x="182" y="66"/>
                  </a:cubicBezTo>
                  <a:cubicBezTo>
                    <a:pt x="178" y="65"/>
                    <a:pt x="176" y="65"/>
                    <a:pt x="173" y="63"/>
                  </a:cubicBezTo>
                  <a:cubicBezTo>
                    <a:pt x="169" y="61"/>
                    <a:pt x="166" y="58"/>
                    <a:pt x="162" y="56"/>
                  </a:cubicBezTo>
                  <a:cubicBezTo>
                    <a:pt x="155" y="52"/>
                    <a:pt x="146" y="50"/>
                    <a:pt x="138" y="46"/>
                  </a:cubicBezTo>
                  <a:cubicBezTo>
                    <a:pt x="131" y="43"/>
                    <a:pt x="123" y="41"/>
                    <a:pt x="115" y="39"/>
                  </a:cubicBezTo>
                  <a:cubicBezTo>
                    <a:pt x="101" y="35"/>
                    <a:pt x="87" y="27"/>
                    <a:pt x="72" y="23"/>
                  </a:cubicBezTo>
                  <a:cubicBezTo>
                    <a:pt x="55" y="18"/>
                    <a:pt x="38" y="12"/>
                    <a:pt x="21" y="6"/>
                  </a:cubicBezTo>
                  <a:cubicBezTo>
                    <a:pt x="16" y="4"/>
                    <a:pt x="8" y="0"/>
                    <a:pt x="3" y="2"/>
                  </a:cubicBezTo>
                  <a:cubicBezTo>
                    <a:pt x="0" y="14"/>
                    <a:pt x="21" y="20"/>
                    <a:pt x="26" y="28"/>
                  </a:cubicBezTo>
                  <a:cubicBezTo>
                    <a:pt x="26" y="29"/>
                    <a:pt x="26" y="32"/>
                    <a:pt x="27" y="33"/>
                  </a:cubicBezTo>
                  <a:cubicBezTo>
                    <a:pt x="28" y="36"/>
                    <a:pt x="31" y="36"/>
                    <a:pt x="33" y="38"/>
                  </a:cubicBezTo>
                  <a:cubicBezTo>
                    <a:pt x="36" y="43"/>
                    <a:pt x="35" y="50"/>
                    <a:pt x="38" y="55"/>
                  </a:cubicBezTo>
                  <a:cubicBezTo>
                    <a:pt x="41" y="60"/>
                    <a:pt x="45" y="60"/>
                    <a:pt x="49" y="64"/>
                  </a:cubicBezTo>
                  <a:cubicBezTo>
                    <a:pt x="53" y="68"/>
                    <a:pt x="53" y="73"/>
                    <a:pt x="58" y="76"/>
                  </a:cubicBezTo>
                  <a:cubicBezTo>
                    <a:pt x="62" y="78"/>
                    <a:pt x="68" y="77"/>
                    <a:pt x="72" y="80"/>
                  </a:cubicBezTo>
                  <a:cubicBezTo>
                    <a:pt x="75" y="83"/>
                    <a:pt x="79" y="88"/>
                    <a:pt x="82" y="91"/>
                  </a:cubicBezTo>
                </a:path>
              </a:pathLst>
            </a:custGeom>
            <a:solidFill>
              <a:srgbClr val="DBD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63" name="Freeform 1641"/>
            <p:cNvSpPr>
              <a:spLocks/>
            </p:cNvSpPr>
            <p:nvPr/>
          </p:nvSpPr>
          <p:spPr bwMode="auto">
            <a:xfrm>
              <a:off x="4158" y="1551"/>
              <a:ext cx="225" cy="259"/>
            </a:xfrm>
            <a:custGeom>
              <a:avLst/>
              <a:gdLst>
                <a:gd name="T0" fmla="*/ 1232 w 40"/>
                <a:gd name="T1" fmla="*/ 1075 h 46"/>
                <a:gd name="T2" fmla="*/ 0 w 40"/>
                <a:gd name="T3" fmla="*/ 1965 h 46"/>
                <a:gd name="T4" fmla="*/ 2312 w 40"/>
                <a:gd name="T5" fmla="*/ 1616 h 46"/>
                <a:gd name="T6" fmla="*/ 1963 w 40"/>
                <a:gd name="T7" fmla="*/ 3739 h 46"/>
                <a:gd name="T8" fmla="*/ 3195 w 40"/>
                <a:gd name="T9" fmla="*/ 3581 h 46"/>
                <a:gd name="T10" fmla="*/ 2661 w 40"/>
                <a:gd name="T11" fmla="*/ 5546 h 46"/>
                <a:gd name="T12" fmla="*/ 4084 w 40"/>
                <a:gd name="T13" fmla="*/ 4121 h 46"/>
                <a:gd name="T14" fmla="*/ 3926 w 40"/>
                <a:gd name="T15" fmla="*/ 5360 h 46"/>
                <a:gd name="T16" fmla="*/ 4618 w 40"/>
                <a:gd name="T17" fmla="*/ 5360 h 46"/>
                <a:gd name="T18" fmla="*/ 4461 w 40"/>
                <a:gd name="T19" fmla="*/ 6976 h 46"/>
                <a:gd name="T20" fmla="*/ 5507 w 40"/>
                <a:gd name="T21" fmla="*/ 6976 h 46"/>
                <a:gd name="T22" fmla="*/ 6424 w 40"/>
                <a:gd name="T23" fmla="*/ 8209 h 46"/>
                <a:gd name="T24" fmla="*/ 7121 w 40"/>
                <a:gd name="T25" fmla="*/ 5169 h 46"/>
                <a:gd name="T26" fmla="*/ 5507 w 40"/>
                <a:gd name="T27" fmla="*/ 5704 h 46"/>
                <a:gd name="T28" fmla="*/ 5349 w 40"/>
                <a:gd name="T29" fmla="*/ 4820 h 46"/>
                <a:gd name="T30" fmla="*/ 5001 w 40"/>
                <a:gd name="T31" fmla="*/ 4471 h 46"/>
                <a:gd name="T32" fmla="*/ 5001 w 40"/>
                <a:gd name="T33" fmla="*/ 3581 h 46"/>
                <a:gd name="T34" fmla="*/ 5158 w 40"/>
                <a:gd name="T35" fmla="*/ 1965 h 46"/>
                <a:gd name="T36" fmla="*/ 3195 w 40"/>
                <a:gd name="T37" fmla="*/ 2663 h 46"/>
                <a:gd name="T38" fmla="*/ 3926 w 40"/>
                <a:gd name="T39" fmla="*/ 1616 h 46"/>
                <a:gd name="T40" fmla="*/ 3386 w 40"/>
                <a:gd name="T41" fmla="*/ 1239 h 46"/>
                <a:gd name="T42" fmla="*/ 3735 w 40"/>
                <a:gd name="T43" fmla="*/ 349 h 46"/>
                <a:gd name="T44" fmla="*/ 1772 w 40"/>
                <a:gd name="T45" fmla="*/ 541 h 46"/>
                <a:gd name="T46" fmla="*/ 1232 w 40"/>
                <a:gd name="T47" fmla="*/ 1075 h 4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0" h="46">
                  <a:moveTo>
                    <a:pt x="7" y="6"/>
                  </a:moveTo>
                  <a:cubicBezTo>
                    <a:pt x="4" y="6"/>
                    <a:pt x="2" y="9"/>
                    <a:pt x="0" y="11"/>
                  </a:cubicBezTo>
                  <a:cubicBezTo>
                    <a:pt x="4" y="15"/>
                    <a:pt x="9" y="7"/>
                    <a:pt x="13" y="9"/>
                  </a:cubicBezTo>
                  <a:cubicBezTo>
                    <a:pt x="19" y="12"/>
                    <a:pt x="12" y="17"/>
                    <a:pt x="11" y="21"/>
                  </a:cubicBezTo>
                  <a:cubicBezTo>
                    <a:pt x="13" y="23"/>
                    <a:pt x="15" y="20"/>
                    <a:pt x="18" y="20"/>
                  </a:cubicBezTo>
                  <a:cubicBezTo>
                    <a:pt x="20" y="23"/>
                    <a:pt x="16" y="27"/>
                    <a:pt x="15" y="31"/>
                  </a:cubicBezTo>
                  <a:cubicBezTo>
                    <a:pt x="19" y="30"/>
                    <a:pt x="20" y="24"/>
                    <a:pt x="23" y="23"/>
                  </a:cubicBezTo>
                  <a:cubicBezTo>
                    <a:pt x="24" y="25"/>
                    <a:pt x="23" y="27"/>
                    <a:pt x="22" y="30"/>
                  </a:cubicBezTo>
                  <a:cubicBezTo>
                    <a:pt x="24" y="30"/>
                    <a:pt x="24" y="31"/>
                    <a:pt x="26" y="30"/>
                  </a:cubicBezTo>
                  <a:cubicBezTo>
                    <a:pt x="27" y="34"/>
                    <a:pt x="24" y="36"/>
                    <a:pt x="25" y="39"/>
                  </a:cubicBezTo>
                  <a:cubicBezTo>
                    <a:pt x="26" y="39"/>
                    <a:pt x="32" y="30"/>
                    <a:pt x="31" y="39"/>
                  </a:cubicBezTo>
                  <a:cubicBezTo>
                    <a:pt x="35" y="39"/>
                    <a:pt x="33" y="45"/>
                    <a:pt x="36" y="46"/>
                  </a:cubicBezTo>
                  <a:cubicBezTo>
                    <a:pt x="38" y="42"/>
                    <a:pt x="40" y="34"/>
                    <a:pt x="40" y="29"/>
                  </a:cubicBezTo>
                  <a:cubicBezTo>
                    <a:pt x="35" y="29"/>
                    <a:pt x="34" y="37"/>
                    <a:pt x="31" y="32"/>
                  </a:cubicBezTo>
                  <a:cubicBezTo>
                    <a:pt x="31" y="32"/>
                    <a:pt x="30" y="27"/>
                    <a:pt x="30" y="27"/>
                  </a:cubicBezTo>
                  <a:cubicBezTo>
                    <a:pt x="30" y="26"/>
                    <a:pt x="28" y="26"/>
                    <a:pt x="28" y="25"/>
                  </a:cubicBezTo>
                  <a:cubicBezTo>
                    <a:pt x="27" y="23"/>
                    <a:pt x="28" y="22"/>
                    <a:pt x="28" y="20"/>
                  </a:cubicBezTo>
                  <a:cubicBezTo>
                    <a:pt x="29" y="17"/>
                    <a:pt x="33" y="12"/>
                    <a:pt x="29" y="11"/>
                  </a:cubicBezTo>
                  <a:cubicBezTo>
                    <a:pt x="25" y="9"/>
                    <a:pt x="23" y="17"/>
                    <a:pt x="18" y="15"/>
                  </a:cubicBezTo>
                  <a:cubicBezTo>
                    <a:pt x="19" y="12"/>
                    <a:pt x="20" y="10"/>
                    <a:pt x="22" y="9"/>
                  </a:cubicBezTo>
                  <a:cubicBezTo>
                    <a:pt x="21" y="8"/>
                    <a:pt x="20" y="7"/>
                    <a:pt x="19" y="7"/>
                  </a:cubicBezTo>
                  <a:cubicBezTo>
                    <a:pt x="19" y="5"/>
                    <a:pt x="20" y="3"/>
                    <a:pt x="21" y="2"/>
                  </a:cubicBezTo>
                  <a:cubicBezTo>
                    <a:pt x="19" y="0"/>
                    <a:pt x="13" y="1"/>
                    <a:pt x="10" y="3"/>
                  </a:cubicBezTo>
                  <a:lnTo>
                    <a:pt x="7" y="6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64" name="Freeform 1642"/>
            <p:cNvSpPr>
              <a:spLocks/>
            </p:cNvSpPr>
            <p:nvPr/>
          </p:nvSpPr>
          <p:spPr bwMode="auto">
            <a:xfrm>
              <a:off x="4389" y="1714"/>
              <a:ext cx="282" cy="412"/>
            </a:xfrm>
            <a:custGeom>
              <a:avLst/>
              <a:gdLst>
                <a:gd name="T0" fmla="*/ 3051 w 50"/>
                <a:gd name="T1" fmla="*/ 350 h 73"/>
                <a:gd name="T2" fmla="*/ 0 w 50"/>
                <a:gd name="T3" fmla="*/ 4492 h 73"/>
                <a:gd name="T4" fmla="*/ 1083 w 50"/>
                <a:gd name="T5" fmla="*/ 3409 h 73"/>
                <a:gd name="T6" fmla="*/ 1974 w 50"/>
                <a:gd name="T7" fmla="*/ 2867 h 73"/>
                <a:gd name="T8" fmla="*/ 2515 w 50"/>
                <a:gd name="T9" fmla="*/ 2167 h 73"/>
                <a:gd name="T10" fmla="*/ 2324 w 50"/>
                <a:gd name="T11" fmla="*/ 4492 h 73"/>
                <a:gd name="T12" fmla="*/ 3243 w 50"/>
                <a:gd name="T13" fmla="*/ 3793 h 73"/>
                <a:gd name="T14" fmla="*/ 2702 w 50"/>
                <a:gd name="T15" fmla="*/ 6660 h 73"/>
                <a:gd name="T16" fmla="*/ 4484 w 50"/>
                <a:gd name="T17" fmla="*/ 4143 h 73"/>
                <a:gd name="T18" fmla="*/ 3756 w 50"/>
                <a:gd name="T19" fmla="*/ 7738 h 73"/>
                <a:gd name="T20" fmla="*/ 4484 w 50"/>
                <a:gd name="T21" fmla="*/ 6468 h 73"/>
                <a:gd name="T22" fmla="*/ 4484 w 50"/>
                <a:gd name="T23" fmla="*/ 8093 h 73"/>
                <a:gd name="T24" fmla="*/ 5567 w 50"/>
                <a:gd name="T25" fmla="*/ 7360 h 73"/>
                <a:gd name="T26" fmla="*/ 5725 w 50"/>
                <a:gd name="T27" fmla="*/ 8821 h 73"/>
                <a:gd name="T28" fmla="*/ 6807 w 50"/>
                <a:gd name="T29" fmla="*/ 7010 h 73"/>
                <a:gd name="T30" fmla="*/ 6650 w 50"/>
                <a:gd name="T31" fmla="*/ 9171 h 73"/>
                <a:gd name="T32" fmla="*/ 6807 w 50"/>
                <a:gd name="T33" fmla="*/ 10955 h 73"/>
                <a:gd name="T34" fmla="*/ 7732 w 50"/>
                <a:gd name="T35" fmla="*/ 10063 h 73"/>
                <a:gd name="T36" fmla="*/ 8432 w 50"/>
                <a:gd name="T37" fmla="*/ 13122 h 73"/>
                <a:gd name="T38" fmla="*/ 8432 w 50"/>
                <a:gd name="T39" fmla="*/ 9877 h 73"/>
                <a:gd name="T40" fmla="*/ 8082 w 50"/>
                <a:gd name="T41" fmla="*/ 10605 h 73"/>
                <a:gd name="T42" fmla="*/ 6999 w 50"/>
                <a:gd name="T43" fmla="*/ 9527 h 73"/>
                <a:gd name="T44" fmla="*/ 6999 w 50"/>
                <a:gd name="T45" fmla="*/ 6118 h 73"/>
                <a:gd name="T46" fmla="*/ 5916 w 50"/>
                <a:gd name="T47" fmla="*/ 6818 h 73"/>
                <a:gd name="T48" fmla="*/ 6266 w 50"/>
                <a:gd name="T49" fmla="*/ 5576 h 73"/>
                <a:gd name="T50" fmla="*/ 5025 w 50"/>
                <a:gd name="T51" fmla="*/ 5926 h 73"/>
                <a:gd name="T52" fmla="*/ 5567 w 50"/>
                <a:gd name="T53" fmla="*/ 3951 h 73"/>
                <a:gd name="T54" fmla="*/ 3756 w 50"/>
                <a:gd name="T55" fmla="*/ 3793 h 73"/>
                <a:gd name="T56" fmla="*/ 3942 w 50"/>
                <a:gd name="T57" fmla="*/ 1625 h 73"/>
                <a:gd name="T58" fmla="*/ 3756 w 50"/>
                <a:gd name="T59" fmla="*/ 0 h 73"/>
                <a:gd name="T60" fmla="*/ 3243 w 50"/>
                <a:gd name="T61" fmla="*/ 350 h 73"/>
                <a:gd name="T62" fmla="*/ 3051 w 50"/>
                <a:gd name="T63" fmla="*/ 350 h 7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0" h="73">
                  <a:moveTo>
                    <a:pt x="17" y="2"/>
                  </a:moveTo>
                  <a:cubicBezTo>
                    <a:pt x="11" y="4"/>
                    <a:pt x="3" y="18"/>
                    <a:pt x="0" y="25"/>
                  </a:cubicBezTo>
                  <a:cubicBezTo>
                    <a:pt x="4" y="25"/>
                    <a:pt x="4" y="21"/>
                    <a:pt x="6" y="19"/>
                  </a:cubicBezTo>
                  <a:cubicBezTo>
                    <a:pt x="8" y="17"/>
                    <a:pt x="9" y="17"/>
                    <a:pt x="11" y="16"/>
                  </a:cubicBezTo>
                  <a:cubicBezTo>
                    <a:pt x="11" y="15"/>
                    <a:pt x="13" y="13"/>
                    <a:pt x="14" y="12"/>
                  </a:cubicBezTo>
                  <a:cubicBezTo>
                    <a:pt x="23" y="5"/>
                    <a:pt x="13" y="21"/>
                    <a:pt x="13" y="25"/>
                  </a:cubicBezTo>
                  <a:cubicBezTo>
                    <a:pt x="16" y="25"/>
                    <a:pt x="17" y="23"/>
                    <a:pt x="18" y="21"/>
                  </a:cubicBezTo>
                  <a:cubicBezTo>
                    <a:pt x="23" y="26"/>
                    <a:pt x="15" y="32"/>
                    <a:pt x="15" y="37"/>
                  </a:cubicBezTo>
                  <a:cubicBezTo>
                    <a:pt x="18" y="38"/>
                    <a:pt x="24" y="27"/>
                    <a:pt x="25" y="23"/>
                  </a:cubicBezTo>
                  <a:cubicBezTo>
                    <a:pt x="29" y="26"/>
                    <a:pt x="21" y="38"/>
                    <a:pt x="21" y="43"/>
                  </a:cubicBezTo>
                  <a:cubicBezTo>
                    <a:pt x="23" y="42"/>
                    <a:pt x="24" y="38"/>
                    <a:pt x="25" y="36"/>
                  </a:cubicBezTo>
                  <a:cubicBezTo>
                    <a:pt x="28" y="39"/>
                    <a:pt x="24" y="42"/>
                    <a:pt x="25" y="45"/>
                  </a:cubicBezTo>
                  <a:cubicBezTo>
                    <a:pt x="27" y="50"/>
                    <a:pt x="29" y="42"/>
                    <a:pt x="31" y="41"/>
                  </a:cubicBezTo>
                  <a:cubicBezTo>
                    <a:pt x="32" y="43"/>
                    <a:pt x="31" y="46"/>
                    <a:pt x="32" y="49"/>
                  </a:cubicBezTo>
                  <a:cubicBezTo>
                    <a:pt x="34" y="48"/>
                    <a:pt x="37" y="42"/>
                    <a:pt x="38" y="39"/>
                  </a:cubicBezTo>
                  <a:cubicBezTo>
                    <a:pt x="41" y="42"/>
                    <a:pt x="38" y="47"/>
                    <a:pt x="37" y="51"/>
                  </a:cubicBezTo>
                  <a:cubicBezTo>
                    <a:pt x="36" y="55"/>
                    <a:pt x="38" y="56"/>
                    <a:pt x="38" y="61"/>
                  </a:cubicBezTo>
                  <a:cubicBezTo>
                    <a:pt x="40" y="60"/>
                    <a:pt x="39" y="55"/>
                    <a:pt x="43" y="56"/>
                  </a:cubicBezTo>
                  <a:cubicBezTo>
                    <a:pt x="43" y="58"/>
                    <a:pt x="45" y="73"/>
                    <a:pt x="47" y="73"/>
                  </a:cubicBezTo>
                  <a:cubicBezTo>
                    <a:pt x="50" y="73"/>
                    <a:pt x="48" y="56"/>
                    <a:pt x="47" y="55"/>
                  </a:cubicBezTo>
                  <a:cubicBezTo>
                    <a:pt x="47" y="56"/>
                    <a:pt x="45" y="58"/>
                    <a:pt x="45" y="59"/>
                  </a:cubicBezTo>
                  <a:cubicBezTo>
                    <a:pt x="43" y="58"/>
                    <a:pt x="44" y="45"/>
                    <a:pt x="39" y="53"/>
                  </a:cubicBezTo>
                  <a:cubicBezTo>
                    <a:pt x="38" y="50"/>
                    <a:pt x="43" y="36"/>
                    <a:pt x="39" y="34"/>
                  </a:cubicBezTo>
                  <a:cubicBezTo>
                    <a:pt x="36" y="33"/>
                    <a:pt x="36" y="41"/>
                    <a:pt x="33" y="38"/>
                  </a:cubicBezTo>
                  <a:cubicBezTo>
                    <a:pt x="30" y="37"/>
                    <a:pt x="35" y="33"/>
                    <a:pt x="35" y="31"/>
                  </a:cubicBezTo>
                  <a:cubicBezTo>
                    <a:pt x="33" y="30"/>
                    <a:pt x="30" y="32"/>
                    <a:pt x="28" y="33"/>
                  </a:cubicBezTo>
                  <a:cubicBezTo>
                    <a:pt x="28" y="29"/>
                    <a:pt x="31" y="26"/>
                    <a:pt x="31" y="22"/>
                  </a:cubicBezTo>
                  <a:cubicBezTo>
                    <a:pt x="30" y="10"/>
                    <a:pt x="26" y="21"/>
                    <a:pt x="21" y="21"/>
                  </a:cubicBezTo>
                  <a:cubicBezTo>
                    <a:pt x="20" y="17"/>
                    <a:pt x="23" y="13"/>
                    <a:pt x="22" y="9"/>
                  </a:cubicBezTo>
                  <a:cubicBezTo>
                    <a:pt x="22" y="5"/>
                    <a:pt x="17" y="6"/>
                    <a:pt x="21" y="0"/>
                  </a:cubicBezTo>
                  <a:cubicBezTo>
                    <a:pt x="19" y="0"/>
                    <a:pt x="19" y="1"/>
                    <a:pt x="18" y="2"/>
                  </a:cubicBezTo>
                  <a:lnTo>
                    <a:pt x="17" y="2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65" name="Freeform 1643"/>
            <p:cNvSpPr>
              <a:spLocks/>
            </p:cNvSpPr>
            <p:nvPr/>
          </p:nvSpPr>
          <p:spPr bwMode="auto">
            <a:xfrm>
              <a:off x="2867" y="717"/>
              <a:ext cx="1347" cy="924"/>
            </a:xfrm>
            <a:custGeom>
              <a:avLst/>
              <a:gdLst>
                <a:gd name="T0" fmla="*/ 25063 w 239"/>
                <a:gd name="T1" fmla="*/ 22728 h 164"/>
                <a:gd name="T2" fmla="*/ 27380 w 239"/>
                <a:gd name="T3" fmla="*/ 24509 h 164"/>
                <a:gd name="T4" fmla="*/ 33128 w 239"/>
                <a:gd name="T5" fmla="*/ 24317 h 164"/>
                <a:gd name="T6" fmla="*/ 31860 w 239"/>
                <a:gd name="T7" fmla="*/ 25934 h 164"/>
                <a:gd name="T8" fmla="*/ 35800 w 239"/>
                <a:gd name="T9" fmla="*/ 25934 h 164"/>
                <a:gd name="T10" fmla="*/ 37226 w 239"/>
                <a:gd name="T11" fmla="*/ 26475 h 164"/>
                <a:gd name="T12" fmla="*/ 33478 w 239"/>
                <a:gd name="T13" fmla="*/ 27173 h 164"/>
                <a:gd name="T14" fmla="*/ 35800 w 239"/>
                <a:gd name="T15" fmla="*/ 27551 h 164"/>
                <a:gd name="T16" fmla="*/ 37417 w 239"/>
                <a:gd name="T17" fmla="*/ 27551 h 164"/>
                <a:gd name="T18" fmla="*/ 37068 w 239"/>
                <a:gd name="T19" fmla="*/ 28790 h 164"/>
                <a:gd name="T20" fmla="*/ 42788 w 239"/>
                <a:gd name="T21" fmla="*/ 27016 h 164"/>
                <a:gd name="T22" fmla="*/ 41165 w 239"/>
                <a:gd name="T23" fmla="*/ 26633 h 164"/>
                <a:gd name="T24" fmla="*/ 41007 w 239"/>
                <a:gd name="T25" fmla="*/ 26824 h 164"/>
                <a:gd name="T26" fmla="*/ 40624 w 239"/>
                <a:gd name="T27" fmla="*/ 25585 h 164"/>
                <a:gd name="T28" fmla="*/ 40089 w 239"/>
                <a:gd name="T29" fmla="*/ 24694 h 164"/>
                <a:gd name="T30" fmla="*/ 38849 w 239"/>
                <a:gd name="T31" fmla="*/ 23968 h 164"/>
                <a:gd name="T32" fmla="*/ 37417 w 239"/>
                <a:gd name="T33" fmla="*/ 22537 h 164"/>
                <a:gd name="T34" fmla="*/ 35642 w 239"/>
                <a:gd name="T35" fmla="*/ 21460 h 164"/>
                <a:gd name="T36" fmla="*/ 34909 w 239"/>
                <a:gd name="T37" fmla="*/ 20221 h 164"/>
                <a:gd name="T38" fmla="*/ 33827 w 239"/>
                <a:gd name="T39" fmla="*/ 18255 h 164"/>
                <a:gd name="T40" fmla="*/ 32942 w 239"/>
                <a:gd name="T41" fmla="*/ 16824 h 164"/>
                <a:gd name="T42" fmla="*/ 6797 w 239"/>
                <a:gd name="T43" fmla="*/ 5364 h 164"/>
                <a:gd name="T44" fmla="*/ 5557 w 239"/>
                <a:gd name="T45" fmla="*/ 3048 h 164"/>
                <a:gd name="T46" fmla="*/ 2159 w 239"/>
                <a:gd name="T47" fmla="*/ 890 h 164"/>
                <a:gd name="T48" fmla="*/ 4289 w 239"/>
                <a:gd name="T49" fmla="*/ 4637 h 164"/>
                <a:gd name="T50" fmla="*/ 4131 w 239"/>
                <a:gd name="T51" fmla="*/ 5364 h 164"/>
                <a:gd name="T52" fmla="*/ 6989 w 239"/>
                <a:gd name="T53" fmla="*/ 8412 h 164"/>
                <a:gd name="T54" fmla="*/ 11278 w 239"/>
                <a:gd name="T55" fmla="*/ 13235 h 164"/>
                <a:gd name="T56" fmla="*/ 15944 w 239"/>
                <a:gd name="T57" fmla="*/ 16824 h 164"/>
                <a:gd name="T58" fmla="*/ 16485 w 239"/>
                <a:gd name="T59" fmla="*/ 16981 h 164"/>
                <a:gd name="T60" fmla="*/ 20583 w 239"/>
                <a:gd name="T61" fmla="*/ 20221 h 164"/>
                <a:gd name="T62" fmla="*/ 24872 w 239"/>
                <a:gd name="T63" fmla="*/ 22537 h 16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39" h="164">
                  <a:moveTo>
                    <a:pt x="140" y="127"/>
                  </a:moveTo>
                  <a:cubicBezTo>
                    <a:pt x="140" y="127"/>
                    <a:pt x="139" y="136"/>
                    <a:pt x="153" y="137"/>
                  </a:cubicBezTo>
                  <a:cubicBezTo>
                    <a:pt x="153" y="137"/>
                    <a:pt x="176" y="140"/>
                    <a:pt x="185" y="136"/>
                  </a:cubicBezTo>
                  <a:cubicBezTo>
                    <a:pt x="185" y="136"/>
                    <a:pt x="161" y="144"/>
                    <a:pt x="178" y="145"/>
                  </a:cubicBezTo>
                  <a:cubicBezTo>
                    <a:pt x="178" y="145"/>
                    <a:pt x="189" y="147"/>
                    <a:pt x="200" y="145"/>
                  </a:cubicBezTo>
                  <a:cubicBezTo>
                    <a:pt x="200" y="145"/>
                    <a:pt x="219" y="147"/>
                    <a:pt x="208" y="148"/>
                  </a:cubicBezTo>
                  <a:cubicBezTo>
                    <a:pt x="208" y="148"/>
                    <a:pt x="180" y="148"/>
                    <a:pt x="187" y="152"/>
                  </a:cubicBezTo>
                  <a:cubicBezTo>
                    <a:pt x="187" y="152"/>
                    <a:pt x="190" y="157"/>
                    <a:pt x="200" y="154"/>
                  </a:cubicBezTo>
                  <a:cubicBezTo>
                    <a:pt x="209" y="154"/>
                    <a:pt x="209" y="154"/>
                    <a:pt x="209" y="154"/>
                  </a:cubicBezTo>
                  <a:cubicBezTo>
                    <a:pt x="209" y="154"/>
                    <a:pt x="198" y="164"/>
                    <a:pt x="207" y="161"/>
                  </a:cubicBezTo>
                  <a:cubicBezTo>
                    <a:pt x="207" y="161"/>
                    <a:pt x="236" y="159"/>
                    <a:pt x="239" y="151"/>
                  </a:cubicBezTo>
                  <a:cubicBezTo>
                    <a:pt x="239" y="151"/>
                    <a:pt x="235" y="148"/>
                    <a:pt x="230" y="149"/>
                  </a:cubicBezTo>
                  <a:cubicBezTo>
                    <a:pt x="230" y="150"/>
                    <a:pt x="230" y="150"/>
                    <a:pt x="229" y="150"/>
                  </a:cubicBezTo>
                  <a:cubicBezTo>
                    <a:pt x="224" y="152"/>
                    <a:pt x="234" y="146"/>
                    <a:pt x="227" y="143"/>
                  </a:cubicBezTo>
                  <a:cubicBezTo>
                    <a:pt x="227" y="143"/>
                    <a:pt x="221" y="143"/>
                    <a:pt x="224" y="138"/>
                  </a:cubicBezTo>
                  <a:cubicBezTo>
                    <a:pt x="224" y="138"/>
                    <a:pt x="222" y="134"/>
                    <a:pt x="217" y="134"/>
                  </a:cubicBezTo>
                  <a:cubicBezTo>
                    <a:pt x="217" y="134"/>
                    <a:pt x="214" y="127"/>
                    <a:pt x="209" y="126"/>
                  </a:cubicBezTo>
                  <a:cubicBezTo>
                    <a:pt x="209" y="126"/>
                    <a:pt x="200" y="129"/>
                    <a:pt x="199" y="120"/>
                  </a:cubicBezTo>
                  <a:cubicBezTo>
                    <a:pt x="199" y="120"/>
                    <a:pt x="200" y="115"/>
                    <a:pt x="195" y="113"/>
                  </a:cubicBezTo>
                  <a:cubicBezTo>
                    <a:pt x="195" y="113"/>
                    <a:pt x="188" y="109"/>
                    <a:pt x="189" y="102"/>
                  </a:cubicBezTo>
                  <a:cubicBezTo>
                    <a:pt x="189" y="102"/>
                    <a:pt x="190" y="96"/>
                    <a:pt x="184" y="94"/>
                  </a:cubicBezTo>
                  <a:cubicBezTo>
                    <a:pt x="184" y="94"/>
                    <a:pt x="56" y="48"/>
                    <a:pt x="38" y="30"/>
                  </a:cubicBezTo>
                  <a:cubicBezTo>
                    <a:pt x="38" y="30"/>
                    <a:pt x="33" y="27"/>
                    <a:pt x="31" y="17"/>
                  </a:cubicBezTo>
                  <a:cubicBezTo>
                    <a:pt x="31" y="17"/>
                    <a:pt x="15" y="0"/>
                    <a:pt x="12" y="5"/>
                  </a:cubicBezTo>
                  <a:cubicBezTo>
                    <a:pt x="12" y="5"/>
                    <a:pt x="14" y="20"/>
                    <a:pt x="24" y="26"/>
                  </a:cubicBezTo>
                  <a:cubicBezTo>
                    <a:pt x="24" y="26"/>
                    <a:pt x="30" y="31"/>
                    <a:pt x="23" y="30"/>
                  </a:cubicBezTo>
                  <a:cubicBezTo>
                    <a:pt x="23" y="30"/>
                    <a:pt x="0" y="28"/>
                    <a:pt x="39" y="47"/>
                  </a:cubicBezTo>
                  <a:cubicBezTo>
                    <a:pt x="39" y="47"/>
                    <a:pt x="35" y="62"/>
                    <a:pt x="63" y="74"/>
                  </a:cubicBezTo>
                  <a:cubicBezTo>
                    <a:pt x="63" y="74"/>
                    <a:pt x="78" y="89"/>
                    <a:pt x="89" y="94"/>
                  </a:cubicBezTo>
                  <a:cubicBezTo>
                    <a:pt x="90" y="94"/>
                    <a:pt x="91" y="94"/>
                    <a:pt x="92" y="95"/>
                  </a:cubicBezTo>
                  <a:cubicBezTo>
                    <a:pt x="103" y="98"/>
                    <a:pt x="102" y="109"/>
                    <a:pt x="115" y="113"/>
                  </a:cubicBezTo>
                  <a:cubicBezTo>
                    <a:pt x="115" y="113"/>
                    <a:pt x="98" y="120"/>
                    <a:pt x="139" y="126"/>
                  </a:cubicBezTo>
                </a:path>
              </a:pathLst>
            </a:custGeom>
            <a:solidFill>
              <a:srgbClr val="8A8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66" name="Freeform 1644"/>
            <p:cNvSpPr>
              <a:spLocks/>
            </p:cNvSpPr>
            <p:nvPr/>
          </p:nvSpPr>
          <p:spPr bwMode="auto">
            <a:xfrm>
              <a:off x="5398" y="1906"/>
              <a:ext cx="79" cy="79"/>
            </a:xfrm>
            <a:custGeom>
              <a:avLst/>
              <a:gdLst>
                <a:gd name="T0" fmla="*/ 192 w 14"/>
                <a:gd name="T1" fmla="*/ 1275 h 14"/>
                <a:gd name="T2" fmla="*/ 350 w 14"/>
                <a:gd name="T3" fmla="*/ 892 h 14"/>
                <a:gd name="T4" fmla="*/ 1625 w 14"/>
                <a:gd name="T5" fmla="*/ 542 h 14"/>
                <a:gd name="T6" fmla="*/ 1975 w 14"/>
                <a:gd name="T7" fmla="*/ 1083 h 14"/>
                <a:gd name="T8" fmla="*/ 2167 w 14"/>
                <a:gd name="T9" fmla="*/ 1433 h 14"/>
                <a:gd name="T10" fmla="*/ 1083 w 14"/>
                <a:gd name="T11" fmla="*/ 2325 h 14"/>
                <a:gd name="T12" fmla="*/ 192 w 14"/>
                <a:gd name="T13" fmla="*/ 1275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4">
                  <a:moveTo>
                    <a:pt x="1" y="7"/>
                  </a:moveTo>
                  <a:cubicBezTo>
                    <a:pt x="1" y="7"/>
                    <a:pt x="0" y="5"/>
                    <a:pt x="2" y="5"/>
                  </a:cubicBezTo>
                  <a:cubicBezTo>
                    <a:pt x="2" y="5"/>
                    <a:pt x="4" y="0"/>
                    <a:pt x="9" y="3"/>
                  </a:cubicBezTo>
                  <a:cubicBezTo>
                    <a:pt x="9" y="3"/>
                    <a:pt x="11" y="3"/>
                    <a:pt x="11" y="6"/>
                  </a:cubicBezTo>
                  <a:cubicBezTo>
                    <a:pt x="11" y="6"/>
                    <a:pt x="14" y="8"/>
                    <a:pt x="12" y="8"/>
                  </a:cubicBezTo>
                  <a:cubicBezTo>
                    <a:pt x="12" y="8"/>
                    <a:pt x="9" y="14"/>
                    <a:pt x="6" y="13"/>
                  </a:cubicBezTo>
                  <a:cubicBezTo>
                    <a:pt x="6" y="13"/>
                    <a:pt x="2" y="12"/>
                    <a:pt x="1" y="7"/>
                  </a:cubicBezTo>
                  <a:close/>
                </a:path>
              </a:pathLst>
            </a:custGeom>
            <a:solidFill>
              <a:srgbClr val="63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67" name="Oval 1645"/>
            <p:cNvSpPr>
              <a:spLocks noChangeArrowheads="1"/>
            </p:cNvSpPr>
            <p:nvPr/>
          </p:nvSpPr>
          <p:spPr bwMode="auto">
            <a:xfrm>
              <a:off x="5415" y="1923"/>
              <a:ext cx="39" cy="45"/>
            </a:xfrm>
            <a:prstGeom prst="ellipse">
              <a:avLst/>
            </a:pr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  <p:sp>
          <p:nvSpPr>
            <p:cNvPr id="98568" name="Freeform 1646"/>
            <p:cNvSpPr>
              <a:spLocks/>
            </p:cNvSpPr>
            <p:nvPr/>
          </p:nvSpPr>
          <p:spPr bwMode="auto">
            <a:xfrm>
              <a:off x="5499" y="1968"/>
              <a:ext cx="181" cy="85"/>
            </a:xfrm>
            <a:custGeom>
              <a:avLst/>
              <a:gdLst>
                <a:gd name="T0" fmla="*/ 351 w 32"/>
                <a:gd name="T1" fmla="*/ 544 h 15"/>
                <a:gd name="T2" fmla="*/ 1278 w 32"/>
                <a:gd name="T3" fmla="*/ 0 h 15"/>
                <a:gd name="T4" fmla="*/ 4700 w 32"/>
                <a:gd name="T5" fmla="*/ 901 h 15"/>
                <a:gd name="T6" fmla="*/ 4700 w 32"/>
                <a:gd name="T7" fmla="*/ 1830 h 15"/>
                <a:gd name="T8" fmla="*/ 1442 w 32"/>
                <a:gd name="T9" fmla="*/ 2374 h 15"/>
                <a:gd name="T10" fmla="*/ 1086 w 32"/>
                <a:gd name="T11" fmla="*/ 1989 h 15"/>
                <a:gd name="T12" fmla="*/ 351 w 32"/>
                <a:gd name="T13" fmla="*/ 544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15">
                  <a:moveTo>
                    <a:pt x="2" y="3"/>
                  </a:moveTo>
                  <a:cubicBezTo>
                    <a:pt x="2" y="3"/>
                    <a:pt x="0" y="0"/>
                    <a:pt x="7" y="0"/>
                  </a:cubicBezTo>
                  <a:cubicBezTo>
                    <a:pt x="7" y="0"/>
                    <a:pt x="23" y="0"/>
                    <a:pt x="26" y="5"/>
                  </a:cubicBezTo>
                  <a:cubicBezTo>
                    <a:pt x="26" y="5"/>
                    <a:pt x="32" y="10"/>
                    <a:pt x="26" y="10"/>
                  </a:cubicBezTo>
                  <a:cubicBezTo>
                    <a:pt x="26" y="10"/>
                    <a:pt x="14" y="10"/>
                    <a:pt x="8" y="13"/>
                  </a:cubicBezTo>
                  <a:cubicBezTo>
                    <a:pt x="8" y="13"/>
                    <a:pt x="6" y="15"/>
                    <a:pt x="6" y="11"/>
                  </a:cubicBezTo>
                  <a:cubicBezTo>
                    <a:pt x="6" y="11"/>
                    <a:pt x="1" y="7"/>
                    <a:pt x="2" y="3"/>
                  </a:cubicBezTo>
                  <a:close/>
                </a:path>
              </a:pathLst>
            </a:custGeom>
            <a:solidFill>
              <a:srgbClr val="BC9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69" name="Freeform 1647"/>
            <p:cNvSpPr>
              <a:spLocks/>
            </p:cNvSpPr>
            <p:nvPr/>
          </p:nvSpPr>
          <p:spPr bwMode="auto">
            <a:xfrm>
              <a:off x="5516" y="1974"/>
              <a:ext cx="113" cy="22"/>
            </a:xfrm>
            <a:custGeom>
              <a:avLst/>
              <a:gdLst>
                <a:gd name="T0" fmla="*/ 542 w 20"/>
                <a:gd name="T1" fmla="*/ 336 h 4"/>
                <a:gd name="T2" fmla="*/ 1435 w 20"/>
                <a:gd name="T3" fmla="*/ 0 h 4"/>
                <a:gd name="T4" fmla="*/ 3254 w 20"/>
                <a:gd name="T5" fmla="*/ 517 h 4"/>
                <a:gd name="T6" fmla="*/ 2328 w 20"/>
                <a:gd name="T7" fmla="*/ 517 h 4"/>
                <a:gd name="T8" fmla="*/ 542 w 20"/>
                <a:gd name="T9" fmla="*/ 33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">
                  <a:moveTo>
                    <a:pt x="3" y="2"/>
                  </a:moveTo>
                  <a:cubicBezTo>
                    <a:pt x="3" y="2"/>
                    <a:pt x="3" y="0"/>
                    <a:pt x="8" y="0"/>
                  </a:cubicBezTo>
                  <a:cubicBezTo>
                    <a:pt x="8" y="0"/>
                    <a:pt x="20" y="1"/>
                    <a:pt x="18" y="3"/>
                  </a:cubicBezTo>
                  <a:cubicBezTo>
                    <a:pt x="18" y="3"/>
                    <a:pt x="16" y="4"/>
                    <a:pt x="13" y="3"/>
                  </a:cubicBezTo>
                  <a:cubicBezTo>
                    <a:pt x="13" y="3"/>
                    <a:pt x="0" y="4"/>
                    <a:pt x="3" y="2"/>
                  </a:cubicBezTo>
                  <a:close/>
                </a:path>
              </a:pathLst>
            </a:custGeom>
            <a:solidFill>
              <a:srgbClr val="DDB5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70" name="Freeform 1648"/>
            <p:cNvSpPr>
              <a:spLocks/>
            </p:cNvSpPr>
            <p:nvPr/>
          </p:nvSpPr>
          <p:spPr bwMode="auto">
            <a:xfrm>
              <a:off x="5516" y="2002"/>
              <a:ext cx="147" cy="45"/>
            </a:xfrm>
            <a:custGeom>
              <a:avLst/>
              <a:gdLst>
                <a:gd name="T0" fmla="*/ 735 w 26"/>
                <a:gd name="T1" fmla="*/ 1423 h 8"/>
                <a:gd name="T2" fmla="*/ 735 w 26"/>
                <a:gd name="T3" fmla="*/ 349 h 8"/>
                <a:gd name="T4" fmla="*/ 3963 w 26"/>
                <a:gd name="T5" fmla="*/ 191 h 8"/>
                <a:gd name="T6" fmla="*/ 3963 w 26"/>
                <a:gd name="T7" fmla="*/ 726 h 8"/>
                <a:gd name="T8" fmla="*/ 735 w 26"/>
                <a:gd name="T9" fmla="*/ 142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8">
                  <a:moveTo>
                    <a:pt x="4" y="8"/>
                  </a:moveTo>
                  <a:cubicBezTo>
                    <a:pt x="4" y="8"/>
                    <a:pt x="0" y="5"/>
                    <a:pt x="4" y="2"/>
                  </a:cubicBezTo>
                  <a:cubicBezTo>
                    <a:pt x="4" y="2"/>
                    <a:pt x="16" y="0"/>
                    <a:pt x="22" y="1"/>
                  </a:cubicBezTo>
                  <a:cubicBezTo>
                    <a:pt x="22" y="1"/>
                    <a:pt x="26" y="4"/>
                    <a:pt x="22" y="4"/>
                  </a:cubicBezTo>
                  <a:cubicBezTo>
                    <a:pt x="22" y="4"/>
                    <a:pt x="8" y="4"/>
                    <a:pt x="4" y="8"/>
                  </a:cubicBezTo>
                  <a:close/>
                </a:path>
              </a:pathLst>
            </a:custGeom>
            <a:solidFill>
              <a:srgbClr val="A07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71" name="Freeform 1649"/>
            <p:cNvSpPr>
              <a:spLocks/>
            </p:cNvSpPr>
            <p:nvPr/>
          </p:nvSpPr>
          <p:spPr bwMode="auto">
            <a:xfrm>
              <a:off x="4879" y="2058"/>
              <a:ext cx="310" cy="457"/>
            </a:xfrm>
            <a:custGeom>
              <a:avLst/>
              <a:gdLst>
                <a:gd name="T0" fmla="*/ 0 w 55"/>
                <a:gd name="T1" fmla="*/ 12576 h 81"/>
                <a:gd name="T2" fmla="*/ 541 w 55"/>
                <a:gd name="T3" fmla="*/ 10793 h 81"/>
                <a:gd name="T4" fmla="*/ 1432 w 55"/>
                <a:gd name="T5" fmla="*/ 9168 h 81"/>
                <a:gd name="T6" fmla="*/ 3399 w 55"/>
                <a:gd name="T7" fmla="*/ 6268 h 81"/>
                <a:gd name="T8" fmla="*/ 6099 w 55"/>
                <a:gd name="T9" fmla="*/ 4136 h 81"/>
                <a:gd name="T10" fmla="*/ 8229 w 55"/>
                <a:gd name="T11" fmla="*/ 1083 h 81"/>
                <a:gd name="T12" fmla="*/ 9120 w 55"/>
                <a:gd name="T13" fmla="*/ 0 h 81"/>
                <a:gd name="T14" fmla="*/ 9306 w 55"/>
                <a:gd name="T15" fmla="*/ 1433 h 81"/>
                <a:gd name="T16" fmla="*/ 8421 w 55"/>
                <a:gd name="T17" fmla="*/ 4841 h 81"/>
                <a:gd name="T18" fmla="*/ 7147 w 55"/>
                <a:gd name="T19" fmla="*/ 8085 h 81"/>
                <a:gd name="T20" fmla="*/ 4830 w 55"/>
                <a:gd name="T21" fmla="*/ 10793 h 81"/>
                <a:gd name="T22" fmla="*/ 2700 w 55"/>
                <a:gd name="T23" fmla="*/ 12762 h 81"/>
                <a:gd name="T24" fmla="*/ 349 w 55"/>
                <a:gd name="T25" fmla="*/ 13654 h 81"/>
                <a:gd name="T26" fmla="*/ 0 w 55"/>
                <a:gd name="T27" fmla="*/ 12576 h 8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5" h="81">
                  <a:moveTo>
                    <a:pt x="0" y="70"/>
                  </a:moveTo>
                  <a:cubicBezTo>
                    <a:pt x="1" y="67"/>
                    <a:pt x="1" y="63"/>
                    <a:pt x="3" y="60"/>
                  </a:cubicBezTo>
                  <a:cubicBezTo>
                    <a:pt x="4" y="57"/>
                    <a:pt x="6" y="54"/>
                    <a:pt x="8" y="51"/>
                  </a:cubicBezTo>
                  <a:cubicBezTo>
                    <a:pt x="11" y="46"/>
                    <a:pt x="15" y="40"/>
                    <a:pt x="19" y="35"/>
                  </a:cubicBezTo>
                  <a:cubicBezTo>
                    <a:pt x="24" y="30"/>
                    <a:pt x="30" y="29"/>
                    <a:pt x="34" y="23"/>
                  </a:cubicBezTo>
                  <a:cubicBezTo>
                    <a:pt x="38" y="16"/>
                    <a:pt x="41" y="11"/>
                    <a:pt x="46" y="6"/>
                  </a:cubicBezTo>
                  <a:cubicBezTo>
                    <a:pt x="47" y="5"/>
                    <a:pt x="50" y="0"/>
                    <a:pt x="51" y="0"/>
                  </a:cubicBezTo>
                  <a:cubicBezTo>
                    <a:pt x="55" y="1"/>
                    <a:pt x="52" y="6"/>
                    <a:pt x="52" y="8"/>
                  </a:cubicBezTo>
                  <a:cubicBezTo>
                    <a:pt x="51" y="15"/>
                    <a:pt x="50" y="20"/>
                    <a:pt x="47" y="27"/>
                  </a:cubicBezTo>
                  <a:cubicBezTo>
                    <a:pt x="44" y="32"/>
                    <a:pt x="43" y="40"/>
                    <a:pt x="40" y="45"/>
                  </a:cubicBezTo>
                  <a:cubicBezTo>
                    <a:pt x="36" y="50"/>
                    <a:pt x="31" y="56"/>
                    <a:pt x="27" y="60"/>
                  </a:cubicBezTo>
                  <a:cubicBezTo>
                    <a:pt x="24" y="64"/>
                    <a:pt x="19" y="67"/>
                    <a:pt x="15" y="71"/>
                  </a:cubicBezTo>
                  <a:cubicBezTo>
                    <a:pt x="12" y="74"/>
                    <a:pt x="6" y="81"/>
                    <a:pt x="2" y="76"/>
                  </a:cubicBezTo>
                  <a:lnTo>
                    <a:pt x="0" y="7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72" name="Freeform 1650"/>
            <p:cNvSpPr>
              <a:spLocks/>
            </p:cNvSpPr>
            <p:nvPr/>
          </p:nvSpPr>
          <p:spPr bwMode="auto">
            <a:xfrm>
              <a:off x="2873" y="818"/>
              <a:ext cx="947" cy="423"/>
            </a:xfrm>
            <a:custGeom>
              <a:avLst/>
              <a:gdLst>
                <a:gd name="T0" fmla="*/ 4673 w 168"/>
                <a:gd name="T1" fmla="*/ 1974 h 75"/>
                <a:gd name="T2" fmla="*/ 2858 w 168"/>
                <a:gd name="T3" fmla="*/ 3051 h 75"/>
                <a:gd name="T4" fmla="*/ 30090 w 168"/>
                <a:gd name="T5" fmla="*/ 13457 h 75"/>
                <a:gd name="T6" fmla="*/ 4673 w 168"/>
                <a:gd name="T7" fmla="*/ 1974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8" h="75">
                  <a:moveTo>
                    <a:pt x="26" y="11"/>
                  </a:moveTo>
                  <a:cubicBezTo>
                    <a:pt x="26" y="11"/>
                    <a:pt x="0" y="0"/>
                    <a:pt x="16" y="17"/>
                  </a:cubicBezTo>
                  <a:cubicBezTo>
                    <a:pt x="16" y="17"/>
                    <a:pt x="18" y="41"/>
                    <a:pt x="168" y="75"/>
                  </a:cubicBezTo>
                  <a:cubicBezTo>
                    <a:pt x="168" y="75"/>
                    <a:pt x="31" y="11"/>
                    <a:pt x="26" y="11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73" name="Freeform 1651"/>
            <p:cNvSpPr>
              <a:spLocks/>
            </p:cNvSpPr>
            <p:nvPr/>
          </p:nvSpPr>
          <p:spPr bwMode="auto">
            <a:xfrm>
              <a:off x="3053" y="1055"/>
              <a:ext cx="710" cy="214"/>
            </a:xfrm>
            <a:custGeom>
              <a:avLst/>
              <a:gdLst>
                <a:gd name="T0" fmla="*/ 1617 w 126"/>
                <a:gd name="T1" fmla="*/ 0 h 38"/>
                <a:gd name="T2" fmla="*/ 5364 w 126"/>
                <a:gd name="T3" fmla="*/ 3204 h 38"/>
                <a:gd name="T4" fmla="*/ 22545 w 126"/>
                <a:gd name="T5" fmla="*/ 6786 h 38"/>
                <a:gd name="T6" fmla="*/ 1617 w 126"/>
                <a:gd name="T7" fmla="*/ 0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6" h="38">
                  <a:moveTo>
                    <a:pt x="9" y="0"/>
                  </a:moveTo>
                  <a:cubicBezTo>
                    <a:pt x="9" y="0"/>
                    <a:pt x="0" y="11"/>
                    <a:pt x="30" y="18"/>
                  </a:cubicBezTo>
                  <a:cubicBezTo>
                    <a:pt x="30" y="18"/>
                    <a:pt x="95" y="38"/>
                    <a:pt x="126" y="38"/>
                  </a:cubicBezTo>
                  <a:cubicBezTo>
                    <a:pt x="126" y="38"/>
                    <a:pt x="8" y="10"/>
                    <a:pt x="9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74" name="Freeform 1652"/>
            <p:cNvSpPr>
              <a:spLocks/>
            </p:cNvSpPr>
            <p:nvPr/>
          </p:nvSpPr>
          <p:spPr bwMode="auto">
            <a:xfrm>
              <a:off x="3284" y="1224"/>
              <a:ext cx="603" cy="141"/>
            </a:xfrm>
            <a:custGeom>
              <a:avLst/>
              <a:gdLst>
                <a:gd name="T0" fmla="*/ 1431 w 107"/>
                <a:gd name="T1" fmla="*/ 0 h 25"/>
                <a:gd name="T2" fmla="*/ 4480 w 107"/>
                <a:gd name="T3" fmla="*/ 2324 h 25"/>
                <a:gd name="T4" fmla="*/ 19149 w 107"/>
                <a:gd name="T5" fmla="*/ 3401 h 25"/>
                <a:gd name="T6" fmla="*/ 1431 w 107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7" h="25">
                  <a:moveTo>
                    <a:pt x="8" y="0"/>
                  </a:moveTo>
                  <a:cubicBezTo>
                    <a:pt x="8" y="0"/>
                    <a:pt x="0" y="8"/>
                    <a:pt x="25" y="13"/>
                  </a:cubicBezTo>
                  <a:cubicBezTo>
                    <a:pt x="25" y="13"/>
                    <a:pt x="88" y="25"/>
                    <a:pt x="107" y="19"/>
                  </a:cubicBezTo>
                  <a:cubicBezTo>
                    <a:pt x="107" y="19"/>
                    <a:pt x="8" y="8"/>
                    <a:pt x="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75" name="Freeform 1653"/>
            <p:cNvSpPr>
              <a:spLocks/>
            </p:cNvSpPr>
            <p:nvPr/>
          </p:nvSpPr>
          <p:spPr bwMode="auto">
            <a:xfrm>
              <a:off x="3414" y="1354"/>
              <a:ext cx="575" cy="118"/>
            </a:xfrm>
            <a:custGeom>
              <a:avLst/>
              <a:gdLst>
                <a:gd name="T0" fmla="*/ 3208 w 102"/>
                <a:gd name="T1" fmla="*/ 0 h 21"/>
                <a:gd name="T2" fmla="*/ 5023 w 102"/>
                <a:gd name="T3" fmla="*/ 2495 h 21"/>
                <a:gd name="T4" fmla="*/ 18270 w 102"/>
                <a:gd name="T5" fmla="*/ 1613 h 21"/>
                <a:gd name="T6" fmla="*/ 3208 w 102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2" h="21">
                  <a:moveTo>
                    <a:pt x="18" y="0"/>
                  </a:moveTo>
                  <a:cubicBezTo>
                    <a:pt x="18" y="0"/>
                    <a:pt x="0" y="5"/>
                    <a:pt x="28" y="14"/>
                  </a:cubicBezTo>
                  <a:cubicBezTo>
                    <a:pt x="28" y="14"/>
                    <a:pt x="74" y="21"/>
                    <a:pt x="102" y="9"/>
                  </a:cubicBezTo>
                  <a:cubicBezTo>
                    <a:pt x="102" y="9"/>
                    <a:pt x="19" y="20"/>
                    <a:pt x="1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76" name="Freeform 1654"/>
            <p:cNvSpPr>
              <a:spLocks/>
            </p:cNvSpPr>
            <p:nvPr/>
          </p:nvSpPr>
          <p:spPr bwMode="auto">
            <a:xfrm>
              <a:off x="3684" y="1432"/>
              <a:ext cx="316" cy="102"/>
            </a:xfrm>
            <a:custGeom>
              <a:avLst/>
              <a:gdLst>
                <a:gd name="T0" fmla="*/ 0 w 56"/>
                <a:gd name="T1" fmla="*/ 1286 h 18"/>
                <a:gd name="T2" fmla="*/ 5575 w 56"/>
                <a:gd name="T3" fmla="*/ 1989 h 18"/>
                <a:gd name="T4" fmla="*/ 10061 w 56"/>
                <a:gd name="T5" fmla="*/ 0 h 18"/>
                <a:gd name="T6" fmla="*/ 0 w 56"/>
                <a:gd name="T7" fmla="*/ 1286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18">
                  <a:moveTo>
                    <a:pt x="0" y="7"/>
                  </a:moveTo>
                  <a:cubicBezTo>
                    <a:pt x="0" y="7"/>
                    <a:pt x="8" y="18"/>
                    <a:pt x="31" y="11"/>
                  </a:cubicBezTo>
                  <a:cubicBezTo>
                    <a:pt x="31" y="11"/>
                    <a:pt x="45" y="7"/>
                    <a:pt x="56" y="0"/>
                  </a:cubicBezTo>
                  <a:cubicBezTo>
                    <a:pt x="56" y="0"/>
                    <a:pt x="8" y="16"/>
                    <a:pt x="0" y="7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77" name="Freeform 1655"/>
            <p:cNvSpPr>
              <a:spLocks/>
            </p:cNvSpPr>
            <p:nvPr/>
          </p:nvSpPr>
          <p:spPr bwMode="auto">
            <a:xfrm>
              <a:off x="3758" y="1506"/>
              <a:ext cx="343" cy="62"/>
            </a:xfrm>
            <a:custGeom>
              <a:avLst/>
              <a:gdLst>
                <a:gd name="T0" fmla="*/ 3194 w 61"/>
                <a:gd name="T1" fmla="*/ 0 h 11"/>
                <a:gd name="T2" fmla="*/ 3385 w 61"/>
                <a:gd name="T3" fmla="*/ 1618 h 11"/>
                <a:gd name="T4" fmla="*/ 10847 w 61"/>
                <a:gd name="T5" fmla="*/ 0 h 11"/>
                <a:gd name="T6" fmla="*/ 3194 w 61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1" h="11">
                  <a:moveTo>
                    <a:pt x="18" y="0"/>
                  </a:moveTo>
                  <a:cubicBezTo>
                    <a:pt x="18" y="0"/>
                    <a:pt x="0" y="7"/>
                    <a:pt x="19" y="9"/>
                  </a:cubicBezTo>
                  <a:cubicBezTo>
                    <a:pt x="19" y="9"/>
                    <a:pt x="36" y="11"/>
                    <a:pt x="61" y="0"/>
                  </a:cubicBezTo>
                  <a:cubicBezTo>
                    <a:pt x="61" y="0"/>
                    <a:pt x="19" y="9"/>
                    <a:pt x="1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78" name="Freeform 1656"/>
            <p:cNvSpPr>
              <a:spLocks/>
            </p:cNvSpPr>
            <p:nvPr/>
          </p:nvSpPr>
          <p:spPr bwMode="auto">
            <a:xfrm>
              <a:off x="4085" y="1308"/>
              <a:ext cx="732" cy="637"/>
            </a:xfrm>
            <a:custGeom>
              <a:avLst/>
              <a:gdLst>
                <a:gd name="T0" fmla="*/ 1075 w 130"/>
                <a:gd name="T1" fmla="*/ 192 h 113"/>
                <a:gd name="T2" fmla="*/ 4628 w 130"/>
                <a:gd name="T3" fmla="*/ 1240 h 113"/>
                <a:gd name="T4" fmla="*/ 8942 w 130"/>
                <a:gd name="T5" fmla="*/ 2323 h 113"/>
                <a:gd name="T6" fmla="*/ 12331 w 130"/>
                <a:gd name="T7" fmla="*/ 3940 h 113"/>
                <a:gd name="T8" fmla="*/ 15535 w 130"/>
                <a:gd name="T9" fmla="*/ 6263 h 113"/>
                <a:gd name="T10" fmla="*/ 14111 w 130"/>
                <a:gd name="T11" fmla="*/ 6641 h 113"/>
                <a:gd name="T12" fmla="*/ 13570 w 130"/>
                <a:gd name="T13" fmla="*/ 6990 h 113"/>
                <a:gd name="T14" fmla="*/ 13762 w 130"/>
                <a:gd name="T15" fmla="*/ 8072 h 113"/>
                <a:gd name="T16" fmla="*/ 14809 w 130"/>
                <a:gd name="T17" fmla="*/ 9662 h 113"/>
                <a:gd name="T18" fmla="*/ 16425 w 130"/>
                <a:gd name="T19" fmla="*/ 10930 h 113"/>
                <a:gd name="T20" fmla="*/ 19466 w 130"/>
                <a:gd name="T21" fmla="*/ 13445 h 113"/>
                <a:gd name="T22" fmla="*/ 21971 w 130"/>
                <a:gd name="T23" fmla="*/ 20243 h 113"/>
                <a:gd name="T24" fmla="*/ 20704 w 130"/>
                <a:gd name="T25" fmla="*/ 17921 h 113"/>
                <a:gd name="T26" fmla="*/ 19815 w 130"/>
                <a:gd name="T27" fmla="*/ 17193 h 113"/>
                <a:gd name="T28" fmla="*/ 19088 w 130"/>
                <a:gd name="T29" fmla="*/ 15953 h 113"/>
                <a:gd name="T30" fmla="*/ 18390 w 130"/>
                <a:gd name="T31" fmla="*/ 15762 h 113"/>
                <a:gd name="T32" fmla="*/ 17500 w 130"/>
                <a:gd name="T33" fmla="*/ 15762 h 113"/>
                <a:gd name="T34" fmla="*/ 17151 w 130"/>
                <a:gd name="T35" fmla="*/ 13794 h 113"/>
                <a:gd name="T36" fmla="*/ 11796 w 130"/>
                <a:gd name="T37" fmla="*/ 11629 h 113"/>
                <a:gd name="T38" fmla="*/ 13221 w 130"/>
                <a:gd name="T39" fmla="*/ 10203 h 113"/>
                <a:gd name="T40" fmla="*/ 13919 w 130"/>
                <a:gd name="T41" fmla="*/ 8963 h 113"/>
                <a:gd name="T42" fmla="*/ 13030 w 130"/>
                <a:gd name="T43" fmla="*/ 8771 h 113"/>
                <a:gd name="T44" fmla="*/ 11796 w 130"/>
                <a:gd name="T45" fmla="*/ 6798 h 113"/>
                <a:gd name="T46" fmla="*/ 9831 w 130"/>
                <a:gd name="T47" fmla="*/ 5564 h 113"/>
                <a:gd name="T48" fmla="*/ 11796 w 130"/>
                <a:gd name="T49" fmla="*/ 5564 h 113"/>
                <a:gd name="T50" fmla="*/ 9831 w 130"/>
                <a:gd name="T51" fmla="*/ 4290 h 113"/>
                <a:gd name="T52" fmla="*/ 8024 w 130"/>
                <a:gd name="T53" fmla="*/ 3749 h 113"/>
                <a:gd name="T54" fmla="*/ 6594 w 130"/>
                <a:gd name="T55" fmla="*/ 2858 h 113"/>
                <a:gd name="T56" fmla="*/ 3390 w 130"/>
                <a:gd name="T57" fmla="*/ 1432 h 113"/>
                <a:gd name="T58" fmla="*/ 0 w 130"/>
                <a:gd name="T59" fmla="*/ 0 h 113"/>
                <a:gd name="T60" fmla="*/ 732 w 130"/>
                <a:gd name="T61" fmla="*/ 0 h 113"/>
                <a:gd name="T62" fmla="*/ 1075 w 130"/>
                <a:gd name="T63" fmla="*/ 192 h 11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30" h="113">
                  <a:moveTo>
                    <a:pt x="6" y="1"/>
                  </a:moveTo>
                  <a:cubicBezTo>
                    <a:pt x="13" y="2"/>
                    <a:pt x="19" y="4"/>
                    <a:pt x="26" y="7"/>
                  </a:cubicBezTo>
                  <a:cubicBezTo>
                    <a:pt x="34" y="10"/>
                    <a:pt x="42" y="10"/>
                    <a:pt x="50" y="13"/>
                  </a:cubicBezTo>
                  <a:cubicBezTo>
                    <a:pt x="56" y="15"/>
                    <a:pt x="63" y="18"/>
                    <a:pt x="69" y="22"/>
                  </a:cubicBezTo>
                  <a:cubicBezTo>
                    <a:pt x="75" y="26"/>
                    <a:pt x="80" y="32"/>
                    <a:pt x="87" y="35"/>
                  </a:cubicBezTo>
                  <a:cubicBezTo>
                    <a:pt x="86" y="39"/>
                    <a:pt x="82" y="37"/>
                    <a:pt x="79" y="37"/>
                  </a:cubicBezTo>
                  <a:cubicBezTo>
                    <a:pt x="79" y="39"/>
                    <a:pt x="78" y="40"/>
                    <a:pt x="76" y="39"/>
                  </a:cubicBezTo>
                  <a:cubicBezTo>
                    <a:pt x="76" y="41"/>
                    <a:pt x="79" y="42"/>
                    <a:pt x="77" y="45"/>
                  </a:cubicBezTo>
                  <a:cubicBezTo>
                    <a:pt x="81" y="47"/>
                    <a:pt x="81" y="51"/>
                    <a:pt x="83" y="54"/>
                  </a:cubicBezTo>
                  <a:cubicBezTo>
                    <a:pt x="86" y="58"/>
                    <a:pt x="88" y="59"/>
                    <a:pt x="92" y="61"/>
                  </a:cubicBezTo>
                  <a:cubicBezTo>
                    <a:pt x="99" y="64"/>
                    <a:pt x="103" y="70"/>
                    <a:pt x="109" y="75"/>
                  </a:cubicBezTo>
                  <a:cubicBezTo>
                    <a:pt x="113" y="78"/>
                    <a:pt x="130" y="108"/>
                    <a:pt x="123" y="113"/>
                  </a:cubicBezTo>
                  <a:cubicBezTo>
                    <a:pt x="123" y="109"/>
                    <a:pt x="118" y="102"/>
                    <a:pt x="116" y="100"/>
                  </a:cubicBezTo>
                  <a:cubicBezTo>
                    <a:pt x="114" y="97"/>
                    <a:pt x="113" y="97"/>
                    <a:pt x="111" y="96"/>
                  </a:cubicBezTo>
                  <a:cubicBezTo>
                    <a:pt x="108" y="93"/>
                    <a:pt x="109" y="92"/>
                    <a:pt x="107" y="89"/>
                  </a:cubicBezTo>
                  <a:cubicBezTo>
                    <a:pt x="105" y="85"/>
                    <a:pt x="107" y="87"/>
                    <a:pt x="103" y="88"/>
                  </a:cubicBezTo>
                  <a:cubicBezTo>
                    <a:pt x="100" y="89"/>
                    <a:pt x="99" y="94"/>
                    <a:pt x="98" y="88"/>
                  </a:cubicBezTo>
                  <a:cubicBezTo>
                    <a:pt x="98" y="87"/>
                    <a:pt x="103" y="70"/>
                    <a:pt x="96" y="77"/>
                  </a:cubicBezTo>
                  <a:cubicBezTo>
                    <a:pt x="95" y="60"/>
                    <a:pt x="76" y="63"/>
                    <a:pt x="66" y="65"/>
                  </a:cubicBezTo>
                  <a:cubicBezTo>
                    <a:pt x="69" y="61"/>
                    <a:pt x="70" y="60"/>
                    <a:pt x="74" y="57"/>
                  </a:cubicBezTo>
                  <a:cubicBezTo>
                    <a:pt x="75" y="56"/>
                    <a:pt x="79" y="52"/>
                    <a:pt x="78" y="50"/>
                  </a:cubicBezTo>
                  <a:cubicBezTo>
                    <a:pt x="77" y="49"/>
                    <a:pt x="74" y="50"/>
                    <a:pt x="73" y="49"/>
                  </a:cubicBezTo>
                  <a:cubicBezTo>
                    <a:pt x="70" y="46"/>
                    <a:pt x="70" y="41"/>
                    <a:pt x="66" y="38"/>
                  </a:cubicBezTo>
                  <a:cubicBezTo>
                    <a:pt x="63" y="36"/>
                    <a:pt x="59" y="33"/>
                    <a:pt x="55" y="31"/>
                  </a:cubicBezTo>
                  <a:cubicBezTo>
                    <a:pt x="60" y="28"/>
                    <a:pt x="62" y="31"/>
                    <a:pt x="66" y="31"/>
                  </a:cubicBezTo>
                  <a:cubicBezTo>
                    <a:pt x="66" y="27"/>
                    <a:pt x="58" y="25"/>
                    <a:pt x="55" y="24"/>
                  </a:cubicBezTo>
                  <a:cubicBezTo>
                    <a:pt x="52" y="22"/>
                    <a:pt x="49" y="22"/>
                    <a:pt x="45" y="21"/>
                  </a:cubicBezTo>
                  <a:cubicBezTo>
                    <a:pt x="42" y="20"/>
                    <a:pt x="41" y="18"/>
                    <a:pt x="37" y="16"/>
                  </a:cubicBezTo>
                  <a:cubicBezTo>
                    <a:pt x="31" y="12"/>
                    <a:pt x="25" y="12"/>
                    <a:pt x="19" y="8"/>
                  </a:cubicBezTo>
                  <a:cubicBezTo>
                    <a:pt x="14" y="4"/>
                    <a:pt x="4" y="5"/>
                    <a:pt x="0" y="0"/>
                  </a:cubicBezTo>
                  <a:cubicBezTo>
                    <a:pt x="1" y="0"/>
                    <a:pt x="3" y="0"/>
                    <a:pt x="4" y="0"/>
                  </a:cubicBezTo>
                  <a:lnTo>
                    <a:pt x="6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79" name="Freeform 1657"/>
            <p:cNvSpPr>
              <a:spLocks/>
            </p:cNvSpPr>
            <p:nvPr/>
          </p:nvSpPr>
          <p:spPr bwMode="auto">
            <a:xfrm>
              <a:off x="4552" y="2509"/>
              <a:ext cx="389" cy="316"/>
            </a:xfrm>
            <a:custGeom>
              <a:avLst/>
              <a:gdLst>
                <a:gd name="T0" fmla="*/ 9663 w 69"/>
                <a:gd name="T1" fmla="*/ 1625 h 56"/>
                <a:gd name="T2" fmla="*/ 8073 w 69"/>
                <a:gd name="T3" fmla="*/ 734 h 56"/>
                <a:gd name="T4" fmla="*/ 7532 w 69"/>
                <a:gd name="T5" fmla="*/ 2167 h 56"/>
                <a:gd name="T6" fmla="*/ 6263 w 69"/>
                <a:gd name="T7" fmla="*/ 3950 h 56"/>
                <a:gd name="T8" fmla="*/ 2858 w 69"/>
                <a:gd name="T9" fmla="*/ 6303 h 56"/>
                <a:gd name="T10" fmla="*/ 1624 w 69"/>
                <a:gd name="T11" fmla="*/ 7358 h 56"/>
                <a:gd name="T12" fmla="*/ 1432 w 69"/>
                <a:gd name="T13" fmla="*/ 8086 h 56"/>
                <a:gd name="T14" fmla="*/ 891 w 69"/>
                <a:gd name="T15" fmla="*/ 8628 h 56"/>
                <a:gd name="T16" fmla="*/ 3400 w 69"/>
                <a:gd name="T17" fmla="*/ 9328 h 56"/>
                <a:gd name="T18" fmla="*/ 5722 w 69"/>
                <a:gd name="T19" fmla="*/ 7736 h 56"/>
                <a:gd name="T20" fmla="*/ 5023 w 69"/>
                <a:gd name="T21" fmla="*/ 9170 h 56"/>
                <a:gd name="T22" fmla="*/ 6641 w 69"/>
                <a:gd name="T23" fmla="*/ 9170 h 56"/>
                <a:gd name="T24" fmla="*/ 7881 w 69"/>
                <a:gd name="T25" fmla="*/ 8628 h 56"/>
                <a:gd name="T26" fmla="*/ 9156 w 69"/>
                <a:gd name="T27" fmla="*/ 8436 h 56"/>
                <a:gd name="T28" fmla="*/ 11631 w 69"/>
                <a:gd name="T29" fmla="*/ 5925 h 56"/>
                <a:gd name="T30" fmla="*/ 12172 w 69"/>
                <a:gd name="T31" fmla="*/ 5220 h 56"/>
                <a:gd name="T32" fmla="*/ 11281 w 69"/>
                <a:gd name="T33" fmla="*/ 4842 h 56"/>
                <a:gd name="T34" fmla="*/ 10204 w 69"/>
                <a:gd name="T35" fmla="*/ 3408 h 56"/>
                <a:gd name="T36" fmla="*/ 9663 w 69"/>
                <a:gd name="T37" fmla="*/ 1625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9" h="56">
                  <a:moveTo>
                    <a:pt x="54" y="9"/>
                  </a:moveTo>
                  <a:cubicBezTo>
                    <a:pt x="52" y="6"/>
                    <a:pt x="47" y="0"/>
                    <a:pt x="45" y="4"/>
                  </a:cubicBezTo>
                  <a:cubicBezTo>
                    <a:pt x="43" y="7"/>
                    <a:pt x="46" y="9"/>
                    <a:pt x="42" y="12"/>
                  </a:cubicBezTo>
                  <a:cubicBezTo>
                    <a:pt x="40" y="15"/>
                    <a:pt x="37" y="19"/>
                    <a:pt x="35" y="22"/>
                  </a:cubicBezTo>
                  <a:cubicBezTo>
                    <a:pt x="30" y="28"/>
                    <a:pt x="22" y="32"/>
                    <a:pt x="16" y="35"/>
                  </a:cubicBezTo>
                  <a:cubicBezTo>
                    <a:pt x="13" y="37"/>
                    <a:pt x="10" y="38"/>
                    <a:pt x="9" y="41"/>
                  </a:cubicBezTo>
                  <a:cubicBezTo>
                    <a:pt x="8" y="42"/>
                    <a:pt x="8" y="44"/>
                    <a:pt x="8" y="45"/>
                  </a:cubicBezTo>
                  <a:cubicBezTo>
                    <a:pt x="7" y="46"/>
                    <a:pt x="6" y="47"/>
                    <a:pt x="5" y="48"/>
                  </a:cubicBezTo>
                  <a:cubicBezTo>
                    <a:pt x="0" y="56"/>
                    <a:pt x="14" y="52"/>
                    <a:pt x="19" y="52"/>
                  </a:cubicBezTo>
                  <a:cubicBezTo>
                    <a:pt x="25" y="52"/>
                    <a:pt x="27" y="45"/>
                    <a:pt x="32" y="43"/>
                  </a:cubicBezTo>
                  <a:cubicBezTo>
                    <a:pt x="34" y="47"/>
                    <a:pt x="27" y="48"/>
                    <a:pt x="28" y="51"/>
                  </a:cubicBezTo>
                  <a:cubicBezTo>
                    <a:pt x="29" y="52"/>
                    <a:pt x="35" y="51"/>
                    <a:pt x="37" y="51"/>
                  </a:cubicBezTo>
                  <a:cubicBezTo>
                    <a:pt x="39" y="51"/>
                    <a:pt x="41" y="48"/>
                    <a:pt x="44" y="48"/>
                  </a:cubicBezTo>
                  <a:cubicBezTo>
                    <a:pt x="47" y="47"/>
                    <a:pt x="49" y="48"/>
                    <a:pt x="51" y="47"/>
                  </a:cubicBezTo>
                  <a:cubicBezTo>
                    <a:pt x="56" y="43"/>
                    <a:pt x="62" y="37"/>
                    <a:pt x="65" y="33"/>
                  </a:cubicBezTo>
                  <a:cubicBezTo>
                    <a:pt x="66" y="32"/>
                    <a:pt x="69" y="31"/>
                    <a:pt x="68" y="29"/>
                  </a:cubicBezTo>
                  <a:cubicBezTo>
                    <a:pt x="68" y="26"/>
                    <a:pt x="64" y="28"/>
                    <a:pt x="63" y="27"/>
                  </a:cubicBezTo>
                  <a:cubicBezTo>
                    <a:pt x="60" y="25"/>
                    <a:pt x="58" y="22"/>
                    <a:pt x="57" y="19"/>
                  </a:cubicBezTo>
                  <a:lnTo>
                    <a:pt x="54" y="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80" name="Freeform 1658"/>
            <p:cNvSpPr>
              <a:spLocks/>
            </p:cNvSpPr>
            <p:nvPr/>
          </p:nvSpPr>
          <p:spPr bwMode="auto">
            <a:xfrm>
              <a:off x="4800" y="2526"/>
              <a:ext cx="215" cy="265"/>
            </a:xfrm>
            <a:custGeom>
              <a:avLst/>
              <a:gdLst>
                <a:gd name="T0" fmla="*/ 894 w 38"/>
                <a:gd name="T1" fmla="*/ 1624 h 47"/>
                <a:gd name="T2" fmla="*/ 1279 w 38"/>
                <a:gd name="T3" fmla="*/ 541 h 47"/>
                <a:gd name="T4" fmla="*/ 2721 w 38"/>
                <a:gd name="T5" fmla="*/ 2323 h 47"/>
                <a:gd name="T6" fmla="*/ 4515 w 38"/>
                <a:gd name="T7" fmla="*/ 3941 h 47"/>
                <a:gd name="T8" fmla="*/ 4351 w 38"/>
                <a:gd name="T9" fmla="*/ 4832 h 47"/>
                <a:gd name="T10" fmla="*/ 1986 w 38"/>
                <a:gd name="T11" fmla="*/ 5915 h 47"/>
                <a:gd name="T12" fmla="*/ 736 w 38"/>
                <a:gd name="T13" fmla="*/ 6106 h 47"/>
                <a:gd name="T14" fmla="*/ 894 w 38"/>
                <a:gd name="T15" fmla="*/ 1624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" h="47">
                  <a:moveTo>
                    <a:pt x="5" y="9"/>
                  </a:moveTo>
                  <a:cubicBezTo>
                    <a:pt x="5" y="9"/>
                    <a:pt x="0" y="0"/>
                    <a:pt x="7" y="3"/>
                  </a:cubicBezTo>
                  <a:cubicBezTo>
                    <a:pt x="7" y="3"/>
                    <a:pt x="11" y="2"/>
                    <a:pt x="15" y="13"/>
                  </a:cubicBezTo>
                  <a:cubicBezTo>
                    <a:pt x="15" y="13"/>
                    <a:pt x="16" y="23"/>
                    <a:pt x="25" y="22"/>
                  </a:cubicBezTo>
                  <a:cubicBezTo>
                    <a:pt x="25" y="22"/>
                    <a:pt x="38" y="22"/>
                    <a:pt x="24" y="27"/>
                  </a:cubicBezTo>
                  <a:cubicBezTo>
                    <a:pt x="24" y="27"/>
                    <a:pt x="17" y="27"/>
                    <a:pt x="11" y="33"/>
                  </a:cubicBezTo>
                  <a:cubicBezTo>
                    <a:pt x="11" y="33"/>
                    <a:pt x="1" y="47"/>
                    <a:pt x="4" y="34"/>
                  </a:cubicBezTo>
                  <a:cubicBezTo>
                    <a:pt x="4" y="34"/>
                    <a:pt x="11" y="13"/>
                    <a:pt x="5" y="9"/>
                  </a:cubicBezTo>
                  <a:close/>
                </a:path>
              </a:pathLst>
            </a:custGeom>
            <a:solidFill>
              <a:srgbClr val="A1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81" name="Freeform 1659"/>
            <p:cNvSpPr>
              <a:spLocks/>
            </p:cNvSpPr>
            <p:nvPr/>
          </p:nvSpPr>
          <p:spPr bwMode="auto">
            <a:xfrm>
              <a:off x="4783" y="2644"/>
              <a:ext cx="232" cy="271"/>
            </a:xfrm>
            <a:custGeom>
              <a:avLst/>
              <a:gdLst>
                <a:gd name="T0" fmla="*/ 6886 w 41"/>
                <a:gd name="T1" fmla="*/ 734 h 48"/>
                <a:gd name="T2" fmla="*/ 4516 w 41"/>
                <a:gd name="T3" fmla="*/ 4494 h 48"/>
                <a:gd name="T4" fmla="*/ 736 w 41"/>
                <a:gd name="T5" fmla="*/ 8638 h 48"/>
                <a:gd name="T6" fmla="*/ 736 w 41"/>
                <a:gd name="T7" fmla="*/ 7746 h 48"/>
                <a:gd name="T8" fmla="*/ 1279 w 41"/>
                <a:gd name="T9" fmla="*/ 5770 h 48"/>
                <a:gd name="T10" fmla="*/ 1986 w 41"/>
                <a:gd name="T11" fmla="*/ 4686 h 48"/>
                <a:gd name="T12" fmla="*/ 4708 w 41"/>
                <a:gd name="T13" fmla="*/ 3410 h 48"/>
                <a:gd name="T14" fmla="*/ 6145 w 41"/>
                <a:gd name="T15" fmla="*/ 892 h 48"/>
                <a:gd name="T16" fmla="*/ 6886 w 41"/>
                <a:gd name="T17" fmla="*/ 734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" h="48">
                  <a:moveTo>
                    <a:pt x="38" y="4"/>
                  </a:moveTo>
                  <a:cubicBezTo>
                    <a:pt x="38" y="4"/>
                    <a:pt x="30" y="22"/>
                    <a:pt x="25" y="25"/>
                  </a:cubicBezTo>
                  <a:cubicBezTo>
                    <a:pt x="25" y="25"/>
                    <a:pt x="12" y="46"/>
                    <a:pt x="4" y="48"/>
                  </a:cubicBezTo>
                  <a:cubicBezTo>
                    <a:pt x="4" y="48"/>
                    <a:pt x="0" y="48"/>
                    <a:pt x="4" y="43"/>
                  </a:cubicBezTo>
                  <a:cubicBezTo>
                    <a:pt x="4" y="43"/>
                    <a:pt x="7" y="38"/>
                    <a:pt x="7" y="32"/>
                  </a:cubicBezTo>
                  <a:cubicBezTo>
                    <a:pt x="7" y="32"/>
                    <a:pt x="7" y="28"/>
                    <a:pt x="11" y="26"/>
                  </a:cubicBezTo>
                  <a:cubicBezTo>
                    <a:pt x="11" y="26"/>
                    <a:pt x="24" y="22"/>
                    <a:pt x="26" y="19"/>
                  </a:cubicBezTo>
                  <a:cubicBezTo>
                    <a:pt x="26" y="19"/>
                    <a:pt x="32" y="11"/>
                    <a:pt x="34" y="5"/>
                  </a:cubicBezTo>
                  <a:cubicBezTo>
                    <a:pt x="34" y="5"/>
                    <a:pt x="41" y="0"/>
                    <a:pt x="38" y="4"/>
                  </a:cubicBezTo>
                  <a:close/>
                </a:path>
              </a:pathLst>
            </a:custGeom>
            <a:solidFill>
              <a:srgbClr val="B389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82" name="Freeform 1660"/>
            <p:cNvSpPr>
              <a:spLocks/>
            </p:cNvSpPr>
            <p:nvPr/>
          </p:nvSpPr>
          <p:spPr bwMode="auto">
            <a:xfrm>
              <a:off x="4795" y="2780"/>
              <a:ext cx="101" cy="112"/>
            </a:xfrm>
            <a:custGeom>
              <a:avLst/>
              <a:gdLst>
                <a:gd name="T0" fmla="*/ 690 w 18"/>
                <a:gd name="T1" fmla="*/ 1943 h 20"/>
                <a:gd name="T2" fmla="*/ 2486 w 18"/>
                <a:gd name="T3" fmla="*/ 879 h 20"/>
                <a:gd name="T4" fmla="*/ 0 w 18"/>
                <a:gd name="T5" fmla="*/ 3511 h 20"/>
                <a:gd name="T6" fmla="*/ 690 w 18"/>
                <a:gd name="T7" fmla="*/ 194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0">
                  <a:moveTo>
                    <a:pt x="4" y="11"/>
                  </a:moveTo>
                  <a:cubicBezTo>
                    <a:pt x="4" y="11"/>
                    <a:pt x="18" y="0"/>
                    <a:pt x="14" y="5"/>
                  </a:cubicBezTo>
                  <a:cubicBezTo>
                    <a:pt x="14" y="5"/>
                    <a:pt x="7" y="18"/>
                    <a:pt x="0" y="20"/>
                  </a:cubicBezTo>
                  <a:cubicBezTo>
                    <a:pt x="0" y="20"/>
                    <a:pt x="3" y="14"/>
                    <a:pt x="4" y="11"/>
                  </a:cubicBezTo>
                  <a:close/>
                </a:path>
              </a:pathLst>
            </a:custGeom>
            <a:solidFill>
              <a:srgbClr val="A07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83" name="Freeform 1661"/>
            <p:cNvSpPr>
              <a:spLocks/>
            </p:cNvSpPr>
            <p:nvPr/>
          </p:nvSpPr>
          <p:spPr bwMode="auto">
            <a:xfrm>
              <a:off x="4716" y="2549"/>
              <a:ext cx="169" cy="428"/>
            </a:xfrm>
            <a:custGeom>
              <a:avLst/>
              <a:gdLst>
                <a:gd name="T0" fmla="*/ 4124 w 30"/>
                <a:gd name="T1" fmla="*/ 541 h 76"/>
                <a:gd name="T2" fmla="*/ 4631 w 30"/>
                <a:gd name="T3" fmla="*/ 191 h 76"/>
                <a:gd name="T4" fmla="*/ 4822 w 30"/>
                <a:gd name="T5" fmla="*/ 3204 h 76"/>
                <a:gd name="T6" fmla="*/ 3938 w 30"/>
                <a:gd name="T7" fmla="*/ 6437 h 76"/>
                <a:gd name="T8" fmla="*/ 3588 w 30"/>
                <a:gd name="T9" fmla="*/ 8566 h 76"/>
                <a:gd name="T10" fmla="*/ 2158 w 30"/>
                <a:gd name="T11" fmla="*/ 13223 h 76"/>
                <a:gd name="T12" fmla="*/ 1775 w 30"/>
                <a:gd name="T13" fmla="*/ 12688 h 76"/>
                <a:gd name="T14" fmla="*/ 1775 w 30"/>
                <a:gd name="T15" fmla="*/ 11066 h 76"/>
                <a:gd name="T16" fmla="*/ 1239 w 30"/>
                <a:gd name="T17" fmla="*/ 11258 h 76"/>
                <a:gd name="T18" fmla="*/ 192 w 30"/>
                <a:gd name="T19" fmla="*/ 11415 h 76"/>
                <a:gd name="T20" fmla="*/ 732 w 30"/>
                <a:gd name="T21" fmla="*/ 10182 h 76"/>
                <a:gd name="T22" fmla="*/ 2507 w 30"/>
                <a:gd name="T23" fmla="*/ 7327 h 76"/>
                <a:gd name="T24" fmla="*/ 3205 w 30"/>
                <a:gd name="T25" fmla="*/ 6060 h 76"/>
                <a:gd name="T26" fmla="*/ 4124 w 30"/>
                <a:gd name="T27" fmla="*/ 2506 h 76"/>
                <a:gd name="T28" fmla="*/ 4124 w 30"/>
                <a:gd name="T29" fmla="*/ 541 h 7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" h="76">
                  <a:moveTo>
                    <a:pt x="23" y="3"/>
                  </a:moveTo>
                  <a:cubicBezTo>
                    <a:pt x="23" y="3"/>
                    <a:pt x="23" y="0"/>
                    <a:pt x="26" y="1"/>
                  </a:cubicBezTo>
                  <a:cubicBezTo>
                    <a:pt x="26" y="1"/>
                    <a:pt x="30" y="12"/>
                    <a:pt x="27" y="18"/>
                  </a:cubicBezTo>
                  <a:cubicBezTo>
                    <a:pt x="27" y="18"/>
                    <a:pt x="23" y="31"/>
                    <a:pt x="22" y="36"/>
                  </a:cubicBezTo>
                  <a:cubicBezTo>
                    <a:pt x="22" y="36"/>
                    <a:pt x="21" y="43"/>
                    <a:pt x="20" y="48"/>
                  </a:cubicBezTo>
                  <a:cubicBezTo>
                    <a:pt x="20" y="48"/>
                    <a:pt x="15" y="72"/>
                    <a:pt x="12" y="74"/>
                  </a:cubicBezTo>
                  <a:cubicBezTo>
                    <a:pt x="12" y="74"/>
                    <a:pt x="9" y="76"/>
                    <a:pt x="10" y="71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2"/>
                    <a:pt x="8" y="60"/>
                    <a:pt x="7" y="63"/>
                  </a:cubicBezTo>
                  <a:cubicBezTo>
                    <a:pt x="7" y="63"/>
                    <a:pt x="0" y="67"/>
                    <a:pt x="1" y="64"/>
                  </a:cubicBezTo>
                  <a:cubicBezTo>
                    <a:pt x="1" y="64"/>
                    <a:pt x="1" y="60"/>
                    <a:pt x="4" y="57"/>
                  </a:cubicBezTo>
                  <a:cubicBezTo>
                    <a:pt x="4" y="57"/>
                    <a:pt x="12" y="49"/>
                    <a:pt x="14" y="41"/>
                  </a:cubicBezTo>
                  <a:cubicBezTo>
                    <a:pt x="14" y="41"/>
                    <a:pt x="17" y="36"/>
                    <a:pt x="18" y="34"/>
                  </a:cubicBezTo>
                  <a:cubicBezTo>
                    <a:pt x="18" y="34"/>
                    <a:pt x="23" y="22"/>
                    <a:pt x="23" y="14"/>
                  </a:cubicBezTo>
                  <a:cubicBezTo>
                    <a:pt x="23" y="14"/>
                    <a:pt x="22" y="7"/>
                    <a:pt x="23" y="3"/>
                  </a:cubicBezTo>
                  <a:close/>
                </a:path>
              </a:pathLst>
            </a:custGeom>
            <a:solidFill>
              <a:srgbClr val="BC9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84" name="Freeform 1662"/>
            <p:cNvSpPr>
              <a:spLocks/>
            </p:cNvSpPr>
            <p:nvPr/>
          </p:nvSpPr>
          <p:spPr bwMode="auto">
            <a:xfrm>
              <a:off x="4727" y="2616"/>
              <a:ext cx="135" cy="288"/>
            </a:xfrm>
            <a:custGeom>
              <a:avLst/>
              <a:gdLst>
                <a:gd name="T0" fmla="*/ 349 w 24"/>
                <a:gd name="T1" fmla="*/ 8990 h 51"/>
                <a:gd name="T2" fmla="*/ 726 w 24"/>
                <a:gd name="T3" fmla="*/ 7906 h 51"/>
                <a:gd name="T4" fmla="*/ 3386 w 24"/>
                <a:gd name="T5" fmla="*/ 2711 h 51"/>
                <a:gd name="T6" fmla="*/ 3735 w 24"/>
                <a:gd name="T7" fmla="*/ 542 h 51"/>
                <a:gd name="T8" fmla="*/ 3926 w 24"/>
                <a:gd name="T9" fmla="*/ 1434 h 51"/>
                <a:gd name="T10" fmla="*/ 2661 w 24"/>
                <a:gd name="T11" fmla="*/ 5771 h 51"/>
                <a:gd name="T12" fmla="*/ 1074 w 24"/>
                <a:gd name="T13" fmla="*/ 8448 h 51"/>
                <a:gd name="T14" fmla="*/ 349 w 24"/>
                <a:gd name="T15" fmla="*/ 899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51">
                  <a:moveTo>
                    <a:pt x="2" y="50"/>
                  </a:moveTo>
                  <a:cubicBezTo>
                    <a:pt x="2" y="50"/>
                    <a:pt x="0" y="47"/>
                    <a:pt x="4" y="44"/>
                  </a:cubicBezTo>
                  <a:cubicBezTo>
                    <a:pt x="4" y="44"/>
                    <a:pt x="17" y="24"/>
                    <a:pt x="19" y="15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4" y="0"/>
                    <a:pt x="22" y="8"/>
                  </a:cubicBezTo>
                  <a:cubicBezTo>
                    <a:pt x="22" y="8"/>
                    <a:pt x="18" y="26"/>
                    <a:pt x="15" y="32"/>
                  </a:cubicBezTo>
                  <a:cubicBezTo>
                    <a:pt x="15" y="32"/>
                    <a:pt x="9" y="45"/>
                    <a:pt x="6" y="47"/>
                  </a:cubicBezTo>
                  <a:cubicBezTo>
                    <a:pt x="6" y="47"/>
                    <a:pt x="1" y="51"/>
                    <a:pt x="2" y="50"/>
                  </a:cubicBezTo>
                  <a:close/>
                </a:path>
              </a:pathLst>
            </a:custGeom>
            <a:solidFill>
              <a:srgbClr val="DDB5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85" name="Freeform 1663"/>
            <p:cNvSpPr>
              <a:spLocks/>
            </p:cNvSpPr>
            <p:nvPr/>
          </p:nvSpPr>
          <p:spPr bwMode="auto">
            <a:xfrm>
              <a:off x="4738" y="2808"/>
              <a:ext cx="74" cy="141"/>
            </a:xfrm>
            <a:custGeom>
              <a:avLst/>
              <a:gdLst>
                <a:gd name="T0" fmla="*/ 0 w 13"/>
                <a:gd name="T1" fmla="*/ 3243 h 25"/>
                <a:gd name="T2" fmla="*/ 1104 w 13"/>
                <a:gd name="T3" fmla="*/ 4484 h 25"/>
                <a:gd name="T4" fmla="*/ 2396 w 13"/>
                <a:gd name="T5" fmla="*/ 733 h 25"/>
                <a:gd name="T6" fmla="*/ 1844 w 13"/>
                <a:gd name="T7" fmla="*/ 1083 h 25"/>
                <a:gd name="T8" fmla="*/ 0 w 13"/>
                <a:gd name="T9" fmla="*/ 3243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5">
                  <a:moveTo>
                    <a:pt x="0" y="18"/>
                  </a:moveTo>
                  <a:cubicBezTo>
                    <a:pt x="0" y="18"/>
                    <a:pt x="8" y="12"/>
                    <a:pt x="6" y="25"/>
                  </a:cubicBezTo>
                  <a:cubicBezTo>
                    <a:pt x="6" y="25"/>
                    <a:pt x="12" y="12"/>
                    <a:pt x="13" y="4"/>
                  </a:cubicBezTo>
                  <a:cubicBezTo>
                    <a:pt x="13" y="4"/>
                    <a:pt x="13" y="0"/>
                    <a:pt x="10" y="6"/>
                  </a:cubicBezTo>
                  <a:cubicBezTo>
                    <a:pt x="10" y="6"/>
                    <a:pt x="5" y="18"/>
                    <a:pt x="0" y="18"/>
                  </a:cubicBezTo>
                  <a:close/>
                </a:path>
              </a:pathLst>
            </a:custGeom>
            <a:solidFill>
              <a:srgbClr val="9461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86" name="Freeform 1664"/>
            <p:cNvSpPr>
              <a:spLocks/>
            </p:cNvSpPr>
            <p:nvPr/>
          </p:nvSpPr>
          <p:spPr bwMode="auto">
            <a:xfrm>
              <a:off x="4699" y="1940"/>
              <a:ext cx="169" cy="259"/>
            </a:xfrm>
            <a:custGeom>
              <a:avLst/>
              <a:gdLst>
                <a:gd name="T0" fmla="*/ 732 w 30"/>
                <a:gd name="T1" fmla="*/ 6785 h 46"/>
                <a:gd name="T2" fmla="*/ 890 w 30"/>
                <a:gd name="T3" fmla="*/ 5360 h 46"/>
                <a:gd name="T4" fmla="*/ 4473 w 30"/>
                <a:gd name="T5" fmla="*/ 1239 h 46"/>
                <a:gd name="T6" fmla="*/ 3938 w 30"/>
                <a:gd name="T7" fmla="*/ 2506 h 46"/>
                <a:gd name="T8" fmla="*/ 732 w 30"/>
                <a:gd name="T9" fmla="*/ 6785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46">
                  <a:moveTo>
                    <a:pt x="4" y="38"/>
                  </a:moveTo>
                  <a:cubicBezTo>
                    <a:pt x="4" y="38"/>
                    <a:pt x="0" y="35"/>
                    <a:pt x="5" y="30"/>
                  </a:cubicBezTo>
                  <a:cubicBezTo>
                    <a:pt x="5" y="30"/>
                    <a:pt x="30" y="0"/>
                    <a:pt x="25" y="7"/>
                  </a:cubicBezTo>
                  <a:cubicBezTo>
                    <a:pt x="25" y="7"/>
                    <a:pt x="25" y="10"/>
                    <a:pt x="22" y="14"/>
                  </a:cubicBezTo>
                  <a:cubicBezTo>
                    <a:pt x="22" y="14"/>
                    <a:pt x="3" y="46"/>
                    <a:pt x="4" y="38"/>
                  </a:cubicBez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87" name="Freeform 1665"/>
            <p:cNvSpPr>
              <a:spLocks/>
            </p:cNvSpPr>
            <p:nvPr/>
          </p:nvSpPr>
          <p:spPr bwMode="auto">
            <a:xfrm>
              <a:off x="3493" y="1314"/>
              <a:ext cx="456" cy="130"/>
            </a:xfrm>
            <a:custGeom>
              <a:avLst/>
              <a:gdLst>
                <a:gd name="T0" fmla="*/ 1239 w 81"/>
                <a:gd name="T1" fmla="*/ 893 h 23"/>
                <a:gd name="T2" fmla="*/ 3389 w 81"/>
                <a:gd name="T3" fmla="*/ 3069 h 23"/>
                <a:gd name="T4" fmla="*/ 14451 w 81"/>
                <a:gd name="T5" fmla="*/ 2527 h 23"/>
                <a:gd name="T6" fmla="*/ 2854 w 81"/>
                <a:gd name="T7" fmla="*/ 1436 h 23"/>
                <a:gd name="T8" fmla="*/ 1239 w 81"/>
                <a:gd name="T9" fmla="*/ 893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23">
                  <a:moveTo>
                    <a:pt x="7" y="5"/>
                  </a:moveTo>
                  <a:cubicBezTo>
                    <a:pt x="7" y="5"/>
                    <a:pt x="0" y="14"/>
                    <a:pt x="19" y="17"/>
                  </a:cubicBezTo>
                  <a:cubicBezTo>
                    <a:pt x="19" y="17"/>
                    <a:pt x="53" y="23"/>
                    <a:pt x="81" y="14"/>
                  </a:cubicBezTo>
                  <a:cubicBezTo>
                    <a:pt x="81" y="14"/>
                    <a:pt x="25" y="21"/>
                    <a:pt x="16" y="8"/>
                  </a:cubicBezTo>
                  <a:cubicBezTo>
                    <a:pt x="16" y="8"/>
                    <a:pt x="8" y="0"/>
                    <a:pt x="7" y="5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88" name="Freeform 1666"/>
            <p:cNvSpPr>
              <a:spLocks/>
            </p:cNvSpPr>
            <p:nvPr/>
          </p:nvSpPr>
          <p:spPr bwMode="auto">
            <a:xfrm>
              <a:off x="3296" y="1190"/>
              <a:ext cx="580" cy="118"/>
            </a:xfrm>
            <a:custGeom>
              <a:avLst/>
              <a:gdLst>
                <a:gd name="T0" fmla="*/ 349 w 103"/>
                <a:gd name="T1" fmla="*/ 0 h 21"/>
                <a:gd name="T2" fmla="*/ 2663 w 103"/>
                <a:gd name="T3" fmla="*/ 2113 h 21"/>
                <a:gd name="T4" fmla="*/ 18391 w 103"/>
                <a:gd name="T5" fmla="*/ 3725 h 21"/>
                <a:gd name="T6" fmla="*/ 349 w 103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21">
                  <a:moveTo>
                    <a:pt x="2" y="0"/>
                  </a:moveTo>
                  <a:cubicBezTo>
                    <a:pt x="2" y="0"/>
                    <a:pt x="0" y="9"/>
                    <a:pt x="15" y="12"/>
                  </a:cubicBezTo>
                  <a:cubicBezTo>
                    <a:pt x="15" y="12"/>
                    <a:pt x="43" y="21"/>
                    <a:pt x="103" y="21"/>
                  </a:cubicBezTo>
                  <a:cubicBezTo>
                    <a:pt x="103" y="21"/>
                    <a:pt x="7" y="17"/>
                    <a:pt x="2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89" name="Freeform 1667"/>
            <p:cNvSpPr>
              <a:spLocks/>
            </p:cNvSpPr>
            <p:nvPr/>
          </p:nvSpPr>
          <p:spPr bwMode="auto">
            <a:xfrm>
              <a:off x="3053" y="1004"/>
              <a:ext cx="665" cy="248"/>
            </a:xfrm>
            <a:custGeom>
              <a:avLst/>
              <a:gdLst>
                <a:gd name="T0" fmla="*/ 1240 w 118"/>
                <a:gd name="T1" fmla="*/ 0 h 44"/>
                <a:gd name="T2" fmla="*/ 4289 w 118"/>
                <a:gd name="T3" fmla="*/ 3748 h 44"/>
                <a:gd name="T4" fmla="*/ 21122 w 118"/>
                <a:gd name="T5" fmla="*/ 7880 h 44"/>
                <a:gd name="T6" fmla="*/ 1240 w 118"/>
                <a:gd name="T7" fmla="*/ 0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8" h="44">
                  <a:moveTo>
                    <a:pt x="7" y="0"/>
                  </a:moveTo>
                  <a:cubicBezTo>
                    <a:pt x="7" y="0"/>
                    <a:pt x="0" y="13"/>
                    <a:pt x="24" y="21"/>
                  </a:cubicBezTo>
                  <a:cubicBezTo>
                    <a:pt x="24" y="21"/>
                    <a:pt x="87" y="41"/>
                    <a:pt x="118" y="44"/>
                  </a:cubicBezTo>
                  <a:cubicBezTo>
                    <a:pt x="118" y="44"/>
                    <a:pt x="13" y="21"/>
                    <a:pt x="7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90" name="Freeform 1668"/>
            <p:cNvSpPr>
              <a:spLocks/>
            </p:cNvSpPr>
            <p:nvPr/>
          </p:nvSpPr>
          <p:spPr bwMode="auto">
            <a:xfrm>
              <a:off x="6074" y="2210"/>
              <a:ext cx="564" cy="215"/>
            </a:xfrm>
            <a:custGeom>
              <a:avLst/>
              <a:gdLst>
                <a:gd name="T0" fmla="*/ 6650 w 100"/>
                <a:gd name="T1" fmla="*/ 736 h 38"/>
                <a:gd name="T2" fmla="*/ 6108 w 100"/>
                <a:gd name="T3" fmla="*/ 192 h 38"/>
                <a:gd name="T4" fmla="*/ 8781 w 100"/>
                <a:gd name="T5" fmla="*/ 1279 h 38"/>
                <a:gd name="T6" fmla="*/ 12216 w 100"/>
                <a:gd name="T7" fmla="*/ 2529 h 38"/>
                <a:gd name="T8" fmla="*/ 15425 w 100"/>
                <a:gd name="T9" fmla="*/ 4707 h 38"/>
                <a:gd name="T10" fmla="*/ 17941 w 100"/>
                <a:gd name="T11" fmla="*/ 5986 h 38"/>
                <a:gd name="T12" fmla="*/ 13265 w 100"/>
                <a:gd name="T13" fmla="*/ 4351 h 38"/>
                <a:gd name="T14" fmla="*/ 8432 w 100"/>
                <a:gd name="T15" fmla="*/ 1828 h 38"/>
                <a:gd name="T16" fmla="*/ 12724 w 100"/>
                <a:gd name="T17" fmla="*/ 5251 h 38"/>
                <a:gd name="T18" fmla="*/ 10050 w 100"/>
                <a:gd name="T19" fmla="*/ 4164 h 38"/>
                <a:gd name="T20" fmla="*/ 7191 w 100"/>
                <a:gd name="T21" fmla="*/ 2914 h 38"/>
                <a:gd name="T22" fmla="*/ 8432 w 100"/>
                <a:gd name="T23" fmla="*/ 3808 h 38"/>
                <a:gd name="T24" fmla="*/ 9701 w 100"/>
                <a:gd name="T25" fmla="*/ 5251 h 38"/>
                <a:gd name="T26" fmla="*/ 6999 w 100"/>
                <a:gd name="T27" fmla="*/ 3972 h 38"/>
                <a:gd name="T28" fmla="*/ 5916 w 100"/>
                <a:gd name="T29" fmla="*/ 3972 h 38"/>
                <a:gd name="T30" fmla="*/ 6266 w 100"/>
                <a:gd name="T31" fmla="*/ 5443 h 38"/>
                <a:gd name="T32" fmla="*/ 5025 w 100"/>
                <a:gd name="T33" fmla="*/ 4515 h 38"/>
                <a:gd name="T34" fmla="*/ 3756 w 100"/>
                <a:gd name="T35" fmla="*/ 4164 h 38"/>
                <a:gd name="T36" fmla="*/ 1974 w 100"/>
                <a:gd name="T37" fmla="*/ 3808 h 38"/>
                <a:gd name="T38" fmla="*/ 0 w 100"/>
                <a:gd name="T39" fmla="*/ 3265 h 38"/>
                <a:gd name="T40" fmla="*/ 1624 w 100"/>
                <a:gd name="T41" fmla="*/ 3265 h 38"/>
                <a:gd name="T42" fmla="*/ 3051 w 100"/>
                <a:gd name="T43" fmla="*/ 3615 h 38"/>
                <a:gd name="T44" fmla="*/ 2702 w 100"/>
                <a:gd name="T45" fmla="*/ 2529 h 38"/>
                <a:gd name="T46" fmla="*/ 4833 w 100"/>
                <a:gd name="T47" fmla="*/ 3615 h 38"/>
                <a:gd name="T48" fmla="*/ 5217 w 100"/>
                <a:gd name="T49" fmla="*/ 2529 h 38"/>
                <a:gd name="T50" fmla="*/ 6458 w 100"/>
                <a:gd name="T51" fmla="*/ 2721 h 38"/>
                <a:gd name="T52" fmla="*/ 6266 w 100"/>
                <a:gd name="T53" fmla="*/ 1828 h 38"/>
                <a:gd name="T54" fmla="*/ 7890 w 100"/>
                <a:gd name="T55" fmla="*/ 2178 h 38"/>
                <a:gd name="T56" fmla="*/ 6999 w 100"/>
                <a:gd name="T57" fmla="*/ 1279 h 38"/>
                <a:gd name="T58" fmla="*/ 6650 w 100"/>
                <a:gd name="T59" fmla="*/ 736 h 3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00" h="38">
                  <a:moveTo>
                    <a:pt x="37" y="4"/>
                  </a:moveTo>
                  <a:cubicBezTo>
                    <a:pt x="35" y="5"/>
                    <a:pt x="34" y="3"/>
                    <a:pt x="34" y="1"/>
                  </a:cubicBezTo>
                  <a:cubicBezTo>
                    <a:pt x="38" y="0"/>
                    <a:pt x="44" y="6"/>
                    <a:pt x="49" y="7"/>
                  </a:cubicBezTo>
                  <a:cubicBezTo>
                    <a:pt x="56" y="8"/>
                    <a:pt x="62" y="10"/>
                    <a:pt x="68" y="14"/>
                  </a:cubicBezTo>
                  <a:cubicBezTo>
                    <a:pt x="74" y="18"/>
                    <a:pt x="79" y="22"/>
                    <a:pt x="86" y="26"/>
                  </a:cubicBezTo>
                  <a:cubicBezTo>
                    <a:pt x="90" y="28"/>
                    <a:pt x="97" y="29"/>
                    <a:pt x="100" y="33"/>
                  </a:cubicBezTo>
                  <a:cubicBezTo>
                    <a:pt x="93" y="38"/>
                    <a:pt x="81" y="27"/>
                    <a:pt x="74" y="24"/>
                  </a:cubicBezTo>
                  <a:cubicBezTo>
                    <a:pt x="66" y="19"/>
                    <a:pt x="56" y="12"/>
                    <a:pt x="47" y="10"/>
                  </a:cubicBezTo>
                  <a:cubicBezTo>
                    <a:pt x="53" y="19"/>
                    <a:pt x="64" y="20"/>
                    <a:pt x="71" y="29"/>
                  </a:cubicBezTo>
                  <a:cubicBezTo>
                    <a:pt x="68" y="33"/>
                    <a:pt x="59" y="25"/>
                    <a:pt x="56" y="23"/>
                  </a:cubicBezTo>
                  <a:cubicBezTo>
                    <a:pt x="51" y="19"/>
                    <a:pt x="47" y="17"/>
                    <a:pt x="40" y="16"/>
                  </a:cubicBezTo>
                  <a:cubicBezTo>
                    <a:pt x="41" y="20"/>
                    <a:pt x="44" y="20"/>
                    <a:pt x="47" y="21"/>
                  </a:cubicBezTo>
                  <a:cubicBezTo>
                    <a:pt x="50" y="23"/>
                    <a:pt x="52" y="26"/>
                    <a:pt x="54" y="29"/>
                  </a:cubicBezTo>
                  <a:cubicBezTo>
                    <a:pt x="51" y="31"/>
                    <a:pt x="42" y="24"/>
                    <a:pt x="39" y="22"/>
                  </a:cubicBezTo>
                  <a:cubicBezTo>
                    <a:pt x="37" y="21"/>
                    <a:pt x="35" y="19"/>
                    <a:pt x="33" y="22"/>
                  </a:cubicBezTo>
                  <a:cubicBezTo>
                    <a:pt x="32" y="25"/>
                    <a:pt x="35" y="27"/>
                    <a:pt x="35" y="30"/>
                  </a:cubicBezTo>
                  <a:cubicBezTo>
                    <a:pt x="32" y="28"/>
                    <a:pt x="31" y="26"/>
                    <a:pt x="28" y="25"/>
                  </a:cubicBezTo>
                  <a:cubicBezTo>
                    <a:pt x="26" y="24"/>
                    <a:pt x="22" y="23"/>
                    <a:pt x="21" y="23"/>
                  </a:cubicBezTo>
                  <a:cubicBezTo>
                    <a:pt x="22" y="31"/>
                    <a:pt x="13" y="24"/>
                    <a:pt x="11" y="21"/>
                  </a:cubicBezTo>
                  <a:cubicBezTo>
                    <a:pt x="10" y="29"/>
                    <a:pt x="3" y="19"/>
                    <a:pt x="0" y="18"/>
                  </a:cubicBezTo>
                  <a:cubicBezTo>
                    <a:pt x="4" y="18"/>
                    <a:pt x="8" y="23"/>
                    <a:pt x="9" y="18"/>
                  </a:cubicBezTo>
                  <a:cubicBezTo>
                    <a:pt x="11" y="20"/>
                    <a:pt x="14" y="23"/>
                    <a:pt x="17" y="20"/>
                  </a:cubicBezTo>
                  <a:cubicBezTo>
                    <a:pt x="17" y="17"/>
                    <a:pt x="16" y="15"/>
                    <a:pt x="15" y="14"/>
                  </a:cubicBezTo>
                  <a:cubicBezTo>
                    <a:pt x="19" y="12"/>
                    <a:pt x="23" y="19"/>
                    <a:pt x="27" y="20"/>
                  </a:cubicBezTo>
                  <a:cubicBezTo>
                    <a:pt x="34" y="21"/>
                    <a:pt x="29" y="18"/>
                    <a:pt x="29" y="14"/>
                  </a:cubicBezTo>
                  <a:cubicBezTo>
                    <a:pt x="31" y="14"/>
                    <a:pt x="33" y="16"/>
                    <a:pt x="36" y="15"/>
                  </a:cubicBezTo>
                  <a:cubicBezTo>
                    <a:pt x="36" y="13"/>
                    <a:pt x="36" y="11"/>
                    <a:pt x="35" y="10"/>
                  </a:cubicBezTo>
                  <a:cubicBezTo>
                    <a:pt x="38" y="9"/>
                    <a:pt x="41" y="11"/>
                    <a:pt x="44" y="12"/>
                  </a:cubicBezTo>
                  <a:cubicBezTo>
                    <a:pt x="45" y="8"/>
                    <a:pt x="42" y="6"/>
                    <a:pt x="39" y="7"/>
                  </a:cubicBezTo>
                  <a:lnTo>
                    <a:pt x="37" y="4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91" name="Freeform 1669"/>
            <p:cNvSpPr>
              <a:spLocks/>
            </p:cNvSpPr>
            <p:nvPr/>
          </p:nvSpPr>
          <p:spPr bwMode="auto">
            <a:xfrm>
              <a:off x="6367" y="2210"/>
              <a:ext cx="722" cy="288"/>
            </a:xfrm>
            <a:custGeom>
              <a:avLst/>
              <a:gdLst>
                <a:gd name="T0" fmla="*/ 7000 w 128"/>
                <a:gd name="T1" fmla="*/ 3061 h 51"/>
                <a:gd name="T2" fmla="*/ 19218 w 128"/>
                <a:gd name="T3" fmla="*/ 5771 h 51"/>
                <a:gd name="T4" fmla="*/ 20650 w 128"/>
                <a:gd name="T5" fmla="*/ 6856 h 51"/>
                <a:gd name="T6" fmla="*/ 6109 w 128"/>
                <a:gd name="T7" fmla="*/ 3795 h 51"/>
                <a:gd name="T8" fmla="*/ 0 w 128"/>
                <a:gd name="T9" fmla="*/ 0 h 51"/>
                <a:gd name="T10" fmla="*/ 7000 w 128"/>
                <a:gd name="T11" fmla="*/ 3061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8" h="51">
                  <a:moveTo>
                    <a:pt x="39" y="17"/>
                  </a:moveTo>
                  <a:cubicBezTo>
                    <a:pt x="39" y="17"/>
                    <a:pt x="81" y="38"/>
                    <a:pt x="107" y="32"/>
                  </a:cubicBezTo>
                  <a:cubicBezTo>
                    <a:pt x="107" y="32"/>
                    <a:pt x="128" y="32"/>
                    <a:pt x="115" y="38"/>
                  </a:cubicBezTo>
                  <a:cubicBezTo>
                    <a:pt x="115" y="38"/>
                    <a:pt x="85" y="51"/>
                    <a:pt x="34" y="21"/>
                  </a:cubicBezTo>
                  <a:cubicBezTo>
                    <a:pt x="34" y="21"/>
                    <a:pt x="9" y="4"/>
                    <a:pt x="0" y="0"/>
                  </a:cubicBezTo>
                  <a:cubicBezTo>
                    <a:pt x="0" y="0"/>
                    <a:pt x="20" y="5"/>
                    <a:pt x="39" y="17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92" name="Freeform 1670"/>
            <p:cNvSpPr>
              <a:spLocks/>
            </p:cNvSpPr>
            <p:nvPr/>
          </p:nvSpPr>
          <p:spPr bwMode="auto">
            <a:xfrm>
              <a:off x="5223" y="1861"/>
              <a:ext cx="147" cy="214"/>
            </a:xfrm>
            <a:custGeom>
              <a:avLst/>
              <a:gdLst>
                <a:gd name="T0" fmla="*/ 192 w 26"/>
                <a:gd name="T1" fmla="*/ 4122 h 38"/>
                <a:gd name="T2" fmla="*/ 735 w 26"/>
                <a:gd name="T3" fmla="*/ 3204 h 38"/>
                <a:gd name="T4" fmla="*/ 2171 w 26"/>
                <a:gd name="T5" fmla="*/ 2315 h 38"/>
                <a:gd name="T6" fmla="*/ 4506 w 26"/>
                <a:gd name="T7" fmla="*/ 890 h 38"/>
                <a:gd name="T8" fmla="*/ 3963 w 26"/>
                <a:gd name="T9" fmla="*/ 2315 h 38"/>
                <a:gd name="T10" fmla="*/ 3070 w 26"/>
                <a:gd name="T11" fmla="*/ 5553 h 38"/>
                <a:gd name="T12" fmla="*/ 2527 w 26"/>
                <a:gd name="T13" fmla="*/ 6060 h 38"/>
                <a:gd name="T14" fmla="*/ 543 w 26"/>
                <a:gd name="T15" fmla="*/ 5012 h 38"/>
                <a:gd name="T16" fmla="*/ 192 w 26"/>
                <a:gd name="T17" fmla="*/ 4122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38">
                  <a:moveTo>
                    <a:pt x="1" y="23"/>
                  </a:moveTo>
                  <a:cubicBezTo>
                    <a:pt x="1" y="23"/>
                    <a:pt x="0" y="18"/>
                    <a:pt x="4" y="18"/>
                  </a:cubicBezTo>
                  <a:cubicBezTo>
                    <a:pt x="4" y="18"/>
                    <a:pt x="8" y="18"/>
                    <a:pt x="12" y="13"/>
                  </a:cubicBezTo>
                  <a:cubicBezTo>
                    <a:pt x="12" y="13"/>
                    <a:pt x="25" y="0"/>
                    <a:pt x="25" y="5"/>
                  </a:cubicBezTo>
                  <a:cubicBezTo>
                    <a:pt x="25" y="5"/>
                    <a:pt x="26" y="8"/>
                    <a:pt x="22" y="13"/>
                  </a:cubicBezTo>
                  <a:cubicBezTo>
                    <a:pt x="22" y="13"/>
                    <a:pt x="17" y="24"/>
                    <a:pt x="17" y="31"/>
                  </a:cubicBezTo>
                  <a:cubicBezTo>
                    <a:pt x="17" y="31"/>
                    <a:pt x="18" y="38"/>
                    <a:pt x="14" y="34"/>
                  </a:cubicBezTo>
                  <a:cubicBezTo>
                    <a:pt x="14" y="34"/>
                    <a:pt x="8" y="30"/>
                    <a:pt x="3" y="28"/>
                  </a:cubicBezTo>
                  <a:cubicBezTo>
                    <a:pt x="3" y="28"/>
                    <a:pt x="1" y="24"/>
                    <a:pt x="1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93" name="Freeform 1671"/>
            <p:cNvSpPr>
              <a:spLocks/>
            </p:cNvSpPr>
            <p:nvPr/>
          </p:nvSpPr>
          <p:spPr bwMode="auto">
            <a:xfrm>
              <a:off x="5370" y="1838"/>
              <a:ext cx="191" cy="113"/>
            </a:xfrm>
            <a:custGeom>
              <a:avLst/>
              <a:gdLst>
                <a:gd name="T0" fmla="*/ 1073 w 34"/>
                <a:gd name="T1" fmla="*/ 735 h 20"/>
                <a:gd name="T2" fmla="*/ 6028 w 34"/>
                <a:gd name="T3" fmla="*/ 3062 h 20"/>
                <a:gd name="T4" fmla="*/ 5331 w 34"/>
                <a:gd name="T5" fmla="*/ 2876 h 20"/>
                <a:gd name="T6" fmla="*/ 1955 w 34"/>
                <a:gd name="T7" fmla="*/ 1277 h 20"/>
                <a:gd name="T8" fmla="*/ 1073 w 34"/>
                <a:gd name="T9" fmla="*/ 735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6" y="4"/>
                  </a:moveTo>
                  <a:cubicBezTo>
                    <a:pt x="6" y="4"/>
                    <a:pt x="29" y="0"/>
                    <a:pt x="34" y="17"/>
                  </a:cubicBezTo>
                  <a:cubicBezTo>
                    <a:pt x="34" y="17"/>
                    <a:pt x="32" y="20"/>
                    <a:pt x="30" y="16"/>
                  </a:cubicBezTo>
                  <a:cubicBezTo>
                    <a:pt x="30" y="16"/>
                    <a:pt x="25" y="9"/>
                    <a:pt x="11" y="7"/>
                  </a:cubicBezTo>
                  <a:cubicBezTo>
                    <a:pt x="11" y="7"/>
                    <a:pt x="0" y="6"/>
                    <a:pt x="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94" name="Oval 1672"/>
            <p:cNvSpPr>
              <a:spLocks noChangeArrowheads="1"/>
            </p:cNvSpPr>
            <p:nvPr/>
          </p:nvSpPr>
          <p:spPr bwMode="auto">
            <a:xfrm>
              <a:off x="5437" y="1940"/>
              <a:ext cx="17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209545" name="Group 1673"/>
          <p:cNvGrpSpPr>
            <a:grpSpLocks/>
          </p:cNvGrpSpPr>
          <p:nvPr/>
        </p:nvGrpSpPr>
        <p:grpSpPr bwMode="auto">
          <a:xfrm>
            <a:off x="1121015" y="1274149"/>
            <a:ext cx="6689725" cy="2593181"/>
            <a:chOff x="1269" y="5935"/>
            <a:chExt cx="6804" cy="2860"/>
          </a:xfrm>
        </p:grpSpPr>
        <p:grpSp>
          <p:nvGrpSpPr>
            <p:cNvPr id="98510" name="Group 1674"/>
            <p:cNvGrpSpPr>
              <a:grpSpLocks/>
            </p:cNvGrpSpPr>
            <p:nvPr/>
          </p:nvGrpSpPr>
          <p:grpSpPr bwMode="auto">
            <a:xfrm rot="2927120">
              <a:off x="5602" y="6081"/>
              <a:ext cx="2618" cy="2325"/>
              <a:chOff x="6602" y="5516"/>
              <a:chExt cx="2626" cy="2641"/>
            </a:xfrm>
          </p:grpSpPr>
          <p:sp>
            <p:nvSpPr>
              <p:cNvPr id="98547" name="Freeform 1675"/>
              <p:cNvSpPr>
                <a:spLocks/>
              </p:cNvSpPr>
              <p:nvPr/>
            </p:nvSpPr>
            <p:spPr bwMode="auto">
              <a:xfrm rot="-282232">
                <a:off x="6751" y="6847"/>
                <a:ext cx="1543" cy="1310"/>
              </a:xfrm>
              <a:custGeom>
                <a:avLst/>
                <a:gdLst>
                  <a:gd name="T0" fmla="*/ 3951 w 141"/>
                  <a:gd name="T1" fmla="*/ 179213 h 112"/>
                  <a:gd name="T2" fmla="*/ 20956 w 141"/>
                  <a:gd name="T3" fmla="*/ 163212 h 112"/>
                  <a:gd name="T4" fmla="*/ 48501 w 141"/>
                  <a:gd name="T5" fmla="*/ 129561 h 112"/>
                  <a:gd name="T6" fmla="*/ 137601 w 141"/>
                  <a:gd name="T7" fmla="*/ 51160 h 112"/>
                  <a:gd name="T8" fmla="*/ 184777 w 141"/>
                  <a:gd name="T9" fmla="*/ 0 h 112"/>
                  <a:gd name="T10" fmla="*/ 48501 w 141"/>
                  <a:gd name="T11" fmla="*/ 113549 h 112"/>
                  <a:gd name="T12" fmla="*/ 3951 w 141"/>
                  <a:gd name="T13" fmla="*/ 179213 h 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1" h="112">
                    <a:moveTo>
                      <a:pt x="3" y="112"/>
                    </a:moveTo>
                    <a:cubicBezTo>
                      <a:pt x="3" y="112"/>
                      <a:pt x="13" y="106"/>
                      <a:pt x="16" y="102"/>
                    </a:cubicBezTo>
                    <a:cubicBezTo>
                      <a:pt x="16" y="102"/>
                      <a:pt x="30" y="87"/>
                      <a:pt x="37" y="81"/>
                    </a:cubicBezTo>
                    <a:cubicBezTo>
                      <a:pt x="37" y="81"/>
                      <a:pt x="92" y="37"/>
                      <a:pt x="105" y="32"/>
                    </a:cubicBezTo>
                    <a:cubicBezTo>
                      <a:pt x="105" y="32"/>
                      <a:pt x="140" y="7"/>
                      <a:pt x="141" y="0"/>
                    </a:cubicBezTo>
                    <a:cubicBezTo>
                      <a:pt x="141" y="0"/>
                      <a:pt x="44" y="65"/>
                      <a:pt x="37" y="71"/>
                    </a:cubicBezTo>
                    <a:cubicBezTo>
                      <a:pt x="37" y="71"/>
                      <a:pt x="0" y="94"/>
                      <a:pt x="3" y="112"/>
                    </a:cubicBez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48" name="Freeform 1676"/>
              <p:cNvSpPr>
                <a:spLocks/>
              </p:cNvSpPr>
              <p:nvPr/>
            </p:nvSpPr>
            <p:spPr bwMode="auto">
              <a:xfrm rot="-282232">
                <a:off x="6602" y="5663"/>
                <a:ext cx="2626" cy="2424"/>
              </a:xfrm>
              <a:custGeom>
                <a:avLst/>
                <a:gdLst>
                  <a:gd name="T0" fmla="*/ 18316 w 240"/>
                  <a:gd name="T1" fmla="*/ 329242 h 207"/>
                  <a:gd name="T2" fmla="*/ 28853 w 240"/>
                  <a:gd name="T3" fmla="*/ 313059 h 207"/>
                  <a:gd name="T4" fmla="*/ 43220 w 240"/>
                  <a:gd name="T5" fmla="*/ 293866 h 207"/>
                  <a:gd name="T6" fmla="*/ 62849 w 240"/>
                  <a:gd name="T7" fmla="*/ 276172 h 207"/>
                  <a:gd name="T8" fmla="*/ 113968 w 240"/>
                  <a:gd name="T9" fmla="*/ 229683 h 207"/>
                  <a:gd name="T10" fmla="*/ 154562 w 240"/>
                  <a:gd name="T11" fmla="*/ 197468 h 207"/>
                  <a:gd name="T12" fmla="*/ 212268 w 240"/>
                  <a:gd name="T13" fmla="*/ 152490 h 207"/>
                  <a:gd name="T14" fmla="*/ 314387 w 240"/>
                  <a:gd name="T15" fmla="*/ 11242 h 207"/>
                  <a:gd name="T16" fmla="*/ 309113 w 240"/>
                  <a:gd name="T17" fmla="*/ 4801 h 207"/>
                  <a:gd name="T18" fmla="*/ 280380 w 240"/>
                  <a:gd name="T19" fmla="*/ 41688 h 207"/>
                  <a:gd name="T20" fmla="*/ 214774 w 240"/>
                  <a:gd name="T21" fmla="*/ 120404 h 207"/>
                  <a:gd name="T22" fmla="*/ 133609 w 240"/>
                  <a:gd name="T23" fmla="*/ 192667 h 207"/>
                  <a:gd name="T24" fmla="*/ 26216 w 240"/>
                  <a:gd name="T25" fmla="*/ 289065 h 207"/>
                  <a:gd name="T26" fmla="*/ 9224 w 240"/>
                  <a:gd name="T27" fmla="*/ 309909 h 207"/>
                  <a:gd name="T28" fmla="*/ 0 w 240"/>
                  <a:gd name="T29" fmla="*/ 314710 h 207"/>
                  <a:gd name="T30" fmla="*/ 18316 w 240"/>
                  <a:gd name="T31" fmla="*/ 329242 h 20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40" h="207">
                    <a:moveTo>
                      <a:pt x="14" y="205"/>
                    </a:moveTo>
                    <a:cubicBezTo>
                      <a:pt x="14" y="205"/>
                      <a:pt x="18" y="198"/>
                      <a:pt x="22" y="195"/>
                    </a:cubicBezTo>
                    <a:cubicBezTo>
                      <a:pt x="22" y="195"/>
                      <a:pt x="30" y="188"/>
                      <a:pt x="33" y="183"/>
                    </a:cubicBezTo>
                    <a:cubicBezTo>
                      <a:pt x="33" y="183"/>
                      <a:pt x="44" y="176"/>
                      <a:pt x="48" y="172"/>
                    </a:cubicBezTo>
                    <a:cubicBezTo>
                      <a:pt x="48" y="172"/>
                      <a:pt x="75" y="148"/>
                      <a:pt x="87" y="143"/>
                    </a:cubicBezTo>
                    <a:cubicBezTo>
                      <a:pt x="87" y="143"/>
                      <a:pt x="114" y="126"/>
                      <a:pt x="118" y="123"/>
                    </a:cubicBezTo>
                    <a:cubicBezTo>
                      <a:pt x="118" y="123"/>
                      <a:pt x="150" y="104"/>
                      <a:pt x="162" y="95"/>
                    </a:cubicBezTo>
                    <a:cubicBezTo>
                      <a:pt x="162" y="95"/>
                      <a:pt x="236" y="52"/>
                      <a:pt x="240" y="7"/>
                    </a:cubicBezTo>
                    <a:cubicBezTo>
                      <a:pt x="240" y="7"/>
                      <a:pt x="240" y="0"/>
                      <a:pt x="236" y="3"/>
                    </a:cubicBezTo>
                    <a:cubicBezTo>
                      <a:pt x="236" y="3"/>
                      <a:pt x="222" y="17"/>
                      <a:pt x="214" y="26"/>
                    </a:cubicBezTo>
                    <a:cubicBezTo>
                      <a:pt x="214" y="26"/>
                      <a:pt x="173" y="70"/>
                      <a:pt x="164" y="75"/>
                    </a:cubicBezTo>
                    <a:cubicBezTo>
                      <a:pt x="164" y="75"/>
                      <a:pt x="116" y="113"/>
                      <a:pt x="102" y="120"/>
                    </a:cubicBezTo>
                    <a:cubicBezTo>
                      <a:pt x="102" y="120"/>
                      <a:pt x="44" y="158"/>
                      <a:pt x="20" y="180"/>
                    </a:cubicBezTo>
                    <a:cubicBezTo>
                      <a:pt x="20" y="180"/>
                      <a:pt x="14" y="186"/>
                      <a:pt x="7" y="193"/>
                    </a:cubicBezTo>
                    <a:cubicBezTo>
                      <a:pt x="7" y="193"/>
                      <a:pt x="5" y="196"/>
                      <a:pt x="0" y="196"/>
                    </a:cubicBezTo>
                    <a:cubicBezTo>
                      <a:pt x="0" y="196"/>
                      <a:pt x="0" y="207"/>
                      <a:pt x="14" y="205"/>
                    </a:cubicBezTo>
                    <a:close/>
                  </a:path>
                </a:pathLst>
              </a:custGeom>
              <a:solidFill>
                <a:srgbClr val="91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49" name="Freeform 1677"/>
              <p:cNvSpPr>
                <a:spLocks/>
              </p:cNvSpPr>
              <p:nvPr/>
            </p:nvSpPr>
            <p:spPr bwMode="auto">
              <a:xfrm rot="-282232">
                <a:off x="7412" y="6457"/>
                <a:ext cx="1116" cy="853"/>
              </a:xfrm>
              <a:custGeom>
                <a:avLst/>
                <a:gdLst>
                  <a:gd name="T0" fmla="*/ 20952 w 102"/>
                  <a:gd name="T1" fmla="*/ 103774 h 73"/>
                  <a:gd name="T2" fmla="*/ 52430 w 102"/>
                  <a:gd name="T3" fmla="*/ 81374 h 73"/>
                  <a:gd name="T4" fmla="*/ 76019 w 102"/>
                  <a:gd name="T5" fmla="*/ 58986 h 73"/>
                  <a:gd name="T6" fmla="*/ 132279 w 102"/>
                  <a:gd name="T7" fmla="*/ 4779 h 73"/>
                  <a:gd name="T8" fmla="*/ 125692 w 102"/>
                  <a:gd name="T9" fmla="*/ 7922 h 73"/>
                  <a:gd name="T10" fmla="*/ 51117 w 102"/>
                  <a:gd name="T11" fmla="*/ 73451 h 73"/>
                  <a:gd name="T12" fmla="*/ 20952 w 102"/>
                  <a:gd name="T13" fmla="*/ 103774 h 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73">
                    <a:moveTo>
                      <a:pt x="16" y="65"/>
                    </a:moveTo>
                    <a:cubicBezTo>
                      <a:pt x="16" y="65"/>
                      <a:pt x="36" y="55"/>
                      <a:pt x="40" y="51"/>
                    </a:cubicBezTo>
                    <a:cubicBezTo>
                      <a:pt x="40" y="51"/>
                      <a:pt x="50" y="40"/>
                      <a:pt x="58" y="37"/>
                    </a:cubicBezTo>
                    <a:cubicBezTo>
                      <a:pt x="58" y="37"/>
                      <a:pt x="98" y="13"/>
                      <a:pt x="101" y="3"/>
                    </a:cubicBezTo>
                    <a:cubicBezTo>
                      <a:pt x="101" y="3"/>
                      <a:pt x="102" y="0"/>
                      <a:pt x="96" y="5"/>
                    </a:cubicBezTo>
                    <a:cubicBezTo>
                      <a:pt x="96" y="5"/>
                      <a:pt x="50" y="39"/>
                      <a:pt x="39" y="46"/>
                    </a:cubicBezTo>
                    <a:cubicBezTo>
                      <a:pt x="39" y="46"/>
                      <a:pt x="0" y="73"/>
                      <a:pt x="16" y="65"/>
                    </a:cubicBez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50" name="Freeform 1678"/>
              <p:cNvSpPr>
                <a:spLocks/>
              </p:cNvSpPr>
              <p:nvPr/>
            </p:nvSpPr>
            <p:spPr bwMode="auto">
              <a:xfrm rot="-282232">
                <a:off x="6757" y="7619"/>
                <a:ext cx="416" cy="504"/>
              </a:xfrm>
              <a:custGeom>
                <a:avLst/>
                <a:gdLst>
                  <a:gd name="T0" fmla="*/ 0 w 38"/>
                  <a:gd name="T1" fmla="*/ 59624 h 43"/>
                  <a:gd name="T2" fmla="*/ 13060 w 38"/>
                  <a:gd name="T3" fmla="*/ 45055 h 43"/>
                  <a:gd name="T4" fmla="*/ 44578 w 38"/>
                  <a:gd name="T5" fmla="*/ 12916 h 43"/>
                  <a:gd name="T6" fmla="*/ 34156 w 38"/>
                  <a:gd name="T7" fmla="*/ 32151 h 43"/>
                  <a:gd name="T8" fmla="*/ 11867 w 38"/>
                  <a:gd name="T9" fmla="*/ 57972 h 43"/>
                  <a:gd name="T10" fmla="*/ 0 w 38"/>
                  <a:gd name="T11" fmla="*/ 59624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8" h="43">
                    <a:moveTo>
                      <a:pt x="0" y="37"/>
                    </a:moveTo>
                    <a:cubicBezTo>
                      <a:pt x="0" y="37"/>
                      <a:pt x="6" y="34"/>
                      <a:pt x="10" y="28"/>
                    </a:cubicBezTo>
                    <a:cubicBezTo>
                      <a:pt x="10" y="28"/>
                      <a:pt x="38" y="0"/>
                      <a:pt x="34" y="8"/>
                    </a:cubicBezTo>
                    <a:cubicBezTo>
                      <a:pt x="34" y="8"/>
                      <a:pt x="33" y="14"/>
                      <a:pt x="26" y="20"/>
                    </a:cubicBezTo>
                    <a:cubicBezTo>
                      <a:pt x="26" y="20"/>
                      <a:pt x="12" y="31"/>
                      <a:pt x="9" y="36"/>
                    </a:cubicBezTo>
                    <a:cubicBezTo>
                      <a:pt x="9" y="36"/>
                      <a:pt x="2" y="43"/>
                      <a:pt x="0" y="37"/>
                    </a:cubicBez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51" name="Freeform 1679"/>
              <p:cNvSpPr>
                <a:spLocks/>
              </p:cNvSpPr>
              <p:nvPr/>
            </p:nvSpPr>
            <p:spPr bwMode="auto">
              <a:xfrm rot="-282232">
                <a:off x="8441" y="5516"/>
                <a:ext cx="743" cy="1066"/>
              </a:xfrm>
              <a:custGeom>
                <a:avLst/>
                <a:gdLst>
                  <a:gd name="T0" fmla="*/ 5256 w 68"/>
                  <a:gd name="T1" fmla="*/ 110876 h 91"/>
                  <a:gd name="T2" fmla="*/ 73065 w 68"/>
                  <a:gd name="T3" fmla="*/ 22503 h 91"/>
                  <a:gd name="T4" fmla="*/ 87390 w 68"/>
                  <a:gd name="T5" fmla="*/ 17700 h 91"/>
                  <a:gd name="T6" fmla="*/ 0 w 68"/>
                  <a:gd name="T7" fmla="*/ 146276 h 91"/>
                  <a:gd name="T8" fmla="*/ 5256 w 68"/>
                  <a:gd name="T9" fmla="*/ 110876 h 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8" h="91">
                    <a:moveTo>
                      <a:pt x="4" y="69"/>
                    </a:moveTo>
                    <a:cubicBezTo>
                      <a:pt x="4" y="69"/>
                      <a:pt x="48" y="20"/>
                      <a:pt x="56" y="14"/>
                    </a:cubicBezTo>
                    <a:cubicBezTo>
                      <a:pt x="56" y="14"/>
                      <a:pt x="68" y="0"/>
                      <a:pt x="67" y="11"/>
                    </a:cubicBezTo>
                    <a:cubicBezTo>
                      <a:pt x="67" y="11"/>
                      <a:pt x="68" y="47"/>
                      <a:pt x="0" y="91"/>
                    </a:cubicBezTo>
                    <a:cubicBezTo>
                      <a:pt x="0" y="91"/>
                      <a:pt x="35" y="55"/>
                      <a:pt x="4" y="69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98511" name="Freeform 1680"/>
            <p:cNvSpPr>
              <a:spLocks/>
            </p:cNvSpPr>
            <p:nvPr/>
          </p:nvSpPr>
          <p:spPr bwMode="auto">
            <a:xfrm rot="-653335">
              <a:off x="4391" y="6572"/>
              <a:ext cx="997" cy="1545"/>
            </a:xfrm>
            <a:custGeom>
              <a:avLst/>
              <a:gdLst>
                <a:gd name="T0" fmla="*/ 7202 w 94"/>
                <a:gd name="T1" fmla="*/ 113838 h 132"/>
                <a:gd name="T2" fmla="*/ 0 w 94"/>
                <a:gd name="T3" fmla="*/ 137950 h 132"/>
                <a:gd name="T4" fmla="*/ 3596 w 94"/>
                <a:gd name="T5" fmla="*/ 153985 h 132"/>
                <a:gd name="T6" fmla="*/ 16652 w 94"/>
                <a:gd name="T7" fmla="*/ 177956 h 132"/>
                <a:gd name="T8" fmla="*/ 35775 w 94"/>
                <a:gd name="T9" fmla="*/ 200429 h 132"/>
                <a:gd name="T10" fmla="*/ 68061 w 94"/>
                <a:gd name="T11" fmla="*/ 200429 h 132"/>
                <a:gd name="T12" fmla="*/ 90674 w 94"/>
                <a:gd name="T13" fmla="*/ 165221 h 132"/>
                <a:gd name="T14" fmla="*/ 95510 w 94"/>
                <a:gd name="T15" fmla="*/ 153985 h 132"/>
                <a:gd name="T16" fmla="*/ 109797 w 94"/>
                <a:gd name="T17" fmla="*/ 97815 h 132"/>
                <a:gd name="T18" fmla="*/ 108556 w 94"/>
                <a:gd name="T19" fmla="*/ 78631 h 132"/>
                <a:gd name="T20" fmla="*/ 101471 w 94"/>
                <a:gd name="T21" fmla="*/ 46444 h 132"/>
                <a:gd name="T22" fmla="*/ 48938 w 94"/>
                <a:gd name="T23" fmla="*/ 30408 h 132"/>
                <a:gd name="T24" fmla="*/ 29815 w 94"/>
                <a:gd name="T25" fmla="*/ 54520 h 132"/>
                <a:gd name="T26" fmla="*/ 7202 w 94"/>
                <a:gd name="T27" fmla="*/ 113838 h 13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4" h="132">
                  <a:moveTo>
                    <a:pt x="6" y="71"/>
                  </a:moveTo>
                  <a:cubicBezTo>
                    <a:pt x="6" y="71"/>
                    <a:pt x="4" y="81"/>
                    <a:pt x="0" y="86"/>
                  </a:cubicBezTo>
                  <a:cubicBezTo>
                    <a:pt x="0" y="86"/>
                    <a:pt x="0" y="91"/>
                    <a:pt x="3" y="96"/>
                  </a:cubicBezTo>
                  <a:cubicBezTo>
                    <a:pt x="3" y="96"/>
                    <a:pt x="12" y="107"/>
                    <a:pt x="14" y="111"/>
                  </a:cubicBezTo>
                  <a:cubicBezTo>
                    <a:pt x="14" y="111"/>
                    <a:pt x="21" y="123"/>
                    <a:pt x="30" y="125"/>
                  </a:cubicBezTo>
                  <a:cubicBezTo>
                    <a:pt x="30" y="125"/>
                    <a:pt x="47" y="132"/>
                    <a:pt x="57" y="125"/>
                  </a:cubicBezTo>
                  <a:cubicBezTo>
                    <a:pt x="57" y="125"/>
                    <a:pt x="71" y="114"/>
                    <a:pt x="76" y="103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80" y="96"/>
                    <a:pt x="90" y="92"/>
                    <a:pt x="92" y="61"/>
                  </a:cubicBezTo>
                  <a:cubicBezTo>
                    <a:pt x="92" y="61"/>
                    <a:pt x="89" y="54"/>
                    <a:pt x="91" y="49"/>
                  </a:cubicBezTo>
                  <a:cubicBezTo>
                    <a:pt x="91" y="49"/>
                    <a:pt x="94" y="37"/>
                    <a:pt x="85" y="29"/>
                  </a:cubicBezTo>
                  <a:cubicBezTo>
                    <a:pt x="85" y="29"/>
                    <a:pt x="66" y="0"/>
                    <a:pt x="41" y="19"/>
                  </a:cubicBezTo>
                  <a:cubicBezTo>
                    <a:pt x="41" y="19"/>
                    <a:pt x="36" y="28"/>
                    <a:pt x="25" y="34"/>
                  </a:cubicBezTo>
                  <a:cubicBezTo>
                    <a:pt x="25" y="34"/>
                    <a:pt x="13" y="36"/>
                    <a:pt x="6" y="7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12" name="Freeform 1681"/>
            <p:cNvSpPr>
              <a:spLocks/>
            </p:cNvSpPr>
            <p:nvPr/>
          </p:nvSpPr>
          <p:spPr bwMode="auto">
            <a:xfrm rot="-653335">
              <a:off x="4669" y="7026"/>
              <a:ext cx="754" cy="1078"/>
            </a:xfrm>
            <a:custGeom>
              <a:avLst/>
              <a:gdLst>
                <a:gd name="T0" fmla="*/ 70717 w 71"/>
                <a:gd name="T1" fmla="*/ 16065 h 92"/>
                <a:gd name="T2" fmla="*/ 77821 w 71"/>
                <a:gd name="T3" fmla="*/ 33770 h 92"/>
                <a:gd name="T4" fmla="*/ 80296 w 71"/>
                <a:gd name="T5" fmla="*/ 41878 h 92"/>
                <a:gd name="T6" fmla="*/ 80296 w 71"/>
                <a:gd name="T7" fmla="*/ 67551 h 92"/>
                <a:gd name="T8" fmla="*/ 65863 w 71"/>
                <a:gd name="T9" fmla="*/ 101320 h 92"/>
                <a:gd name="T10" fmla="*/ 40716 w 71"/>
                <a:gd name="T11" fmla="*/ 135102 h 92"/>
                <a:gd name="T12" fmla="*/ 11958 w 71"/>
                <a:gd name="T13" fmla="*/ 135102 h 92"/>
                <a:gd name="T14" fmla="*/ 8347 w 71"/>
                <a:gd name="T15" fmla="*/ 127134 h 92"/>
                <a:gd name="T16" fmla="*/ 16800 w 71"/>
                <a:gd name="T17" fmla="*/ 120689 h 92"/>
                <a:gd name="T18" fmla="*/ 23905 w 71"/>
                <a:gd name="T19" fmla="*/ 114233 h 92"/>
                <a:gd name="T20" fmla="*/ 46695 w 71"/>
                <a:gd name="T21" fmla="*/ 78811 h 92"/>
                <a:gd name="T22" fmla="*/ 45559 w 71"/>
                <a:gd name="T23" fmla="*/ 57943 h 92"/>
                <a:gd name="T24" fmla="*/ 43084 w 71"/>
                <a:gd name="T25" fmla="*/ 27325 h 92"/>
                <a:gd name="T26" fmla="*/ 70717 w 71"/>
                <a:gd name="T27" fmla="*/ 16065 h 9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1" h="92">
                  <a:moveTo>
                    <a:pt x="59" y="10"/>
                  </a:moveTo>
                  <a:cubicBezTo>
                    <a:pt x="59" y="10"/>
                    <a:pt x="65" y="16"/>
                    <a:pt x="65" y="21"/>
                  </a:cubicBezTo>
                  <a:cubicBezTo>
                    <a:pt x="65" y="21"/>
                    <a:pt x="65" y="24"/>
                    <a:pt x="67" y="26"/>
                  </a:cubicBezTo>
                  <a:cubicBezTo>
                    <a:pt x="67" y="26"/>
                    <a:pt x="71" y="33"/>
                    <a:pt x="67" y="42"/>
                  </a:cubicBezTo>
                  <a:cubicBezTo>
                    <a:pt x="67" y="42"/>
                    <a:pt x="62" y="53"/>
                    <a:pt x="55" y="63"/>
                  </a:cubicBezTo>
                  <a:cubicBezTo>
                    <a:pt x="55" y="63"/>
                    <a:pt x="45" y="76"/>
                    <a:pt x="34" y="84"/>
                  </a:cubicBezTo>
                  <a:cubicBezTo>
                    <a:pt x="34" y="84"/>
                    <a:pt x="33" y="92"/>
                    <a:pt x="10" y="84"/>
                  </a:cubicBezTo>
                  <a:cubicBezTo>
                    <a:pt x="10" y="84"/>
                    <a:pt x="0" y="78"/>
                    <a:pt x="7" y="79"/>
                  </a:cubicBezTo>
                  <a:cubicBezTo>
                    <a:pt x="7" y="79"/>
                    <a:pt x="13" y="79"/>
                    <a:pt x="14" y="75"/>
                  </a:cubicBezTo>
                  <a:cubicBezTo>
                    <a:pt x="14" y="75"/>
                    <a:pt x="16" y="71"/>
                    <a:pt x="20" y="71"/>
                  </a:cubicBezTo>
                  <a:cubicBezTo>
                    <a:pt x="20" y="71"/>
                    <a:pt x="38" y="67"/>
                    <a:pt x="39" y="49"/>
                  </a:cubicBezTo>
                  <a:cubicBezTo>
                    <a:pt x="39" y="49"/>
                    <a:pt x="41" y="41"/>
                    <a:pt x="38" y="36"/>
                  </a:cubicBezTo>
                  <a:cubicBezTo>
                    <a:pt x="38" y="36"/>
                    <a:pt x="34" y="23"/>
                    <a:pt x="36" y="17"/>
                  </a:cubicBezTo>
                  <a:cubicBezTo>
                    <a:pt x="36" y="17"/>
                    <a:pt x="40" y="0"/>
                    <a:pt x="59" y="1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13" name="Freeform 1682"/>
            <p:cNvSpPr>
              <a:spLocks/>
            </p:cNvSpPr>
            <p:nvPr/>
          </p:nvSpPr>
          <p:spPr bwMode="auto">
            <a:xfrm rot="-371103">
              <a:off x="4418" y="6921"/>
              <a:ext cx="497" cy="838"/>
            </a:xfrm>
            <a:custGeom>
              <a:avLst/>
              <a:gdLst>
                <a:gd name="T0" fmla="*/ 21 w 513"/>
                <a:gd name="T1" fmla="*/ 730 h 838"/>
                <a:gd name="T2" fmla="*/ 54 w 513"/>
                <a:gd name="T3" fmla="*/ 762 h 838"/>
                <a:gd name="T4" fmla="*/ 163 w 513"/>
                <a:gd name="T5" fmla="*/ 600 h 838"/>
                <a:gd name="T6" fmla="*/ 349 w 513"/>
                <a:gd name="T7" fmla="*/ 290 h 838"/>
                <a:gd name="T8" fmla="*/ 386 w 513"/>
                <a:gd name="T9" fmla="*/ 240 h 838"/>
                <a:gd name="T10" fmla="*/ 466 w 513"/>
                <a:gd name="T11" fmla="*/ 103 h 838"/>
                <a:gd name="T12" fmla="*/ 381 w 513"/>
                <a:gd name="T13" fmla="*/ 41 h 838"/>
                <a:gd name="T14" fmla="*/ 207 w 513"/>
                <a:gd name="T15" fmla="*/ 126 h 838"/>
                <a:gd name="T16" fmla="*/ 139 w 513"/>
                <a:gd name="T17" fmla="*/ 285 h 838"/>
                <a:gd name="T18" fmla="*/ 21 w 513"/>
                <a:gd name="T19" fmla="*/ 730 h 8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13" h="838">
                  <a:moveTo>
                    <a:pt x="24" y="730"/>
                  </a:moveTo>
                  <a:cubicBezTo>
                    <a:pt x="24" y="730"/>
                    <a:pt x="0" y="838"/>
                    <a:pt x="60" y="762"/>
                  </a:cubicBezTo>
                  <a:cubicBezTo>
                    <a:pt x="60" y="762"/>
                    <a:pt x="126" y="628"/>
                    <a:pt x="179" y="600"/>
                  </a:cubicBezTo>
                  <a:cubicBezTo>
                    <a:pt x="179" y="600"/>
                    <a:pt x="383" y="408"/>
                    <a:pt x="384" y="290"/>
                  </a:cubicBezTo>
                  <a:cubicBezTo>
                    <a:pt x="384" y="290"/>
                    <a:pt x="393" y="254"/>
                    <a:pt x="424" y="240"/>
                  </a:cubicBezTo>
                  <a:cubicBezTo>
                    <a:pt x="424" y="240"/>
                    <a:pt x="510" y="209"/>
                    <a:pt x="513" y="103"/>
                  </a:cubicBezTo>
                  <a:cubicBezTo>
                    <a:pt x="513" y="103"/>
                    <a:pt x="482" y="0"/>
                    <a:pt x="419" y="41"/>
                  </a:cubicBezTo>
                  <a:cubicBezTo>
                    <a:pt x="419" y="41"/>
                    <a:pt x="272" y="135"/>
                    <a:pt x="228" y="126"/>
                  </a:cubicBezTo>
                  <a:cubicBezTo>
                    <a:pt x="184" y="167"/>
                    <a:pt x="187" y="184"/>
                    <a:pt x="153" y="285"/>
                  </a:cubicBezTo>
                  <a:cubicBezTo>
                    <a:pt x="153" y="285"/>
                    <a:pt x="32" y="553"/>
                    <a:pt x="24" y="73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14" name="Freeform 1683"/>
            <p:cNvSpPr>
              <a:spLocks/>
            </p:cNvSpPr>
            <p:nvPr/>
          </p:nvSpPr>
          <p:spPr bwMode="auto">
            <a:xfrm rot="-653335">
              <a:off x="4780" y="6907"/>
              <a:ext cx="74" cy="152"/>
            </a:xfrm>
            <a:custGeom>
              <a:avLst/>
              <a:gdLst>
                <a:gd name="T0" fmla="*/ 3573 w 7"/>
                <a:gd name="T1" fmla="*/ 17632 h 13"/>
                <a:gd name="T2" fmla="*/ 2347 w 7"/>
                <a:gd name="T3" fmla="*/ 7927 h 13"/>
                <a:gd name="T4" fmla="*/ 5920 w 7"/>
                <a:gd name="T5" fmla="*/ 4782 h 13"/>
                <a:gd name="T6" fmla="*/ 7041 w 7"/>
                <a:gd name="T7" fmla="*/ 12850 h 13"/>
                <a:gd name="T8" fmla="*/ 3573 w 7"/>
                <a:gd name="T9" fmla="*/ 17632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3">
                  <a:moveTo>
                    <a:pt x="3" y="11"/>
                  </a:moveTo>
                  <a:cubicBezTo>
                    <a:pt x="3" y="11"/>
                    <a:pt x="0" y="9"/>
                    <a:pt x="2" y="5"/>
                  </a:cubicBezTo>
                  <a:cubicBezTo>
                    <a:pt x="2" y="5"/>
                    <a:pt x="3" y="0"/>
                    <a:pt x="5" y="3"/>
                  </a:cubicBezTo>
                  <a:cubicBezTo>
                    <a:pt x="5" y="3"/>
                    <a:pt x="7" y="5"/>
                    <a:pt x="6" y="8"/>
                  </a:cubicBezTo>
                  <a:cubicBezTo>
                    <a:pt x="6" y="8"/>
                    <a:pt x="3" y="13"/>
                    <a:pt x="3" y="11"/>
                  </a:cubicBez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15" name="Freeform 1684"/>
            <p:cNvSpPr>
              <a:spLocks/>
            </p:cNvSpPr>
            <p:nvPr/>
          </p:nvSpPr>
          <p:spPr bwMode="auto">
            <a:xfrm rot="-653335">
              <a:off x="5038" y="6912"/>
              <a:ext cx="116" cy="129"/>
            </a:xfrm>
            <a:custGeom>
              <a:avLst/>
              <a:gdLst>
                <a:gd name="T0" fmla="*/ 4672 w 11"/>
                <a:gd name="T1" fmla="*/ 12923 h 11"/>
                <a:gd name="T2" fmla="*/ 4672 w 11"/>
                <a:gd name="T3" fmla="*/ 6462 h 11"/>
                <a:gd name="T4" fmla="*/ 12897 w 11"/>
                <a:gd name="T5" fmla="*/ 4808 h 11"/>
                <a:gd name="T6" fmla="*/ 9343 w 11"/>
                <a:gd name="T7" fmla="*/ 14577 h 11"/>
                <a:gd name="T8" fmla="*/ 4672 w 11"/>
                <a:gd name="T9" fmla="*/ 12923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4" y="8"/>
                  </a:moveTo>
                  <a:cubicBezTo>
                    <a:pt x="4" y="8"/>
                    <a:pt x="0" y="6"/>
                    <a:pt x="4" y="4"/>
                  </a:cubicBezTo>
                  <a:cubicBezTo>
                    <a:pt x="4" y="4"/>
                    <a:pt x="11" y="0"/>
                    <a:pt x="11" y="3"/>
                  </a:cubicBezTo>
                  <a:cubicBezTo>
                    <a:pt x="11" y="3"/>
                    <a:pt x="10" y="7"/>
                    <a:pt x="8" y="9"/>
                  </a:cubicBezTo>
                  <a:cubicBezTo>
                    <a:pt x="8" y="9"/>
                    <a:pt x="5" y="11"/>
                    <a:pt x="4" y="8"/>
                  </a:cubicBez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16" name="Freeform 1685"/>
            <p:cNvSpPr>
              <a:spLocks/>
            </p:cNvSpPr>
            <p:nvPr/>
          </p:nvSpPr>
          <p:spPr bwMode="auto">
            <a:xfrm rot="-653335">
              <a:off x="5083" y="6942"/>
              <a:ext cx="73" cy="83"/>
            </a:xfrm>
            <a:custGeom>
              <a:avLst/>
              <a:gdLst>
                <a:gd name="T0" fmla="*/ 1085 w 7"/>
                <a:gd name="T1" fmla="*/ 6604 h 7"/>
                <a:gd name="T2" fmla="*/ 2284 w 7"/>
                <a:gd name="T3" fmla="*/ 3379 h 7"/>
                <a:gd name="T4" fmla="*/ 5652 w 7"/>
                <a:gd name="T5" fmla="*/ 5063 h 7"/>
                <a:gd name="T6" fmla="*/ 1085 w 7"/>
                <a:gd name="T7" fmla="*/ 6604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1" y="4"/>
                  </a:moveTo>
                  <a:cubicBezTo>
                    <a:pt x="1" y="4"/>
                    <a:pt x="0" y="3"/>
                    <a:pt x="2" y="2"/>
                  </a:cubicBezTo>
                  <a:cubicBezTo>
                    <a:pt x="2" y="2"/>
                    <a:pt x="7" y="0"/>
                    <a:pt x="5" y="3"/>
                  </a:cubicBezTo>
                  <a:cubicBezTo>
                    <a:pt x="5" y="3"/>
                    <a:pt x="3" y="7"/>
                    <a:pt x="1" y="4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17" name="Freeform 1686"/>
            <p:cNvSpPr>
              <a:spLocks/>
            </p:cNvSpPr>
            <p:nvPr/>
          </p:nvSpPr>
          <p:spPr bwMode="auto">
            <a:xfrm rot="-653335">
              <a:off x="4780" y="6932"/>
              <a:ext cx="53" cy="106"/>
            </a:xfrm>
            <a:custGeom>
              <a:avLst/>
              <a:gdLst>
                <a:gd name="T0" fmla="*/ 3593 w 5"/>
                <a:gd name="T1" fmla="*/ 11377 h 9"/>
                <a:gd name="T2" fmla="*/ 2364 w 5"/>
                <a:gd name="T3" fmla="*/ 4852 h 9"/>
                <a:gd name="T4" fmla="*/ 5957 w 5"/>
                <a:gd name="T5" fmla="*/ 4852 h 9"/>
                <a:gd name="T6" fmla="*/ 3593 w 5"/>
                <a:gd name="T7" fmla="*/ 11377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9">
                  <a:moveTo>
                    <a:pt x="3" y="7"/>
                  </a:moveTo>
                  <a:cubicBezTo>
                    <a:pt x="3" y="7"/>
                    <a:pt x="0" y="5"/>
                    <a:pt x="2" y="3"/>
                  </a:cubicBezTo>
                  <a:cubicBezTo>
                    <a:pt x="2" y="3"/>
                    <a:pt x="4" y="0"/>
                    <a:pt x="5" y="3"/>
                  </a:cubicBezTo>
                  <a:cubicBezTo>
                    <a:pt x="5" y="3"/>
                    <a:pt x="3" y="9"/>
                    <a:pt x="3" y="7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18" name="Freeform 1687"/>
            <p:cNvSpPr>
              <a:spLocks/>
            </p:cNvSpPr>
            <p:nvPr/>
          </p:nvSpPr>
          <p:spPr bwMode="auto">
            <a:xfrm rot="-653335">
              <a:off x="4916" y="7130"/>
              <a:ext cx="200" cy="94"/>
            </a:xfrm>
            <a:custGeom>
              <a:avLst/>
              <a:gdLst>
                <a:gd name="T0" fmla="*/ 3547 w 19"/>
                <a:gd name="T1" fmla="*/ 9800 h 8"/>
                <a:gd name="T2" fmla="*/ 12853 w 19"/>
                <a:gd name="T3" fmla="*/ 9800 h 8"/>
                <a:gd name="T4" fmla="*/ 19832 w 19"/>
                <a:gd name="T5" fmla="*/ 8143 h 8"/>
                <a:gd name="T6" fmla="*/ 16284 w 19"/>
                <a:gd name="T7" fmla="*/ 1657 h 8"/>
                <a:gd name="T8" fmla="*/ 5874 w 19"/>
                <a:gd name="T9" fmla="*/ 3314 h 8"/>
                <a:gd name="T10" fmla="*/ 3547 w 19"/>
                <a:gd name="T11" fmla="*/ 980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8">
                  <a:moveTo>
                    <a:pt x="3" y="6"/>
                  </a:moveTo>
                  <a:cubicBezTo>
                    <a:pt x="3" y="6"/>
                    <a:pt x="10" y="5"/>
                    <a:pt x="11" y="6"/>
                  </a:cubicBezTo>
                  <a:cubicBezTo>
                    <a:pt x="11" y="6"/>
                    <a:pt x="18" y="8"/>
                    <a:pt x="17" y="5"/>
                  </a:cubicBezTo>
                  <a:cubicBezTo>
                    <a:pt x="17" y="5"/>
                    <a:pt x="19" y="1"/>
                    <a:pt x="14" y="1"/>
                  </a:cubicBezTo>
                  <a:cubicBezTo>
                    <a:pt x="14" y="1"/>
                    <a:pt x="8" y="0"/>
                    <a:pt x="5" y="2"/>
                  </a:cubicBezTo>
                  <a:cubicBezTo>
                    <a:pt x="5" y="2"/>
                    <a:pt x="0" y="6"/>
                    <a:pt x="3" y="6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19" name="Freeform 1688"/>
            <p:cNvSpPr>
              <a:spLocks/>
            </p:cNvSpPr>
            <p:nvPr/>
          </p:nvSpPr>
          <p:spPr bwMode="auto">
            <a:xfrm rot="-653335">
              <a:off x="4892" y="7066"/>
              <a:ext cx="180" cy="212"/>
            </a:xfrm>
            <a:custGeom>
              <a:avLst/>
              <a:gdLst>
                <a:gd name="T0" fmla="*/ 2351 w 17"/>
                <a:gd name="T1" fmla="*/ 1661 h 18"/>
                <a:gd name="T2" fmla="*/ 0 w 17"/>
                <a:gd name="T3" fmla="*/ 6525 h 18"/>
                <a:gd name="T4" fmla="*/ 1228 w 17"/>
                <a:gd name="T5" fmla="*/ 21224 h 18"/>
                <a:gd name="T6" fmla="*/ 4712 w 17"/>
                <a:gd name="T7" fmla="*/ 21224 h 18"/>
                <a:gd name="T8" fmla="*/ 14241 w 17"/>
                <a:gd name="T9" fmla="*/ 9846 h 18"/>
                <a:gd name="T10" fmla="*/ 15469 w 17"/>
                <a:gd name="T11" fmla="*/ 4852 h 18"/>
                <a:gd name="T12" fmla="*/ 4712 w 17"/>
                <a:gd name="T13" fmla="*/ 3333 h 18"/>
                <a:gd name="T14" fmla="*/ 2351 w 17"/>
                <a:gd name="T15" fmla="*/ 1661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18">
                  <a:moveTo>
                    <a:pt x="2" y="1"/>
                  </a:moveTo>
                  <a:cubicBezTo>
                    <a:pt x="2" y="1"/>
                    <a:pt x="0" y="2"/>
                    <a:pt x="0" y="4"/>
                  </a:cubicBezTo>
                  <a:cubicBezTo>
                    <a:pt x="0" y="4"/>
                    <a:pt x="2" y="10"/>
                    <a:pt x="1" y="13"/>
                  </a:cubicBezTo>
                  <a:cubicBezTo>
                    <a:pt x="1" y="13"/>
                    <a:pt x="0" y="18"/>
                    <a:pt x="4" y="13"/>
                  </a:cubicBezTo>
                  <a:cubicBezTo>
                    <a:pt x="4" y="13"/>
                    <a:pt x="10" y="7"/>
                    <a:pt x="12" y="6"/>
                  </a:cubicBezTo>
                  <a:cubicBezTo>
                    <a:pt x="12" y="6"/>
                    <a:pt x="17" y="3"/>
                    <a:pt x="13" y="3"/>
                  </a:cubicBezTo>
                  <a:cubicBezTo>
                    <a:pt x="13" y="3"/>
                    <a:pt x="6" y="4"/>
                    <a:pt x="4" y="2"/>
                  </a:cubicBezTo>
                  <a:cubicBezTo>
                    <a:pt x="4" y="2"/>
                    <a:pt x="3" y="0"/>
                    <a:pt x="2" y="1"/>
                  </a:cubicBezTo>
                  <a:close/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20" name="Freeform 1689"/>
            <p:cNvSpPr>
              <a:spLocks/>
            </p:cNvSpPr>
            <p:nvPr/>
          </p:nvSpPr>
          <p:spPr bwMode="auto">
            <a:xfrm rot="-653335">
              <a:off x="4902" y="7083"/>
              <a:ext cx="106" cy="187"/>
            </a:xfrm>
            <a:custGeom>
              <a:avLst/>
              <a:gdLst>
                <a:gd name="T0" fmla="*/ 1240 w 10"/>
                <a:gd name="T1" fmla="*/ 22405 h 16"/>
                <a:gd name="T2" fmla="*/ 1240 w 10"/>
                <a:gd name="T3" fmla="*/ 14341 h 16"/>
                <a:gd name="T4" fmla="*/ 1240 w 10"/>
                <a:gd name="T5" fmla="*/ 7924 h 16"/>
                <a:gd name="T6" fmla="*/ 3593 w 10"/>
                <a:gd name="T7" fmla="*/ 4780 h 16"/>
                <a:gd name="T8" fmla="*/ 4717 w 10"/>
                <a:gd name="T9" fmla="*/ 11197 h 16"/>
                <a:gd name="T10" fmla="*/ 9551 w 10"/>
                <a:gd name="T11" fmla="*/ 11197 h 16"/>
                <a:gd name="T12" fmla="*/ 3593 w 10"/>
                <a:gd name="T13" fmla="*/ 19121 h 16"/>
                <a:gd name="T14" fmla="*/ 1240 w 10"/>
                <a:gd name="T15" fmla="*/ 22405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16">
                  <a:moveTo>
                    <a:pt x="1" y="14"/>
                  </a:moveTo>
                  <a:cubicBezTo>
                    <a:pt x="1" y="14"/>
                    <a:pt x="0" y="15"/>
                    <a:pt x="1" y="9"/>
                  </a:cubicBezTo>
                  <a:cubicBezTo>
                    <a:pt x="1" y="9"/>
                    <a:pt x="1" y="7"/>
                    <a:pt x="1" y="5"/>
                  </a:cubicBezTo>
                  <a:cubicBezTo>
                    <a:pt x="1" y="5"/>
                    <a:pt x="1" y="0"/>
                    <a:pt x="3" y="3"/>
                  </a:cubicBezTo>
                  <a:cubicBezTo>
                    <a:pt x="3" y="3"/>
                    <a:pt x="2" y="8"/>
                    <a:pt x="4" y="7"/>
                  </a:cubicBezTo>
                  <a:cubicBezTo>
                    <a:pt x="4" y="7"/>
                    <a:pt x="10" y="5"/>
                    <a:pt x="8" y="7"/>
                  </a:cubicBezTo>
                  <a:cubicBezTo>
                    <a:pt x="8" y="7"/>
                    <a:pt x="4" y="11"/>
                    <a:pt x="3" y="12"/>
                  </a:cubicBezTo>
                  <a:cubicBezTo>
                    <a:pt x="3" y="12"/>
                    <a:pt x="2" y="16"/>
                    <a:pt x="1" y="14"/>
                  </a:cubicBezTo>
                  <a:close/>
                </a:path>
              </a:pathLst>
            </a:custGeom>
            <a:solidFill>
              <a:srgbClr val="7F65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21" name="Freeform 1690"/>
            <p:cNvSpPr>
              <a:spLocks/>
            </p:cNvSpPr>
            <p:nvPr/>
          </p:nvSpPr>
          <p:spPr bwMode="auto">
            <a:xfrm rot="-653335">
              <a:off x="5030" y="7064"/>
              <a:ext cx="350" cy="856"/>
            </a:xfrm>
            <a:custGeom>
              <a:avLst/>
              <a:gdLst>
                <a:gd name="T0" fmla="*/ 32168 w 33"/>
                <a:gd name="T1" fmla="*/ 22549 h 73"/>
                <a:gd name="T2" fmla="*/ 29814 w 33"/>
                <a:gd name="T3" fmla="*/ 79057 h 73"/>
                <a:gd name="T4" fmla="*/ 1241 w 33"/>
                <a:gd name="T5" fmla="*/ 117694 h 73"/>
                <a:gd name="T6" fmla="*/ 3595 w 33"/>
                <a:gd name="T7" fmla="*/ 111233 h 73"/>
                <a:gd name="T8" fmla="*/ 10691 w 33"/>
                <a:gd name="T9" fmla="*/ 82223 h 73"/>
                <a:gd name="T10" fmla="*/ 14286 w 33"/>
                <a:gd name="T11" fmla="*/ 54866 h 73"/>
                <a:gd name="T12" fmla="*/ 17882 w 33"/>
                <a:gd name="T13" fmla="*/ 33830 h 73"/>
                <a:gd name="T14" fmla="*/ 32168 w 33"/>
                <a:gd name="T15" fmla="*/ 22549 h 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73">
                  <a:moveTo>
                    <a:pt x="27" y="14"/>
                  </a:moveTo>
                  <a:cubicBezTo>
                    <a:pt x="27" y="14"/>
                    <a:pt x="33" y="38"/>
                    <a:pt x="25" y="49"/>
                  </a:cubicBezTo>
                  <a:cubicBezTo>
                    <a:pt x="25" y="49"/>
                    <a:pt x="14" y="67"/>
                    <a:pt x="1" y="73"/>
                  </a:cubicBezTo>
                  <a:cubicBezTo>
                    <a:pt x="1" y="73"/>
                    <a:pt x="0" y="73"/>
                    <a:pt x="3" y="69"/>
                  </a:cubicBezTo>
                  <a:cubicBezTo>
                    <a:pt x="3" y="69"/>
                    <a:pt x="10" y="59"/>
                    <a:pt x="9" y="51"/>
                  </a:cubicBezTo>
                  <a:cubicBezTo>
                    <a:pt x="9" y="51"/>
                    <a:pt x="6" y="39"/>
                    <a:pt x="12" y="34"/>
                  </a:cubicBezTo>
                  <a:cubicBezTo>
                    <a:pt x="12" y="34"/>
                    <a:pt x="15" y="27"/>
                    <a:pt x="15" y="21"/>
                  </a:cubicBezTo>
                  <a:cubicBezTo>
                    <a:pt x="15" y="21"/>
                    <a:pt x="22" y="0"/>
                    <a:pt x="27" y="14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22" name="Freeform 1691"/>
            <p:cNvSpPr>
              <a:spLocks/>
            </p:cNvSpPr>
            <p:nvPr/>
          </p:nvSpPr>
          <p:spPr bwMode="auto">
            <a:xfrm rot="-653335">
              <a:off x="4752" y="6681"/>
              <a:ext cx="370" cy="271"/>
            </a:xfrm>
            <a:custGeom>
              <a:avLst/>
              <a:gdLst>
                <a:gd name="T0" fmla="*/ 5920 w 35"/>
                <a:gd name="T1" fmla="*/ 8189 h 23"/>
                <a:gd name="T2" fmla="*/ 35425 w 35"/>
                <a:gd name="T3" fmla="*/ 11382 h 23"/>
                <a:gd name="T4" fmla="*/ 34304 w 35"/>
                <a:gd name="T5" fmla="*/ 24579 h 23"/>
                <a:gd name="T6" fmla="*/ 27158 w 35"/>
                <a:gd name="T7" fmla="*/ 31094 h 23"/>
                <a:gd name="T8" fmla="*/ 26037 w 35"/>
                <a:gd name="T9" fmla="*/ 32767 h 23"/>
                <a:gd name="T10" fmla="*/ 21238 w 35"/>
                <a:gd name="T11" fmla="*/ 19571 h 23"/>
                <a:gd name="T12" fmla="*/ 12961 w 35"/>
                <a:gd name="T13" fmla="*/ 14716 h 23"/>
                <a:gd name="T14" fmla="*/ 5920 w 35"/>
                <a:gd name="T15" fmla="*/ 8189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23">
                  <a:moveTo>
                    <a:pt x="5" y="5"/>
                  </a:moveTo>
                  <a:cubicBezTo>
                    <a:pt x="5" y="5"/>
                    <a:pt x="20" y="0"/>
                    <a:pt x="30" y="7"/>
                  </a:cubicBezTo>
                  <a:cubicBezTo>
                    <a:pt x="30" y="7"/>
                    <a:pt x="35" y="14"/>
                    <a:pt x="29" y="15"/>
                  </a:cubicBezTo>
                  <a:cubicBezTo>
                    <a:pt x="29" y="15"/>
                    <a:pt x="24" y="16"/>
                    <a:pt x="23" y="19"/>
                  </a:cubicBezTo>
                  <a:cubicBezTo>
                    <a:pt x="23" y="19"/>
                    <a:pt x="25" y="23"/>
                    <a:pt x="22" y="20"/>
                  </a:cubicBezTo>
                  <a:cubicBezTo>
                    <a:pt x="22" y="20"/>
                    <a:pt x="18" y="16"/>
                    <a:pt x="18" y="12"/>
                  </a:cubicBezTo>
                  <a:cubicBezTo>
                    <a:pt x="18" y="12"/>
                    <a:pt x="17" y="9"/>
                    <a:pt x="11" y="9"/>
                  </a:cubicBezTo>
                  <a:cubicBezTo>
                    <a:pt x="11" y="9"/>
                    <a:pt x="0" y="7"/>
                    <a:pt x="5" y="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98523" name="Group 1692"/>
            <p:cNvGrpSpPr>
              <a:grpSpLocks/>
            </p:cNvGrpSpPr>
            <p:nvPr/>
          </p:nvGrpSpPr>
          <p:grpSpPr bwMode="auto">
            <a:xfrm>
              <a:off x="1269" y="6375"/>
              <a:ext cx="3322" cy="2420"/>
              <a:chOff x="2148" y="7553"/>
              <a:chExt cx="3934" cy="2461"/>
            </a:xfrm>
          </p:grpSpPr>
          <p:sp>
            <p:nvSpPr>
              <p:cNvPr id="98539" name="Freeform 1693"/>
              <p:cNvSpPr>
                <a:spLocks/>
              </p:cNvSpPr>
              <p:nvPr/>
            </p:nvSpPr>
            <p:spPr bwMode="auto">
              <a:xfrm rot="-2875635">
                <a:off x="3853" y="7858"/>
                <a:ext cx="2090" cy="1674"/>
              </a:xfrm>
              <a:custGeom>
                <a:avLst/>
                <a:gdLst>
                  <a:gd name="T0" fmla="*/ 0 w 191"/>
                  <a:gd name="T1" fmla="*/ 0 h 143"/>
                  <a:gd name="T2" fmla="*/ 47173 w 191"/>
                  <a:gd name="T3" fmla="*/ 44952 h 143"/>
                  <a:gd name="T4" fmla="*/ 60227 w 191"/>
                  <a:gd name="T5" fmla="*/ 56190 h 143"/>
                  <a:gd name="T6" fmla="*/ 74715 w 191"/>
                  <a:gd name="T7" fmla="*/ 64139 h 143"/>
                  <a:gd name="T8" fmla="*/ 90406 w 191"/>
                  <a:gd name="T9" fmla="*/ 77016 h 143"/>
                  <a:gd name="T10" fmla="*/ 94356 w 191"/>
                  <a:gd name="T11" fmla="*/ 81815 h 143"/>
                  <a:gd name="T12" fmla="*/ 107400 w 191"/>
                  <a:gd name="T13" fmla="*/ 94692 h 143"/>
                  <a:gd name="T14" fmla="*/ 119261 w 191"/>
                  <a:gd name="T15" fmla="*/ 102641 h 143"/>
                  <a:gd name="T16" fmla="*/ 133629 w 191"/>
                  <a:gd name="T17" fmla="*/ 109079 h 143"/>
                  <a:gd name="T18" fmla="*/ 150633 w 191"/>
                  <a:gd name="T19" fmla="*/ 123466 h 143"/>
                  <a:gd name="T20" fmla="*/ 167747 w 191"/>
                  <a:gd name="T21" fmla="*/ 136355 h 143"/>
                  <a:gd name="T22" fmla="*/ 188702 w 191"/>
                  <a:gd name="T23" fmla="*/ 147593 h 143"/>
                  <a:gd name="T24" fmla="*/ 205706 w 191"/>
                  <a:gd name="T25" fmla="*/ 173218 h 143"/>
                  <a:gd name="T26" fmla="*/ 230611 w 191"/>
                  <a:gd name="T27" fmla="*/ 205282 h 143"/>
                  <a:gd name="T28" fmla="*/ 237199 w 191"/>
                  <a:gd name="T29" fmla="*/ 219809 h 143"/>
                  <a:gd name="T30" fmla="*/ 239715 w 191"/>
                  <a:gd name="T31" fmla="*/ 213371 h 143"/>
                  <a:gd name="T32" fmla="*/ 241028 w 191"/>
                  <a:gd name="T33" fmla="*/ 186095 h 143"/>
                  <a:gd name="T34" fmla="*/ 166434 w 191"/>
                  <a:gd name="T35" fmla="*/ 109079 h 143"/>
                  <a:gd name="T36" fmla="*/ 0 w 191"/>
                  <a:gd name="T37" fmla="*/ 0 h 14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91" h="143">
                    <a:moveTo>
                      <a:pt x="0" y="0"/>
                    </a:moveTo>
                    <a:cubicBezTo>
                      <a:pt x="0" y="0"/>
                      <a:pt x="27" y="25"/>
                      <a:pt x="36" y="28"/>
                    </a:cubicBezTo>
                    <a:cubicBezTo>
                      <a:pt x="36" y="28"/>
                      <a:pt x="43" y="31"/>
                      <a:pt x="46" y="35"/>
                    </a:cubicBezTo>
                    <a:cubicBezTo>
                      <a:pt x="46" y="35"/>
                      <a:pt x="53" y="40"/>
                      <a:pt x="57" y="40"/>
                    </a:cubicBezTo>
                    <a:cubicBezTo>
                      <a:pt x="57" y="40"/>
                      <a:pt x="63" y="49"/>
                      <a:pt x="69" y="48"/>
                    </a:cubicBezTo>
                    <a:cubicBezTo>
                      <a:pt x="69" y="48"/>
                      <a:pt x="72" y="47"/>
                      <a:pt x="72" y="51"/>
                    </a:cubicBezTo>
                    <a:cubicBezTo>
                      <a:pt x="72" y="51"/>
                      <a:pt x="73" y="56"/>
                      <a:pt x="82" y="59"/>
                    </a:cubicBezTo>
                    <a:cubicBezTo>
                      <a:pt x="82" y="59"/>
                      <a:pt x="89" y="61"/>
                      <a:pt x="91" y="64"/>
                    </a:cubicBezTo>
                    <a:cubicBezTo>
                      <a:pt x="91" y="64"/>
                      <a:pt x="100" y="73"/>
                      <a:pt x="102" y="68"/>
                    </a:cubicBezTo>
                    <a:cubicBezTo>
                      <a:pt x="102" y="68"/>
                      <a:pt x="108" y="72"/>
                      <a:pt x="115" y="77"/>
                    </a:cubicBezTo>
                    <a:cubicBezTo>
                      <a:pt x="115" y="77"/>
                      <a:pt x="119" y="85"/>
                      <a:pt x="128" y="85"/>
                    </a:cubicBezTo>
                    <a:cubicBezTo>
                      <a:pt x="128" y="85"/>
                      <a:pt x="138" y="87"/>
                      <a:pt x="144" y="92"/>
                    </a:cubicBezTo>
                    <a:cubicBezTo>
                      <a:pt x="144" y="92"/>
                      <a:pt x="155" y="102"/>
                      <a:pt x="157" y="108"/>
                    </a:cubicBezTo>
                    <a:cubicBezTo>
                      <a:pt x="157" y="108"/>
                      <a:pt x="170" y="125"/>
                      <a:pt x="176" y="128"/>
                    </a:cubicBezTo>
                    <a:cubicBezTo>
                      <a:pt x="176" y="128"/>
                      <a:pt x="180" y="132"/>
                      <a:pt x="181" y="137"/>
                    </a:cubicBezTo>
                    <a:cubicBezTo>
                      <a:pt x="181" y="137"/>
                      <a:pt x="183" y="143"/>
                      <a:pt x="183" y="133"/>
                    </a:cubicBezTo>
                    <a:cubicBezTo>
                      <a:pt x="183" y="133"/>
                      <a:pt x="191" y="123"/>
                      <a:pt x="184" y="116"/>
                    </a:cubicBezTo>
                    <a:cubicBezTo>
                      <a:pt x="184" y="116"/>
                      <a:pt x="138" y="73"/>
                      <a:pt x="127" y="68"/>
                    </a:cubicBezTo>
                    <a:cubicBezTo>
                      <a:pt x="127" y="68"/>
                      <a:pt x="30" y="4"/>
                      <a:pt x="0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40" name="Freeform 1694"/>
              <p:cNvSpPr>
                <a:spLocks/>
              </p:cNvSpPr>
              <p:nvPr/>
            </p:nvSpPr>
            <p:spPr bwMode="auto">
              <a:xfrm>
                <a:off x="3077" y="8158"/>
                <a:ext cx="3005" cy="861"/>
              </a:xfrm>
              <a:custGeom>
                <a:avLst/>
                <a:gdLst>
                  <a:gd name="T0" fmla="*/ 2966 w 3005"/>
                  <a:gd name="T1" fmla="*/ 25 h 861"/>
                  <a:gd name="T2" fmla="*/ 2731 w 3005"/>
                  <a:gd name="T3" fmla="*/ 114 h 861"/>
                  <a:gd name="T4" fmla="*/ 2023 w 3005"/>
                  <a:gd name="T5" fmla="*/ 182 h 861"/>
                  <a:gd name="T6" fmla="*/ 996 w 3005"/>
                  <a:gd name="T7" fmla="*/ 463 h 861"/>
                  <a:gd name="T8" fmla="*/ 75 w 3005"/>
                  <a:gd name="T9" fmla="*/ 767 h 861"/>
                  <a:gd name="T10" fmla="*/ 131 w 3005"/>
                  <a:gd name="T11" fmla="*/ 861 h 861"/>
                  <a:gd name="T12" fmla="*/ 858 w 3005"/>
                  <a:gd name="T13" fmla="*/ 634 h 861"/>
                  <a:gd name="T14" fmla="*/ 984 w 3005"/>
                  <a:gd name="T15" fmla="*/ 599 h 861"/>
                  <a:gd name="T16" fmla="*/ 1281 w 3005"/>
                  <a:gd name="T17" fmla="*/ 514 h 861"/>
                  <a:gd name="T18" fmla="*/ 1539 w 3005"/>
                  <a:gd name="T19" fmla="*/ 422 h 861"/>
                  <a:gd name="T20" fmla="*/ 1789 w 3005"/>
                  <a:gd name="T21" fmla="*/ 353 h 861"/>
                  <a:gd name="T22" fmla="*/ 2184 w 3005"/>
                  <a:gd name="T23" fmla="*/ 283 h 861"/>
                  <a:gd name="T24" fmla="*/ 2644 w 3005"/>
                  <a:gd name="T25" fmla="*/ 211 h 861"/>
                  <a:gd name="T26" fmla="*/ 2792 w 3005"/>
                  <a:gd name="T27" fmla="*/ 169 h 861"/>
                  <a:gd name="T28" fmla="*/ 2932 w 3005"/>
                  <a:gd name="T29" fmla="*/ 102 h 861"/>
                  <a:gd name="T30" fmla="*/ 2966 w 3005"/>
                  <a:gd name="T31" fmla="*/ 25 h 86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3005" h="861">
                    <a:moveTo>
                      <a:pt x="2966" y="25"/>
                    </a:moveTo>
                    <a:cubicBezTo>
                      <a:pt x="2952" y="41"/>
                      <a:pt x="2947" y="102"/>
                      <a:pt x="2731" y="114"/>
                    </a:cubicBezTo>
                    <a:cubicBezTo>
                      <a:pt x="2731" y="114"/>
                      <a:pt x="2241" y="98"/>
                      <a:pt x="2023" y="182"/>
                    </a:cubicBezTo>
                    <a:cubicBezTo>
                      <a:pt x="2023" y="182"/>
                      <a:pt x="1156" y="372"/>
                      <a:pt x="996" y="463"/>
                    </a:cubicBezTo>
                    <a:cubicBezTo>
                      <a:pt x="996" y="463"/>
                      <a:pt x="206" y="708"/>
                      <a:pt x="75" y="767"/>
                    </a:cubicBezTo>
                    <a:cubicBezTo>
                      <a:pt x="75" y="767"/>
                      <a:pt x="0" y="832"/>
                      <a:pt x="131" y="861"/>
                    </a:cubicBezTo>
                    <a:cubicBezTo>
                      <a:pt x="131" y="861"/>
                      <a:pt x="753" y="715"/>
                      <a:pt x="858" y="634"/>
                    </a:cubicBezTo>
                    <a:cubicBezTo>
                      <a:pt x="858" y="634"/>
                      <a:pt x="934" y="584"/>
                      <a:pt x="984" y="599"/>
                    </a:cubicBezTo>
                    <a:cubicBezTo>
                      <a:pt x="984" y="599"/>
                      <a:pt x="1236" y="547"/>
                      <a:pt x="1281" y="514"/>
                    </a:cubicBezTo>
                    <a:cubicBezTo>
                      <a:pt x="1281" y="514"/>
                      <a:pt x="1482" y="415"/>
                      <a:pt x="1539" y="422"/>
                    </a:cubicBezTo>
                    <a:cubicBezTo>
                      <a:pt x="1539" y="422"/>
                      <a:pt x="1726" y="371"/>
                      <a:pt x="1789" y="353"/>
                    </a:cubicBezTo>
                    <a:cubicBezTo>
                      <a:pt x="1789" y="353"/>
                      <a:pt x="2082" y="309"/>
                      <a:pt x="2184" y="283"/>
                    </a:cubicBezTo>
                    <a:cubicBezTo>
                      <a:pt x="2184" y="283"/>
                      <a:pt x="2556" y="221"/>
                      <a:pt x="2644" y="211"/>
                    </a:cubicBezTo>
                    <a:cubicBezTo>
                      <a:pt x="2644" y="211"/>
                      <a:pt x="2744" y="170"/>
                      <a:pt x="2792" y="169"/>
                    </a:cubicBezTo>
                    <a:cubicBezTo>
                      <a:pt x="2792" y="169"/>
                      <a:pt x="2905" y="167"/>
                      <a:pt x="2932" y="102"/>
                    </a:cubicBezTo>
                    <a:cubicBezTo>
                      <a:pt x="2932" y="102"/>
                      <a:pt x="3005" y="0"/>
                      <a:pt x="2966" y="25"/>
                    </a:cubicBezTo>
                    <a:close/>
                  </a:path>
                </a:pathLst>
              </a:custGeom>
              <a:solidFill>
                <a:srgbClr val="91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41" name="Freeform 1695"/>
              <p:cNvSpPr>
                <a:spLocks/>
              </p:cNvSpPr>
              <p:nvPr/>
            </p:nvSpPr>
            <p:spPr bwMode="auto">
              <a:xfrm rot="-2875635">
                <a:off x="5073" y="8092"/>
                <a:ext cx="623" cy="550"/>
              </a:xfrm>
              <a:custGeom>
                <a:avLst/>
                <a:gdLst>
                  <a:gd name="T0" fmla="*/ 0 w 57"/>
                  <a:gd name="T1" fmla="*/ 0 h 47"/>
                  <a:gd name="T2" fmla="*/ 60092 w 57"/>
                  <a:gd name="T3" fmla="*/ 60933 h 47"/>
                  <a:gd name="T4" fmla="*/ 69164 w 57"/>
                  <a:gd name="T5" fmla="*/ 64093 h 47"/>
                  <a:gd name="T6" fmla="*/ 0 w 57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7" h="47">
                    <a:moveTo>
                      <a:pt x="0" y="0"/>
                    </a:moveTo>
                    <a:cubicBezTo>
                      <a:pt x="0" y="0"/>
                      <a:pt x="43" y="32"/>
                      <a:pt x="46" y="38"/>
                    </a:cubicBezTo>
                    <a:cubicBezTo>
                      <a:pt x="46" y="38"/>
                      <a:pt x="57" y="47"/>
                      <a:pt x="53" y="40"/>
                    </a:cubicBezTo>
                    <a:cubicBezTo>
                      <a:pt x="53" y="40"/>
                      <a:pt x="25" y="8"/>
                      <a:pt x="0" y="0"/>
                    </a:cubicBez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98542" name="Group 1696"/>
              <p:cNvGrpSpPr>
                <a:grpSpLocks/>
              </p:cNvGrpSpPr>
              <p:nvPr/>
            </p:nvGrpSpPr>
            <p:grpSpPr bwMode="auto">
              <a:xfrm>
                <a:off x="2148" y="7553"/>
                <a:ext cx="3658" cy="2461"/>
                <a:chOff x="2148" y="7553"/>
                <a:chExt cx="3658" cy="2461"/>
              </a:xfrm>
            </p:grpSpPr>
            <p:sp>
              <p:nvSpPr>
                <p:cNvPr id="98543" name="Freeform 1697"/>
                <p:cNvSpPr>
                  <a:spLocks/>
                </p:cNvSpPr>
                <p:nvPr/>
              </p:nvSpPr>
              <p:spPr bwMode="auto">
                <a:xfrm rot="-2875635">
                  <a:off x="3540" y="7748"/>
                  <a:ext cx="2461" cy="2071"/>
                </a:xfrm>
                <a:custGeom>
                  <a:avLst/>
                  <a:gdLst>
                    <a:gd name="T0" fmla="*/ 272165 w 225"/>
                    <a:gd name="T1" fmla="*/ 270657 h 177"/>
                    <a:gd name="T2" fmla="*/ 259127 w 225"/>
                    <a:gd name="T3" fmla="*/ 243419 h 177"/>
                    <a:gd name="T4" fmla="*/ 221085 w 225"/>
                    <a:gd name="T5" fmla="*/ 203438 h 177"/>
                    <a:gd name="T6" fmla="*/ 168803 w 225"/>
                    <a:gd name="T7" fmla="*/ 158531 h 177"/>
                    <a:gd name="T8" fmla="*/ 157077 w 225"/>
                    <a:gd name="T9" fmla="*/ 148948 h 177"/>
                    <a:gd name="T10" fmla="*/ 139971 w 225"/>
                    <a:gd name="T11" fmla="*/ 137727 h 177"/>
                    <a:gd name="T12" fmla="*/ 126933 w 225"/>
                    <a:gd name="T13" fmla="*/ 123347 h 177"/>
                    <a:gd name="T14" fmla="*/ 108634 w 225"/>
                    <a:gd name="T15" fmla="*/ 107329 h 177"/>
                    <a:gd name="T16" fmla="*/ 91637 w 225"/>
                    <a:gd name="T17" fmla="*/ 88164 h 177"/>
                    <a:gd name="T18" fmla="*/ 23571 w 225"/>
                    <a:gd name="T19" fmla="*/ 28889 h 177"/>
                    <a:gd name="T20" fmla="*/ 0 w 225"/>
                    <a:gd name="T21" fmla="*/ 0 h 177"/>
                    <a:gd name="T22" fmla="*/ 105998 w 225"/>
                    <a:gd name="T23" fmla="*/ 65710 h 177"/>
                    <a:gd name="T24" fmla="*/ 198958 w 225"/>
                    <a:gd name="T25" fmla="*/ 132930 h 177"/>
                    <a:gd name="T26" fmla="*/ 278749 w 225"/>
                    <a:gd name="T27" fmla="*/ 209873 h 177"/>
                    <a:gd name="T28" fmla="*/ 290475 w 225"/>
                    <a:gd name="T29" fmla="*/ 235474 h 177"/>
                    <a:gd name="T30" fmla="*/ 281385 w 225"/>
                    <a:gd name="T31" fmla="*/ 261075 h 177"/>
                    <a:gd name="T32" fmla="*/ 272165 w 225"/>
                    <a:gd name="T33" fmla="*/ 270657 h 17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25" h="177">
                      <a:moveTo>
                        <a:pt x="208" y="169"/>
                      </a:moveTo>
                      <a:cubicBezTo>
                        <a:pt x="208" y="169"/>
                        <a:pt x="204" y="155"/>
                        <a:pt x="198" y="152"/>
                      </a:cubicBezTo>
                      <a:cubicBezTo>
                        <a:pt x="198" y="152"/>
                        <a:pt x="178" y="137"/>
                        <a:pt x="169" y="127"/>
                      </a:cubicBezTo>
                      <a:cubicBezTo>
                        <a:pt x="169" y="127"/>
                        <a:pt x="133" y="104"/>
                        <a:pt x="129" y="99"/>
                      </a:cubicBezTo>
                      <a:cubicBezTo>
                        <a:pt x="129" y="99"/>
                        <a:pt x="122" y="95"/>
                        <a:pt x="120" y="93"/>
                      </a:cubicBezTo>
                      <a:cubicBezTo>
                        <a:pt x="120" y="93"/>
                        <a:pt x="116" y="93"/>
                        <a:pt x="107" y="86"/>
                      </a:cubicBezTo>
                      <a:cubicBezTo>
                        <a:pt x="107" y="86"/>
                        <a:pt x="100" y="82"/>
                        <a:pt x="97" y="77"/>
                      </a:cubicBezTo>
                      <a:cubicBezTo>
                        <a:pt x="97" y="77"/>
                        <a:pt x="84" y="73"/>
                        <a:pt x="83" y="67"/>
                      </a:cubicBezTo>
                      <a:cubicBezTo>
                        <a:pt x="83" y="67"/>
                        <a:pt x="72" y="59"/>
                        <a:pt x="70" y="55"/>
                      </a:cubicBezTo>
                      <a:cubicBezTo>
                        <a:pt x="70" y="55"/>
                        <a:pt x="24" y="28"/>
                        <a:pt x="18" y="18"/>
                      </a:cubicBezTo>
                      <a:cubicBezTo>
                        <a:pt x="18" y="18"/>
                        <a:pt x="3" y="6"/>
                        <a:pt x="0" y="0"/>
                      </a:cubicBezTo>
                      <a:cubicBezTo>
                        <a:pt x="0" y="0"/>
                        <a:pt x="71" y="38"/>
                        <a:pt x="81" y="41"/>
                      </a:cubicBezTo>
                      <a:cubicBezTo>
                        <a:pt x="81" y="41"/>
                        <a:pt x="144" y="75"/>
                        <a:pt x="152" y="83"/>
                      </a:cubicBezTo>
                      <a:cubicBezTo>
                        <a:pt x="213" y="131"/>
                        <a:pt x="213" y="131"/>
                        <a:pt x="213" y="131"/>
                      </a:cubicBezTo>
                      <a:cubicBezTo>
                        <a:pt x="213" y="131"/>
                        <a:pt x="225" y="140"/>
                        <a:pt x="222" y="147"/>
                      </a:cubicBezTo>
                      <a:cubicBezTo>
                        <a:pt x="222" y="147"/>
                        <a:pt x="219" y="159"/>
                        <a:pt x="215" y="163"/>
                      </a:cubicBezTo>
                      <a:cubicBezTo>
                        <a:pt x="215" y="163"/>
                        <a:pt x="207" y="177"/>
                        <a:pt x="208" y="169"/>
                      </a:cubicBezTo>
                      <a:close/>
                    </a:path>
                  </a:pathLst>
                </a:custGeom>
                <a:solidFill>
                  <a:srgbClr val="E8E8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8544" name="Freeform 1698"/>
                <p:cNvSpPr>
                  <a:spLocks/>
                </p:cNvSpPr>
                <p:nvPr/>
              </p:nvSpPr>
              <p:spPr bwMode="auto">
                <a:xfrm rot="-2875635">
                  <a:off x="3874" y="8257"/>
                  <a:ext cx="1171" cy="763"/>
                </a:xfrm>
                <a:custGeom>
                  <a:avLst/>
                  <a:gdLst>
                    <a:gd name="T0" fmla="*/ 0 w 107"/>
                    <a:gd name="T1" fmla="*/ 0 h 65"/>
                    <a:gd name="T2" fmla="*/ 19644 w 107"/>
                    <a:gd name="T3" fmla="*/ 22597 h 65"/>
                    <a:gd name="T4" fmla="*/ 26233 w 107"/>
                    <a:gd name="T5" fmla="*/ 29076 h 65"/>
                    <a:gd name="T6" fmla="*/ 51141 w 107"/>
                    <a:gd name="T7" fmla="*/ 43679 h 65"/>
                    <a:gd name="T8" fmla="*/ 64197 w 107"/>
                    <a:gd name="T9" fmla="*/ 56638 h 65"/>
                    <a:gd name="T10" fmla="*/ 93056 w 107"/>
                    <a:gd name="T11" fmla="*/ 79235 h 65"/>
                    <a:gd name="T12" fmla="*/ 127190 w 107"/>
                    <a:gd name="T13" fmla="*/ 90527 h 65"/>
                    <a:gd name="T14" fmla="*/ 0 w 107"/>
                    <a:gd name="T15" fmla="*/ 0 h 6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07" h="65">
                      <a:moveTo>
                        <a:pt x="0" y="0"/>
                      </a:moveTo>
                      <a:cubicBezTo>
                        <a:pt x="0" y="0"/>
                        <a:pt x="5" y="9"/>
                        <a:pt x="15" y="14"/>
                      </a:cubicBezTo>
                      <a:cubicBezTo>
                        <a:pt x="15" y="14"/>
                        <a:pt x="18" y="15"/>
                        <a:pt x="20" y="18"/>
                      </a:cubicBezTo>
                      <a:cubicBezTo>
                        <a:pt x="20" y="18"/>
                        <a:pt x="29" y="25"/>
                        <a:pt x="39" y="27"/>
                      </a:cubicBezTo>
                      <a:cubicBezTo>
                        <a:pt x="39" y="27"/>
                        <a:pt x="47" y="30"/>
                        <a:pt x="49" y="35"/>
                      </a:cubicBezTo>
                      <a:cubicBezTo>
                        <a:pt x="49" y="35"/>
                        <a:pt x="60" y="44"/>
                        <a:pt x="71" y="49"/>
                      </a:cubicBezTo>
                      <a:cubicBezTo>
                        <a:pt x="71" y="49"/>
                        <a:pt x="107" y="65"/>
                        <a:pt x="97" y="56"/>
                      </a:cubicBezTo>
                      <a:cubicBezTo>
                        <a:pt x="97" y="56"/>
                        <a:pt x="41" y="12"/>
                        <a:pt x="0" y="0"/>
                      </a:cubicBezTo>
                      <a:close/>
                    </a:path>
                  </a:pathLst>
                </a:custGeom>
                <a:solidFill>
                  <a:srgbClr val="BABAB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8545" name="Freeform 1699"/>
                <p:cNvSpPr>
                  <a:spLocks/>
                </p:cNvSpPr>
                <p:nvPr/>
              </p:nvSpPr>
              <p:spPr bwMode="auto">
                <a:xfrm rot="-2875635">
                  <a:off x="2146" y="8570"/>
                  <a:ext cx="908" cy="904"/>
                </a:xfrm>
                <a:custGeom>
                  <a:avLst/>
                  <a:gdLst>
                    <a:gd name="T0" fmla="*/ 103403 w 83"/>
                    <a:gd name="T1" fmla="*/ 124599 h 77"/>
                    <a:gd name="T2" fmla="*/ 2636 w 83"/>
                    <a:gd name="T3" fmla="*/ 11306 h 77"/>
                    <a:gd name="T4" fmla="*/ 10535 w 83"/>
                    <a:gd name="T5" fmla="*/ 16131 h 77"/>
                    <a:gd name="T6" fmla="*/ 108665 w 83"/>
                    <a:gd name="T7" fmla="*/ 111650 h 77"/>
                    <a:gd name="T8" fmla="*/ 103403 w 83"/>
                    <a:gd name="T9" fmla="*/ 124599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3" h="77">
                      <a:moveTo>
                        <a:pt x="79" y="77"/>
                      </a:moveTo>
                      <a:cubicBezTo>
                        <a:pt x="79" y="77"/>
                        <a:pt x="21" y="39"/>
                        <a:pt x="2" y="7"/>
                      </a:cubicBezTo>
                      <a:cubicBezTo>
                        <a:pt x="2" y="7"/>
                        <a:pt x="0" y="0"/>
                        <a:pt x="8" y="10"/>
                      </a:cubicBezTo>
                      <a:cubicBezTo>
                        <a:pt x="8" y="10"/>
                        <a:pt x="72" y="63"/>
                        <a:pt x="83" y="69"/>
                      </a:cubicBezTo>
                      <a:cubicBezTo>
                        <a:pt x="83" y="69"/>
                        <a:pt x="77" y="70"/>
                        <a:pt x="79" y="77"/>
                      </a:cubicBezTo>
                      <a:close/>
                    </a:path>
                  </a:pathLst>
                </a:custGeom>
                <a:solidFill>
                  <a:srgbClr val="45454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8546" name="Freeform 1700"/>
                <p:cNvSpPr>
                  <a:spLocks/>
                </p:cNvSpPr>
                <p:nvPr/>
              </p:nvSpPr>
              <p:spPr bwMode="auto">
                <a:xfrm rot="-2875635">
                  <a:off x="3545" y="8210"/>
                  <a:ext cx="1401" cy="808"/>
                </a:xfrm>
                <a:custGeom>
                  <a:avLst/>
                  <a:gdLst>
                    <a:gd name="T0" fmla="*/ 14371 w 128"/>
                    <a:gd name="T1" fmla="*/ 1651 h 69"/>
                    <a:gd name="T2" fmla="*/ 159933 w 128"/>
                    <a:gd name="T3" fmla="*/ 101199 h 69"/>
                    <a:gd name="T4" fmla="*/ 145562 w 128"/>
                    <a:gd name="T5" fmla="*/ 96398 h 69"/>
                    <a:gd name="T6" fmla="*/ 24922 w 128"/>
                    <a:gd name="T7" fmla="*/ 11242 h 69"/>
                    <a:gd name="T8" fmla="*/ 14371 w 128"/>
                    <a:gd name="T9" fmla="*/ 1651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8" h="69">
                      <a:moveTo>
                        <a:pt x="11" y="1"/>
                      </a:moveTo>
                      <a:cubicBezTo>
                        <a:pt x="11" y="1"/>
                        <a:pt x="97" y="46"/>
                        <a:pt x="122" y="63"/>
                      </a:cubicBezTo>
                      <a:cubicBezTo>
                        <a:pt x="122" y="63"/>
                        <a:pt x="128" y="69"/>
                        <a:pt x="111" y="60"/>
                      </a:cubicBezTo>
                      <a:cubicBezTo>
                        <a:pt x="111" y="60"/>
                        <a:pt x="38" y="23"/>
                        <a:pt x="19" y="7"/>
                      </a:cubicBezTo>
                      <a:cubicBezTo>
                        <a:pt x="19" y="7"/>
                        <a:pt x="0" y="0"/>
                        <a:pt x="11" y="1"/>
                      </a:cubicBezTo>
                      <a:close/>
                    </a:path>
                  </a:pathLst>
                </a:custGeom>
                <a:solidFill>
                  <a:srgbClr val="45454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</p:grpSp>
        </p:grpSp>
        <p:sp>
          <p:nvSpPr>
            <p:cNvPr id="98524" name="Freeform 1701"/>
            <p:cNvSpPr>
              <a:spLocks/>
            </p:cNvSpPr>
            <p:nvPr/>
          </p:nvSpPr>
          <p:spPr bwMode="auto">
            <a:xfrm rot="-653335">
              <a:off x="4514" y="7242"/>
              <a:ext cx="414" cy="738"/>
            </a:xfrm>
            <a:custGeom>
              <a:avLst/>
              <a:gdLst>
                <a:gd name="T0" fmla="*/ 10817 w 39"/>
                <a:gd name="T1" fmla="*/ 91664 h 63"/>
                <a:gd name="T2" fmla="*/ 14310 w 39"/>
                <a:gd name="T3" fmla="*/ 45006 h 63"/>
                <a:gd name="T4" fmla="*/ 23885 w 39"/>
                <a:gd name="T5" fmla="*/ 36912 h 63"/>
                <a:gd name="T6" fmla="*/ 33470 w 39"/>
                <a:gd name="T7" fmla="*/ 22503 h 63"/>
                <a:gd name="T8" fmla="*/ 45413 w 39"/>
                <a:gd name="T9" fmla="*/ 0 h 63"/>
                <a:gd name="T10" fmla="*/ 40678 w 39"/>
                <a:gd name="T11" fmla="*/ 25666 h 63"/>
                <a:gd name="T12" fmla="*/ 29861 w 39"/>
                <a:gd name="T13" fmla="*/ 54612 h 63"/>
                <a:gd name="T14" fmla="*/ 21528 w 39"/>
                <a:gd name="T15" fmla="*/ 78767 h 63"/>
                <a:gd name="T16" fmla="*/ 14310 w 39"/>
                <a:gd name="T17" fmla="*/ 90024 h 63"/>
                <a:gd name="T18" fmla="*/ 10817 w 39"/>
                <a:gd name="T19" fmla="*/ 93175 h 63"/>
                <a:gd name="T20" fmla="*/ 10817 w 39"/>
                <a:gd name="T21" fmla="*/ 91664 h 6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" h="63">
                  <a:moveTo>
                    <a:pt x="9" y="57"/>
                  </a:moveTo>
                  <a:cubicBezTo>
                    <a:pt x="6" y="45"/>
                    <a:pt x="0" y="38"/>
                    <a:pt x="12" y="28"/>
                  </a:cubicBezTo>
                  <a:cubicBezTo>
                    <a:pt x="15" y="26"/>
                    <a:pt x="18" y="25"/>
                    <a:pt x="20" y="23"/>
                  </a:cubicBezTo>
                  <a:cubicBezTo>
                    <a:pt x="23" y="20"/>
                    <a:pt x="25" y="17"/>
                    <a:pt x="28" y="14"/>
                  </a:cubicBezTo>
                  <a:cubicBezTo>
                    <a:pt x="32" y="9"/>
                    <a:pt x="32" y="3"/>
                    <a:pt x="38" y="0"/>
                  </a:cubicBezTo>
                  <a:cubicBezTo>
                    <a:pt x="39" y="5"/>
                    <a:pt x="36" y="12"/>
                    <a:pt x="34" y="16"/>
                  </a:cubicBezTo>
                  <a:cubicBezTo>
                    <a:pt x="30" y="22"/>
                    <a:pt x="28" y="28"/>
                    <a:pt x="25" y="34"/>
                  </a:cubicBezTo>
                  <a:cubicBezTo>
                    <a:pt x="21" y="39"/>
                    <a:pt x="23" y="43"/>
                    <a:pt x="18" y="49"/>
                  </a:cubicBezTo>
                  <a:cubicBezTo>
                    <a:pt x="15" y="51"/>
                    <a:pt x="14" y="53"/>
                    <a:pt x="12" y="56"/>
                  </a:cubicBezTo>
                  <a:cubicBezTo>
                    <a:pt x="11" y="57"/>
                    <a:pt x="11" y="63"/>
                    <a:pt x="9" y="58"/>
                  </a:cubicBezTo>
                  <a:lnTo>
                    <a:pt x="9" y="57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98525" name="Group 1702"/>
            <p:cNvGrpSpPr>
              <a:grpSpLocks/>
            </p:cNvGrpSpPr>
            <p:nvPr/>
          </p:nvGrpSpPr>
          <p:grpSpPr bwMode="auto">
            <a:xfrm rot="-371103">
              <a:off x="3758" y="7563"/>
              <a:ext cx="2203" cy="1135"/>
              <a:chOff x="5112" y="8711"/>
              <a:chExt cx="2275" cy="1135"/>
            </a:xfrm>
          </p:grpSpPr>
          <p:sp>
            <p:nvSpPr>
              <p:cNvPr id="98526" name="Freeform 1703"/>
              <p:cNvSpPr>
                <a:spLocks/>
              </p:cNvSpPr>
              <p:nvPr/>
            </p:nvSpPr>
            <p:spPr bwMode="auto">
              <a:xfrm rot="-282232">
                <a:off x="5112" y="8711"/>
                <a:ext cx="2275" cy="667"/>
              </a:xfrm>
              <a:custGeom>
                <a:avLst/>
                <a:gdLst>
                  <a:gd name="T0" fmla="*/ 99411 w 208"/>
                  <a:gd name="T1" fmla="*/ 0 h 57"/>
                  <a:gd name="T2" fmla="*/ 15673 w 208"/>
                  <a:gd name="T3" fmla="*/ 6436 h 57"/>
                  <a:gd name="T4" fmla="*/ 10533 w 208"/>
                  <a:gd name="T5" fmla="*/ 14381 h 57"/>
                  <a:gd name="T6" fmla="*/ 28831 w 208"/>
                  <a:gd name="T7" fmla="*/ 33689 h 57"/>
                  <a:gd name="T8" fmla="*/ 41869 w 208"/>
                  <a:gd name="T9" fmla="*/ 41623 h 57"/>
                  <a:gd name="T10" fmla="*/ 52402 w 208"/>
                  <a:gd name="T11" fmla="*/ 54495 h 57"/>
                  <a:gd name="T12" fmla="*/ 64127 w 208"/>
                  <a:gd name="T13" fmla="*/ 60931 h 57"/>
                  <a:gd name="T14" fmla="*/ 72013 w 208"/>
                  <a:gd name="T15" fmla="*/ 65729 h 57"/>
                  <a:gd name="T16" fmla="*/ 95463 w 208"/>
                  <a:gd name="T17" fmla="*/ 78460 h 57"/>
                  <a:gd name="T18" fmla="*/ 121658 w 208"/>
                  <a:gd name="T19" fmla="*/ 84896 h 57"/>
                  <a:gd name="T20" fmla="*/ 142603 w 208"/>
                  <a:gd name="T21" fmla="*/ 86546 h 57"/>
                  <a:gd name="T22" fmla="*/ 157073 w 208"/>
                  <a:gd name="T23" fmla="*/ 80110 h 57"/>
                  <a:gd name="T24" fmla="*/ 178008 w 208"/>
                  <a:gd name="T25" fmla="*/ 75312 h 57"/>
                  <a:gd name="T26" fmla="*/ 194994 w 208"/>
                  <a:gd name="T27" fmla="*/ 67238 h 57"/>
                  <a:gd name="T28" fmla="*/ 208031 w 208"/>
                  <a:gd name="T29" fmla="*/ 65729 h 57"/>
                  <a:gd name="T30" fmla="*/ 236863 w 208"/>
                  <a:gd name="T31" fmla="*/ 49709 h 57"/>
                  <a:gd name="T32" fmla="*/ 252536 w 208"/>
                  <a:gd name="T33" fmla="*/ 43273 h 57"/>
                  <a:gd name="T34" fmla="*/ 259120 w 208"/>
                  <a:gd name="T35" fmla="*/ 33689 h 57"/>
                  <a:gd name="T36" fmla="*/ 198942 w 208"/>
                  <a:gd name="T37" fmla="*/ 20817 h 57"/>
                  <a:gd name="T38" fmla="*/ 99411 w 208"/>
                  <a:gd name="T39" fmla="*/ 0 h 5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08" h="57">
                    <a:moveTo>
                      <a:pt x="76" y="0"/>
                    </a:moveTo>
                    <a:cubicBezTo>
                      <a:pt x="76" y="0"/>
                      <a:pt x="37" y="10"/>
                      <a:pt x="12" y="4"/>
                    </a:cubicBezTo>
                    <a:cubicBezTo>
                      <a:pt x="12" y="4"/>
                      <a:pt x="0" y="2"/>
                      <a:pt x="8" y="9"/>
                    </a:cubicBezTo>
                    <a:cubicBezTo>
                      <a:pt x="8" y="9"/>
                      <a:pt x="11" y="19"/>
                      <a:pt x="22" y="21"/>
                    </a:cubicBezTo>
                    <a:cubicBezTo>
                      <a:pt x="22" y="21"/>
                      <a:pt x="25" y="24"/>
                      <a:pt x="32" y="26"/>
                    </a:cubicBezTo>
                    <a:cubicBezTo>
                      <a:pt x="32" y="26"/>
                      <a:pt x="40" y="32"/>
                      <a:pt x="40" y="34"/>
                    </a:cubicBezTo>
                    <a:cubicBezTo>
                      <a:pt x="40" y="34"/>
                      <a:pt x="42" y="35"/>
                      <a:pt x="49" y="38"/>
                    </a:cubicBezTo>
                    <a:cubicBezTo>
                      <a:pt x="49" y="38"/>
                      <a:pt x="49" y="36"/>
                      <a:pt x="55" y="41"/>
                    </a:cubicBezTo>
                    <a:cubicBezTo>
                      <a:pt x="55" y="41"/>
                      <a:pt x="67" y="50"/>
                      <a:pt x="73" y="49"/>
                    </a:cubicBezTo>
                    <a:cubicBezTo>
                      <a:pt x="73" y="49"/>
                      <a:pt x="86" y="55"/>
                      <a:pt x="93" y="53"/>
                    </a:cubicBezTo>
                    <a:cubicBezTo>
                      <a:pt x="93" y="53"/>
                      <a:pt x="104" y="57"/>
                      <a:pt x="109" y="54"/>
                    </a:cubicBezTo>
                    <a:cubicBezTo>
                      <a:pt x="109" y="54"/>
                      <a:pt x="118" y="53"/>
                      <a:pt x="120" y="50"/>
                    </a:cubicBezTo>
                    <a:cubicBezTo>
                      <a:pt x="120" y="50"/>
                      <a:pt x="133" y="52"/>
                      <a:pt x="136" y="47"/>
                    </a:cubicBezTo>
                    <a:cubicBezTo>
                      <a:pt x="136" y="47"/>
                      <a:pt x="141" y="42"/>
                      <a:pt x="149" y="42"/>
                    </a:cubicBezTo>
                    <a:cubicBezTo>
                      <a:pt x="149" y="42"/>
                      <a:pt x="157" y="45"/>
                      <a:pt x="159" y="41"/>
                    </a:cubicBezTo>
                    <a:cubicBezTo>
                      <a:pt x="159" y="41"/>
                      <a:pt x="178" y="37"/>
                      <a:pt x="181" y="31"/>
                    </a:cubicBezTo>
                    <a:cubicBezTo>
                      <a:pt x="181" y="31"/>
                      <a:pt x="192" y="31"/>
                      <a:pt x="193" y="27"/>
                    </a:cubicBezTo>
                    <a:cubicBezTo>
                      <a:pt x="193" y="27"/>
                      <a:pt x="208" y="22"/>
                      <a:pt x="198" y="21"/>
                    </a:cubicBezTo>
                    <a:cubicBezTo>
                      <a:pt x="198" y="21"/>
                      <a:pt x="161" y="21"/>
                      <a:pt x="152" y="13"/>
                    </a:cubicBez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27" name="Freeform 1704"/>
              <p:cNvSpPr>
                <a:spLocks/>
              </p:cNvSpPr>
              <p:nvPr/>
            </p:nvSpPr>
            <p:spPr bwMode="auto">
              <a:xfrm rot="-282232">
                <a:off x="5255" y="8832"/>
                <a:ext cx="1925" cy="455"/>
              </a:xfrm>
              <a:custGeom>
                <a:avLst/>
                <a:gdLst>
                  <a:gd name="T0" fmla="*/ 15673 w 176"/>
                  <a:gd name="T1" fmla="*/ 6393 h 39"/>
                  <a:gd name="T2" fmla="*/ 15673 w 176"/>
                  <a:gd name="T3" fmla="*/ 1633 h 39"/>
                  <a:gd name="T4" fmla="*/ 39244 w 176"/>
                  <a:gd name="T5" fmla="*/ 3127 h 39"/>
                  <a:gd name="T6" fmla="*/ 53594 w 176"/>
                  <a:gd name="T7" fmla="*/ 4760 h 39"/>
                  <a:gd name="T8" fmla="*/ 69388 w 176"/>
                  <a:gd name="T9" fmla="*/ 11165 h 39"/>
                  <a:gd name="T10" fmla="*/ 85061 w 176"/>
                  <a:gd name="T11" fmla="*/ 23823 h 39"/>
                  <a:gd name="T12" fmla="*/ 171423 w 176"/>
                  <a:gd name="T13" fmla="*/ 19052 h 39"/>
                  <a:gd name="T14" fmla="*/ 184472 w 176"/>
                  <a:gd name="T15" fmla="*/ 20685 h 39"/>
                  <a:gd name="T16" fmla="*/ 192369 w 176"/>
                  <a:gd name="T17" fmla="*/ 19052 h 39"/>
                  <a:gd name="T18" fmla="*/ 201458 w 176"/>
                  <a:gd name="T19" fmla="*/ 20685 h 39"/>
                  <a:gd name="T20" fmla="*/ 221080 w 176"/>
                  <a:gd name="T21" fmla="*/ 22190 h 39"/>
                  <a:gd name="T22" fmla="*/ 209355 w 176"/>
                  <a:gd name="T23" fmla="*/ 30217 h 39"/>
                  <a:gd name="T24" fmla="*/ 133503 w 176"/>
                  <a:gd name="T25" fmla="*/ 57167 h 39"/>
                  <a:gd name="T26" fmla="*/ 64127 w 176"/>
                  <a:gd name="T27" fmla="*/ 38115 h 39"/>
                  <a:gd name="T28" fmla="*/ 15673 w 176"/>
                  <a:gd name="T29" fmla="*/ 6393 h 3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76" h="39">
                    <a:moveTo>
                      <a:pt x="12" y="4"/>
                    </a:moveTo>
                    <a:cubicBezTo>
                      <a:pt x="12" y="4"/>
                      <a:pt x="0" y="1"/>
                      <a:pt x="12" y="1"/>
                    </a:cubicBezTo>
                    <a:cubicBezTo>
                      <a:pt x="12" y="1"/>
                      <a:pt x="25" y="0"/>
                      <a:pt x="30" y="2"/>
                    </a:cubicBezTo>
                    <a:cubicBezTo>
                      <a:pt x="30" y="2"/>
                      <a:pt x="37" y="5"/>
                      <a:pt x="41" y="3"/>
                    </a:cubicBezTo>
                    <a:cubicBezTo>
                      <a:pt x="41" y="3"/>
                      <a:pt x="51" y="2"/>
                      <a:pt x="53" y="7"/>
                    </a:cubicBezTo>
                    <a:cubicBezTo>
                      <a:pt x="53" y="7"/>
                      <a:pt x="60" y="15"/>
                      <a:pt x="65" y="15"/>
                    </a:cubicBezTo>
                    <a:cubicBezTo>
                      <a:pt x="131" y="12"/>
                      <a:pt x="131" y="12"/>
                      <a:pt x="131" y="12"/>
                    </a:cubicBezTo>
                    <a:cubicBezTo>
                      <a:pt x="131" y="12"/>
                      <a:pt x="139" y="8"/>
                      <a:pt x="141" y="13"/>
                    </a:cubicBezTo>
                    <a:cubicBezTo>
                      <a:pt x="141" y="13"/>
                      <a:pt x="144" y="13"/>
                      <a:pt x="147" y="12"/>
                    </a:cubicBezTo>
                    <a:cubicBezTo>
                      <a:pt x="147" y="12"/>
                      <a:pt x="150" y="11"/>
                      <a:pt x="154" y="13"/>
                    </a:cubicBezTo>
                    <a:cubicBezTo>
                      <a:pt x="154" y="13"/>
                      <a:pt x="176" y="12"/>
                      <a:pt x="169" y="14"/>
                    </a:cubicBezTo>
                    <a:cubicBezTo>
                      <a:pt x="169" y="14"/>
                      <a:pt x="167" y="18"/>
                      <a:pt x="160" y="19"/>
                    </a:cubicBezTo>
                    <a:cubicBezTo>
                      <a:pt x="160" y="19"/>
                      <a:pt x="110" y="39"/>
                      <a:pt x="102" y="36"/>
                    </a:cubicBezTo>
                    <a:cubicBezTo>
                      <a:pt x="102" y="36"/>
                      <a:pt x="59" y="31"/>
                      <a:pt x="49" y="24"/>
                    </a:cubicBezTo>
                    <a:cubicBezTo>
                      <a:pt x="49" y="24"/>
                      <a:pt x="17" y="8"/>
                      <a:pt x="12" y="4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28" name="Freeform 1705"/>
              <p:cNvSpPr>
                <a:spLocks/>
              </p:cNvSpPr>
              <p:nvPr/>
            </p:nvSpPr>
            <p:spPr bwMode="auto">
              <a:xfrm rot="-282232">
                <a:off x="5464" y="8901"/>
                <a:ext cx="624" cy="387"/>
              </a:xfrm>
              <a:custGeom>
                <a:avLst/>
                <a:gdLst>
                  <a:gd name="T0" fmla="*/ 66877 w 57"/>
                  <a:gd name="T1" fmla="*/ 27371 h 33"/>
                  <a:gd name="T2" fmla="*/ 49854 w 57"/>
                  <a:gd name="T3" fmla="*/ 17743 h 33"/>
                  <a:gd name="T4" fmla="*/ 45902 w 57"/>
                  <a:gd name="T5" fmla="*/ 11282 h 33"/>
                  <a:gd name="T6" fmla="*/ 34156 w 57"/>
                  <a:gd name="T7" fmla="*/ 9628 h 33"/>
                  <a:gd name="T8" fmla="*/ 26241 w 57"/>
                  <a:gd name="T9" fmla="*/ 8115 h 33"/>
                  <a:gd name="T10" fmla="*/ 1314 w 57"/>
                  <a:gd name="T11" fmla="*/ 4808 h 33"/>
                  <a:gd name="T12" fmla="*/ 10542 w 57"/>
                  <a:gd name="T13" fmla="*/ 14577 h 33"/>
                  <a:gd name="T14" fmla="*/ 27565 w 57"/>
                  <a:gd name="T15" fmla="*/ 24205 h 33"/>
                  <a:gd name="T16" fmla="*/ 36794 w 57"/>
                  <a:gd name="T17" fmla="*/ 32320 h 33"/>
                  <a:gd name="T18" fmla="*/ 69505 w 57"/>
                  <a:gd name="T19" fmla="*/ 48410 h 33"/>
                  <a:gd name="T20" fmla="*/ 66877 w 57"/>
                  <a:gd name="T21" fmla="*/ 27371 h 3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7" h="33">
                    <a:moveTo>
                      <a:pt x="51" y="17"/>
                    </a:moveTo>
                    <a:cubicBezTo>
                      <a:pt x="51" y="17"/>
                      <a:pt x="43" y="10"/>
                      <a:pt x="38" y="11"/>
                    </a:cubicBezTo>
                    <a:cubicBezTo>
                      <a:pt x="38" y="11"/>
                      <a:pt x="37" y="11"/>
                      <a:pt x="35" y="7"/>
                    </a:cubicBezTo>
                    <a:cubicBezTo>
                      <a:pt x="35" y="7"/>
                      <a:pt x="31" y="5"/>
                      <a:pt x="26" y="6"/>
                    </a:cubicBezTo>
                    <a:cubicBezTo>
                      <a:pt x="26" y="6"/>
                      <a:pt x="25" y="9"/>
                      <a:pt x="20" y="5"/>
                    </a:cubicBezTo>
                    <a:cubicBezTo>
                      <a:pt x="20" y="5"/>
                      <a:pt x="11" y="0"/>
                      <a:pt x="1" y="3"/>
                    </a:cubicBezTo>
                    <a:cubicBezTo>
                      <a:pt x="1" y="3"/>
                      <a:pt x="0" y="5"/>
                      <a:pt x="8" y="9"/>
                    </a:cubicBezTo>
                    <a:cubicBezTo>
                      <a:pt x="8" y="9"/>
                      <a:pt x="16" y="13"/>
                      <a:pt x="21" y="15"/>
                    </a:cubicBezTo>
                    <a:cubicBezTo>
                      <a:pt x="21" y="15"/>
                      <a:pt x="24" y="17"/>
                      <a:pt x="28" y="20"/>
                    </a:cubicBezTo>
                    <a:cubicBezTo>
                      <a:pt x="28" y="20"/>
                      <a:pt x="51" y="33"/>
                      <a:pt x="53" y="30"/>
                    </a:cubicBezTo>
                    <a:cubicBezTo>
                      <a:pt x="53" y="30"/>
                      <a:pt x="57" y="20"/>
                      <a:pt x="51" y="17"/>
                    </a:cubicBez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29" name="Freeform 1706"/>
              <p:cNvSpPr>
                <a:spLocks/>
              </p:cNvSpPr>
              <p:nvPr/>
            </p:nvSpPr>
            <p:spPr bwMode="auto">
              <a:xfrm rot="-282232">
                <a:off x="6156" y="8938"/>
                <a:ext cx="929" cy="306"/>
              </a:xfrm>
              <a:custGeom>
                <a:avLst/>
                <a:gdLst>
                  <a:gd name="T0" fmla="*/ 19586 w 85"/>
                  <a:gd name="T1" fmla="*/ 42381 h 26"/>
                  <a:gd name="T2" fmla="*/ 56144 w 85"/>
                  <a:gd name="T3" fmla="*/ 29364 h 26"/>
                  <a:gd name="T4" fmla="*/ 71795 w 85"/>
                  <a:gd name="T5" fmla="*/ 21196 h 26"/>
                  <a:gd name="T6" fmla="*/ 87435 w 85"/>
                  <a:gd name="T7" fmla="*/ 16347 h 26"/>
                  <a:gd name="T8" fmla="*/ 104398 w 85"/>
                  <a:gd name="T9" fmla="*/ 4849 h 26"/>
                  <a:gd name="T10" fmla="*/ 87435 w 85"/>
                  <a:gd name="T11" fmla="*/ 8168 h 26"/>
                  <a:gd name="T12" fmla="*/ 74418 w 85"/>
                  <a:gd name="T13" fmla="*/ 4849 h 26"/>
                  <a:gd name="T14" fmla="*/ 61401 w 85"/>
                  <a:gd name="T15" fmla="*/ 6508 h 26"/>
                  <a:gd name="T16" fmla="*/ 19586 w 85"/>
                  <a:gd name="T17" fmla="*/ 42381 h 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5" h="26">
                    <a:moveTo>
                      <a:pt x="15" y="26"/>
                    </a:moveTo>
                    <a:cubicBezTo>
                      <a:pt x="15" y="26"/>
                      <a:pt x="38" y="23"/>
                      <a:pt x="43" y="18"/>
                    </a:cubicBezTo>
                    <a:cubicBezTo>
                      <a:pt x="43" y="18"/>
                      <a:pt x="50" y="13"/>
                      <a:pt x="55" y="13"/>
                    </a:cubicBezTo>
                    <a:cubicBezTo>
                      <a:pt x="55" y="13"/>
                      <a:pt x="62" y="13"/>
                      <a:pt x="67" y="10"/>
                    </a:cubicBezTo>
                    <a:cubicBezTo>
                      <a:pt x="67" y="10"/>
                      <a:pt x="85" y="4"/>
                      <a:pt x="80" y="3"/>
                    </a:cubicBezTo>
                    <a:cubicBezTo>
                      <a:pt x="80" y="3"/>
                      <a:pt x="70" y="4"/>
                      <a:pt x="67" y="5"/>
                    </a:cubicBezTo>
                    <a:cubicBezTo>
                      <a:pt x="67" y="5"/>
                      <a:pt x="60" y="7"/>
                      <a:pt x="57" y="3"/>
                    </a:cubicBezTo>
                    <a:cubicBezTo>
                      <a:pt x="57" y="3"/>
                      <a:pt x="55" y="0"/>
                      <a:pt x="47" y="4"/>
                    </a:cubicBezTo>
                    <a:cubicBezTo>
                      <a:pt x="47" y="4"/>
                      <a:pt x="0" y="25"/>
                      <a:pt x="15" y="26"/>
                    </a:cubicBez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30" name="Freeform 1707"/>
              <p:cNvSpPr>
                <a:spLocks/>
              </p:cNvSpPr>
              <p:nvPr/>
            </p:nvSpPr>
            <p:spPr bwMode="auto">
              <a:xfrm rot="-282232">
                <a:off x="6077" y="9118"/>
                <a:ext cx="186" cy="714"/>
              </a:xfrm>
              <a:custGeom>
                <a:avLst/>
                <a:gdLst>
                  <a:gd name="T0" fmla="*/ 9212 w 17"/>
                  <a:gd name="T1" fmla="*/ 8088 h 61"/>
                  <a:gd name="T2" fmla="*/ 14366 w 17"/>
                  <a:gd name="T3" fmla="*/ 8088 h 61"/>
                  <a:gd name="T4" fmla="*/ 14366 w 17"/>
                  <a:gd name="T5" fmla="*/ 25622 h 61"/>
                  <a:gd name="T6" fmla="*/ 15679 w 17"/>
                  <a:gd name="T7" fmla="*/ 40148 h 61"/>
                  <a:gd name="T8" fmla="*/ 19628 w 17"/>
                  <a:gd name="T9" fmla="*/ 81794 h 61"/>
                  <a:gd name="T10" fmla="*/ 15679 w 17"/>
                  <a:gd name="T11" fmla="*/ 83433 h 61"/>
                  <a:gd name="T12" fmla="*/ 9212 w 17"/>
                  <a:gd name="T13" fmla="*/ 84943 h 61"/>
                  <a:gd name="T14" fmla="*/ 3950 w 17"/>
                  <a:gd name="T15" fmla="*/ 80144 h 61"/>
                  <a:gd name="T16" fmla="*/ 7900 w 17"/>
                  <a:gd name="T17" fmla="*/ 44935 h 61"/>
                  <a:gd name="T18" fmla="*/ 9212 w 17"/>
                  <a:gd name="T19" fmla="*/ 17674 h 61"/>
                  <a:gd name="T20" fmla="*/ 9212 w 17"/>
                  <a:gd name="T21" fmla="*/ 8088 h 6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7" h="61">
                    <a:moveTo>
                      <a:pt x="7" y="5"/>
                    </a:moveTo>
                    <a:cubicBezTo>
                      <a:pt x="7" y="5"/>
                      <a:pt x="10" y="0"/>
                      <a:pt x="11" y="5"/>
                    </a:cubicBezTo>
                    <a:cubicBezTo>
                      <a:pt x="11" y="5"/>
                      <a:pt x="13" y="11"/>
                      <a:pt x="11" y="16"/>
                    </a:cubicBezTo>
                    <a:cubicBezTo>
                      <a:pt x="11" y="16"/>
                      <a:pt x="11" y="21"/>
                      <a:pt x="12" y="25"/>
                    </a:cubicBezTo>
                    <a:cubicBezTo>
                      <a:pt x="12" y="25"/>
                      <a:pt x="17" y="47"/>
                      <a:pt x="15" y="51"/>
                    </a:cubicBezTo>
                    <a:cubicBezTo>
                      <a:pt x="15" y="51"/>
                      <a:pt x="14" y="55"/>
                      <a:pt x="12" y="52"/>
                    </a:cubicBezTo>
                    <a:cubicBezTo>
                      <a:pt x="12" y="52"/>
                      <a:pt x="10" y="61"/>
                      <a:pt x="7" y="53"/>
                    </a:cubicBezTo>
                    <a:cubicBezTo>
                      <a:pt x="7" y="53"/>
                      <a:pt x="4" y="53"/>
                      <a:pt x="3" y="50"/>
                    </a:cubicBezTo>
                    <a:cubicBezTo>
                      <a:pt x="3" y="50"/>
                      <a:pt x="0" y="41"/>
                      <a:pt x="6" y="28"/>
                    </a:cubicBezTo>
                    <a:cubicBezTo>
                      <a:pt x="6" y="28"/>
                      <a:pt x="8" y="18"/>
                      <a:pt x="7" y="11"/>
                    </a:cubicBezTo>
                    <a:cubicBezTo>
                      <a:pt x="7" y="11"/>
                      <a:pt x="6" y="6"/>
                      <a:pt x="7" y="5"/>
                    </a:cubicBezTo>
                    <a:close/>
                  </a:path>
                </a:pathLst>
              </a:custGeom>
              <a:solidFill>
                <a:srgbClr val="B58A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31" name="Freeform 1708"/>
              <p:cNvSpPr>
                <a:spLocks/>
              </p:cNvSpPr>
              <p:nvPr/>
            </p:nvSpPr>
            <p:spPr bwMode="auto">
              <a:xfrm rot="-282232">
                <a:off x="6112" y="9553"/>
                <a:ext cx="66" cy="189"/>
              </a:xfrm>
              <a:custGeom>
                <a:avLst/>
                <a:gdLst>
                  <a:gd name="T0" fmla="*/ 6655 w 6"/>
                  <a:gd name="T1" fmla="*/ 26377 h 16"/>
                  <a:gd name="T2" fmla="*/ 7986 w 6"/>
                  <a:gd name="T3" fmla="*/ 3355 h 16"/>
                  <a:gd name="T4" fmla="*/ 5324 w 6"/>
                  <a:gd name="T5" fmla="*/ 4879 h 16"/>
                  <a:gd name="T6" fmla="*/ 6655 w 6"/>
                  <a:gd name="T7" fmla="*/ 26377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6">
                    <a:moveTo>
                      <a:pt x="5" y="16"/>
                    </a:moveTo>
                    <a:cubicBezTo>
                      <a:pt x="5" y="16"/>
                      <a:pt x="4" y="7"/>
                      <a:pt x="6" y="2"/>
                    </a:cubicBezTo>
                    <a:cubicBezTo>
                      <a:pt x="6" y="2"/>
                      <a:pt x="5" y="0"/>
                      <a:pt x="4" y="3"/>
                    </a:cubicBezTo>
                    <a:cubicBezTo>
                      <a:pt x="4" y="3"/>
                      <a:pt x="0" y="14"/>
                      <a:pt x="5" y="16"/>
                    </a:cubicBezTo>
                    <a:close/>
                  </a:path>
                </a:pathLst>
              </a:custGeom>
              <a:solidFill>
                <a:srgbClr val="7F65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32" name="Freeform 1709"/>
              <p:cNvSpPr>
                <a:spLocks/>
              </p:cNvSpPr>
              <p:nvPr/>
            </p:nvSpPr>
            <p:spPr bwMode="auto">
              <a:xfrm rot="-282232">
                <a:off x="6192" y="9573"/>
                <a:ext cx="33" cy="232"/>
              </a:xfrm>
              <a:custGeom>
                <a:avLst/>
                <a:gdLst>
                  <a:gd name="T0" fmla="*/ 3993 w 3"/>
                  <a:gd name="T1" fmla="*/ 20323 h 20"/>
                  <a:gd name="T2" fmla="*/ 1331 w 3"/>
                  <a:gd name="T3" fmla="*/ 25033 h 20"/>
                  <a:gd name="T4" fmla="*/ 1331 w 3"/>
                  <a:gd name="T5" fmla="*/ 15614 h 20"/>
                  <a:gd name="T6" fmla="*/ 2662 w 3"/>
                  <a:gd name="T7" fmla="*/ 7807 h 20"/>
                  <a:gd name="T8" fmla="*/ 3993 w 3"/>
                  <a:gd name="T9" fmla="*/ 20323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20">
                    <a:moveTo>
                      <a:pt x="3" y="13"/>
                    </a:moveTo>
                    <a:cubicBezTo>
                      <a:pt x="3" y="13"/>
                      <a:pt x="2" y="20"/>
                      <a:pt x="1" y="16"/>
                    </a:cubicBezTo>
                    <a:cubicBezTo>
                      <a:pt x="1" y="16"/>
                      <a:pt x="0" y="12"/>
                      <a:pt x="1" y="10"/>
                    </a:cubicBezTo>
                    <a:cubicBezTo>
                      <a:pt x="1" y="10"/>
                      <a:pt x="1" y="0"/>
                      <a:pt x="2" y="5"/>
                    </a:cubicBezTo>
                    <a:cubicBezTo>
                      <a:pt x="2" y="5"/>
                      <a:pt x="2" y="11"/>
                      <a:pt x="3" y="13"/>
                    </a:cubicBezTo>
                    <a:close/>
                  </a:path>
                </a:pathLst>
              </a:custGeom>
              <a:solidFill>
                <a:srgbClr val="7F65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33" name="Freeform 1710"/>
              <p:cNvSpPr>
                <a:spLocks/>
              </p:cNvSpPr>
              <p:nvPr/>
            </p:nvSpPr>
            <p:spPr bwMode="auto">
              <a:xfrm rot="-282232">
                <a:off x="6170" y="9115"/>
                <a:ext cx="77" cy="621"/>
              </a:xfrm>
              <a:custGeom>
                <a:avLst/>
                <a:gdLst>
                  <a:gd name="T0" fmla="*/ 7986 w 7"/>
                  <a:gd name="T1" fmla="*/ 83612 h 53"/>
                  <a:gd name="T2" fmla="*/ 9317 w 7"/>
                  <a:gd name="T3" fmla="*/ 73993 h 53"/>
                  <a:gd name="T4" fmla="*/ 3993 w 7"/>
                  <a:gd name="T5" fmla="*/ 40224 h 53"/>
                  <a:gd name="T6" fmla="*/ 3993 w 7"/>
                  <a:gd name="T7" fmla="*/ 20868 h 53"/>
                  <a:gd name="T8" fmla="*/ 0 w 7"/>
                  <a:gd name="T9" fmla="*/ 9608 h 53"/>
                  <a:gd name="T10" fmla="*/ 0 w 7"/>
                  <a:gd name="T11" fmla="*/ 19356 h 53"/>
                  <a:gd name="T12" fmla="*/ 1331 w 7"/>
                  <a:gd name="T13" fmla="*/ 36932 h 53"/>
                  <a:gd name="T14" fmla="*/ 2662 w 7"/>
                  <a:gd name="T15" fmla="*/ 49832 h 53"/>
                  <a:gd name="T16" fmla="*/ 5324 w 7"/>
                  <a:gd name="T17" fmla="*/ 70841 h 53"/>
                  <a:gd name="T18" fmla="*/ 7986 w 7"/>
                  <a:gd name="T19" fmla="*/ 83612 h 5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7" h="53">
                    <a:moveTo>
                      <a:pt x="6" y="52"/>
                    </a:moveTo>
                    <a:cubicBezTo>
                      <a:pt x="6" y="52"/>
                      <a:pt x="7" y="52"/>
                      <a:pt x="7" y="46"/>
                    </a:cubicBezTo>
                    <a:cubicBezTo>
                      <a:pt x="7" y="46"/>
                      <a:pt x="7" y="36"/>
                      <a:pt x="3" y="25"/>
                    </a:cubicBezTo>
                    <a:cubicBezTo>
                      <a:pt x="3" y="25"/>
                      <a:pt x="2" y="18"/>
                      <a:pt x="3" y="13"/>
                    </a:cubicBezTo>
                    <a:cubicBezTo>
                      <a:pt x="3" y="13"/>
                      <a:pt x="2" y="0"/>
                      <a:pt x="0" y="6"/>
                    </a:cubicBezTo>
                    <a:cubicBezTo>
                      <a:pt x="0" y="6"/>
                      <a:pt x="0" y="9"/>
                      <a:pt x="0" y="12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1" y="23"/>
                      <a:pt x="1" y="28"/>
                      <a:pt x="2" y="31"/>
                    </a:cubicBezTo>
                    <a:cubicBezTo>
                      <a:pt x="2" y="31"/>
                      <a:pt x="5" y="38"/>
                      <a:pt x="4" y="44"/>
                    </a:cubicBezTo>
                    <a:cubicBezTo>
                      <a:pt x="4" y="44"/>
                      <a:pt x="4" y="53"/>
                      <a:pt x="6" y="52"/>
                    </a:cubicBezTo>
                    <a:close/>
                  </a:path>
                </a:pathLst>
              </a:custGeom>
              <a:solidFill>
                <a:srgbClr val="7F65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34" name="Freeform 1711"/>
              <p:cNvSpPr>
                <a:spLocks/>
              </p:cNvSpPr>
              <p:nvPr/>
            </p:nvSpPr>
            <p:spPr bwMode="auto">
              <a:xfrm rot="-282232">
                <a:off x="6167" y="9175"/>
                <a:ext cx="317" cy="655"/>
              </a:xfrm>
              <a:custGeom>
                <a:avLst/>
                <a:gdLst>
                  <a:gd name="T0" fmla="*/ 33930 w 29"/>
                  <a:gd name="T1" fmla="*/ 4784 h 56"/>
                  <a:gd name="T2" fmla="*/ 29995 w 29"/>
                  <a:gd name="T3" fmla="*/ 22434 h 56"/>
                  <a:gd name="T4" fmla="*/ 20911 w 29"/>
                  <a:gd name="T5" fmla="*/ 48014 h 56"/>
                  <a:gd name="T6" fmla="*/ 15653 w 29"/>
                  <a:gd name="T7" fmla="*/ 54447 h 56"/>
                  <a:gd name="T8" fmla="*/ 2623 w 29"/>
                  <a:gd name="T9" fmla="*/ 84823 h 56"/>
                  <a:gd name="T10" fmla="*/ 3946 w 29"/>
                  <a:gd name="T11" fmla="*/ 86460 h 56"/>
                  <a:gd name="T12" fmla="*/ 11707 w 29"/>
                  <a:gd name="T13" fmla="*/ 78389 h 56"/>
                  <a:gd name="T14" fmla="*/ 15653 w 29"/>
                  <a:gd name="T15" fmla="*/ 76752 h 56"/>
                  <a:gd name="T16" fmla="*/ 22223 w 29"/>
                  <a:gd name="T17" fmla="*/ 70459 h 56"/>
                  <a:gd name="T18" fmla="*/ 26169 w 29"/>
                  <a:gd name="T19" fmla="*/ 51160 h 56"/>
                  <a:gd name="T20" fmla="*/ 27481 w 29"/>
                  <a:gd name="T21" fmla="*/ 43230 h 56"/>
                  <a:gd name="T22" fmla="*/ 36564 w 29"/>
                  <a:gd name="T23" fmla="*/ 6433 h 56"/>
                  <a:gd name="T24" fmla="*/ 33930 w 29"/>
                  <a:gd name="T25" fmla="*/ 4784 h 5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9" h="56">
                    <a:moveTo>
                      <a:pt x="26" y="3"/>
                    </a:moveTo>
                    <a:cubicBezTo>
                      <a:pt x="26" y="3"/>
                      <a:pt x="25" y="10"/>
                      <a:pt x="23" y="14"/>
                    </a:cubicBezTo>
                    <a:cubicBezTo>
                      <a:pt x="23" y="14"/>
                      <a:pt x="18" y="28"/>
                      <a:pt x="16" y="30"/>
                    </a:cubicBezTo>
                    <a:cubicBezTo>
                      <a:pt x="16" y="30"/>
                      <a:pt x="13" y="31"/>
                      <a:pt x="12" y="34"/>
                    </a:cubicBezTo>
                    <a:cubicBezTo>
                      <a:pt x="12" y="34"/>
                      <a:pt x="3" y="49"/>
                      <a:pt x="2" y="53"/>
                    </a:cubicBezTo>
                    <a:cubicBezTo>
                      <a:pt x="2" y="53"/>
                      <a:pt x="0" y="56"/>
                      <a:pt x="3" y="54"/>
                    </a:cubicBezTo>
                    <a:cubicBezTo>
                      <a:pt x="3" y="54"/>
                      <a:pt x="8" y="53"/>
                      <a:pt x="9" y="49"/>
                    </a:cubicBezTo>
                    <a:cubicBezTo>
                      <a:pt x="9" y="49"/>
                      <a:pt x="11" y="51"/>
                      <a:pt x="12" y="48"/>
                    </a:cubicBezTo>
                    <a:cubicBezTo>
                      <a:pt x="12" y="48"/>
                      <a:pt x="16" y="49"/>
                      <a:pt x="17" y="44"/>
                    </a:cubicBezTo>
                    <a:cubicBezTo>
                      <a:pt x="17" y="44"/>
                      <a:pt x="21" y="39"/>
                      <a:pt x="20" y="32"/>
                    </a:cubicBezTo>
                    <a:cubicBezTo>
                      <a:pt x="20" y="32"/>
                      <a:pt x="20" y="28"/>
                      <a:pt x="21" y="27"/>
                    </a:cubicBezTo>
                    <a:cubicBezTo>
                      <a:pt x="21" y="27"/>
                      <a:pt x="29" y="13"/>
                      <a:pt x="28" y="4"/>
                    </a:cubicBezTo>
                    <a:cubicBezTo>
                      <a:pt x="28" y="4"/>
                      <a:pt x="27" y="0"/>
                      <a:pt x="26" y="3"/>
                    </a:cubicBezTo>
                    <a:close/>
                  </a:path>
                </a:pathLst>
              </a:custGeom>
              <a:solidFill>
                <a:srgbClr val="B58A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35" name="Freeform 1712"/>
              <p:cNvSpPr>
                <a:spLocks/>
              </p:cNvSpPr>
              <p:nvPr/>
            </p:nvSpPr>
            <p:spPr bwMode="auto">
              <a:xfrm rot="-282232">
                <a:off x="6204" y="9530"/>
                <a:ext cx="164" cy="316"/>
              </a:xfrm>
              <a:custGeom>
                <a:avLst/>
                <a:gdLst>
                  <a:gd name="T0" fmla="*/ 1312 w 15"/>
                  <a:gd name="T1" fmla="*/ 36843 h 27"/>
                  <a:gd name="T2" fmla="*/ 5259 w 15"/>
                  <a:gd name="T3" fmla="*/ 30406 h 27"/>
                  <a:gd name="T4" fmla="*/ 14345 w 15"/>
                  <a:gd name="T5" fmla="*/ 12874 h 27"/>
                  <a:gd name="T6" fmla="*/ 16979 w 15"/>
                  <a:gd name="T7" fmla="*/ 9585 h 27"/>
                  <a:gd name="T8" fmla="*/ 5259 w 15"/>
                  <a:gd name="T9" fmla="*/ 33695 h 27"/>
                  <a:gd name="T10" fmla="*/ 1312 w 15"/>
                  <a:gd name="T11" fmla="*/ 3684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27">
                    <a:moveTo>
                      <a:pt x="1" y="23"/>
                    </a:moveTo>
                    <a:cubicBezTo>
                      <a:pt x="1" y="23"/>
                      <a:pt x="1" y="23"/>
                      <a:pt x="4" y="19"/>
                    </a:cubicBezTo>
                    <a:cubicBezTo>
                      <a:pt x="4" y="19"/>
                      <a:pt x="9" y="13"/>
                      <a:pt x="11" y="8"/>
                    </a:cubicBezTo>
                    <a:cubicBezTo>
                      <a:pt x="11" y="8"/>
                      <a:pt x="15" y="0"/>
                      <a:pt x="13" y="6"/>
                    </a:cubicBezTo>
                    <a:cubicBezTo>
                      <a:pt x="13" y="6"/>
                      <a:pt x="9" y="18"/>
                      <a:pt x="4" y="21"/>
                    </a:cubicBezTo>
                    <a:cubicBezTo>
                      <a:pt x="4" y="21"/>
                      <a:pt x="0" y="27"/>
                      <a:pt x="1" y="23"/>
                    </a:cubicBezTo>
                    <a:close/>
                  </a:path>
                </a:pathLst>
              </a:custGeom>
              <a:solidFill>
                <a:srgbClr val="7F65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36" name="Freeform 1713"/>
              <p:cNvSpPr>
                <a:spLocks/>
              </p:cNvSpPr>
              <p:nvPr/>
            </p:nvSpPr>
            <p:spPr bwMode="auto">
              <a:xfrm rot="-282232">
                <a:off x="6263" y="9183"/>
                <a:ext cx="218" cy="563"/>
              </a:xfrm>
              <a:custGeom>
                <a:avLst/>
                <a:gdLst>
                  <a:gd name="T0" fmla="*/ 3924 w 20"/>
                  <a:gd name="T1" fmla="*/ 75806 h 48"/>
                  <a:gd name="T2" fmla="*/ 10333 w 20"/>
                  <a:gd name="T3" fmla="*/ 69343 h 48"/>
                  <a:gd name="T4" fmla="*/ 15565 w 20"/>
                  <a:gd name="T5" fmla="*/ 45122 h 48"/>
                  <a:gd name="T6" fmla="*/ 18181 w 20"/>
                  <a:gd name="T7" fmla="*/ 38800 h 48"/>
                  <a:gd name="T8" fmla="*/ 24590 w 20"/>
                  <a:gd name="T9" fmla="*/ 4821 h 48"/>
                  <a:gd name="T10" fmla="*/ 23282 w 20"/>
                  <a:gd name="T11" fmla="*/ 6463 h 48"/>
                  <a:gd name="T12" fmla="*/ 14257 w 20"/>
                  <a:gd name="T13" fmla="*/ 41955 h 48"/>
                  <a:gd name="T14" fmla="*/ 12949 w 20"/>
                  <a:gd name="T15" fmla="*/ 51585 h 48"/>
                  <a:gd name="T16" fmla="*/ 9025 w 20"/>
                  <a:gd name="T17" fmla="*/ 67818 h 48"/>
                  <a:gd name="T18" fmla="*/ 3924 w 20"/>
                  <a:gd name="T19" fmla="*/ 75806 h 4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" h="48">
                    <a:moveTo>
                      <a:pt x="3" y="47"/>
                    </a:moveTo>
                    <a:cubicBezTo>
                      <a:pt x="3" y="47"/>
                      <a:pt x="7" y="47"/>
                      <a:pt x="8" y="43"/>
                    </a:cubicBezTo>
                    <a:cubicBezTo>
                      <a:pt x="8" y="43"/>
                      <a:pt x="13" y="38"/>
                      <a:pt x="12" y="28"/>
                    </a:cubicBezTo>
                    <a:cubicBezTo>
                      <a:pt x="12" y="28"/>
                      <a:pt x="12" y="26"/>
                      <a:pt x="14" y="24"/>
                    </a:cubicBezTo>
                    <a:cubicBezTo>
                      <a:pt x="14" y="24"/>
                      <a:pt x="20" y="10"/>
                      <a:pt x="19" y="3"/>
                    </a:cubicBezTo>
                    <a:cubicBezTo>
                      <a:pt x="19" y="3"/>
                      <a:pt x="19" y="0"/>
                      <a:pt x="18" y="4"/>
                    </a:cubicBezTo>
                    <a:cubicBezTo>
                      <a:pt x="18" y="4"/>
                      <a:pt x="18" y="14"/>
                      <a:pt x="11" y="26"/>
                    </a:cubicBezTo>
                    <a:cubicBezTo>
                      <a:pt x="11" y="26"/>
                      <a:pt x="10" y="29"/>
                      <a:pt x="10" y="32"/>
                    </a:cubicBezTo>
                    <a:cubicBezTo>
                      <a:pt x="10" y="32"/>
                      <a:pt x="11" y="39"/>
                      <a:pt x="7" y="42"/>
                    </a:cubicBezTo>
                    <a:cubicBezTo>
                      <a:pt x="7" y="42"/>
                      <a:pt x="0" y="48"/>
                      <a:pt x="3" y="47"/>
                    </a:cubicBezTo>
                    <a:close/>
                  </a:path>
                </a:pathLst>
              </a:custGeom>
              <a:solidFill>
                <a:srgbClr val="7F65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37" name="Freeform 1714"/>
              <p:cNvSpPr>
                <a:spLocks/>
              </p:cNvSpPr>
              <p:nvPr/>
            </p:nvSpPr>
            <p:spPr bwMode="auto">
              <a:xfrm rot="-282232">
                <a:off x="5539" y="8898"/>
                <a:ext cx="559" cy="364"/>
              </a:xfrm>
              <a:custGeom>
                <a:avLst/>
                <a:gdLst>
                  <a:gd name="T0" fmla="*/ 10577 w 51"/>
                  <a:gd name="T1" fmla="*/ 14619 h 31"/>
                  <a:gd name="T2" fmla="*/ 65841 w 51"/>
                  <a:gd name="T3" fmla="*/ 47015 h 31"/>
                  <a:gd name="T4" fmla="*/ 60547 w 51"/>
                  <a:gd name="T5" fmla="*/ 40533 h 31"/>
                  <a:gd name="T6" fmla="*/ 44808 w 51"/>
                  <a:gd name="T7" fmla="*/ 30740 h 31"/>
                  <a:gd name="T8" fmla="*/ 10577 w 51"/>
                  <a:gd name="T9" fmla="*/ 14619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1" h="31">
                    <a:moveTo>
                      <a:pt x="8" y="9"/>
                    </a:moveTo>
                    <a:cubicBezTo>
                      <a:pt x="8" y="9"/>
                      <a:pt x="41" y="31"/>
                      <a:pt x="50" y="29"/>
                    </a:cubicBezTo>
                    <a:cubicBezTo>
                      <a:pt x="50" y="29"/>
                      <a:pt x="51" y="28"/>
                      <a:pt x="46" y="25"/>
                    </a:cubicBezTo>
                    <a:cubicBezTo>
                      <a:pt x="46" y="25"/>
                      <a:pt x="42" y="26"/>
                      <a:pt x="34" y="19"/>
                    </a:cubicBezTo>
                    <a:cubicBezTo>
                      <a:pt x="34" y="19"/>
                      <a:pt x="0" y="0"/>
                      <a:pt x="8" y="9"/>
                    </a:cubicBezTo>
                    <a:close/>
                  </a:path>
                </a:pathLst>
              </a:custGeom>
              <a:solidFill>
                <a:srgbClr val="4545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538" name="Freeform 1715"/>
              <p:cNvSpPr>
                <a:spLocks/>
              </p:cNvSpPr>
              <p:nvPr/>
            </p:nvSpPr>
            <p:spPr bwMode="auto">
              <a:xfrm rot="-282232">
                <a:off x="6528" y="8968"/>
                <a:ext cx="338" cy="222"/>
              </a:xfrm>
              <a:custGeom>
                <a:avLst/>
                <a:gdLst>
                  <a:gd name="T0" fmla="*/ 0 w 31"/>
                  <a:gd name="T1" fmla="*/ 28673 h 19"/>
                  <a:gd name="T2" fmla="*/ 20683 w 31"/>
                  <a:gd name="T3" fmla="*/ 12701 h 19"/>
                  <a:gd name="T4" fmla="*/ 28534 w 31"/>
                  <a:gd name="T5" fmla="*/ 11193 h 19"/>
                  <a:gd name="T6" fmla="*/ 40178 w 31"/>
                  <a:gd name="T7" fmla="*/ 7922 h 19"/>
                  <a:gd name="T8" fmla="*/ 33647 w 31"/>
                  <a:gd name="T9" fmla="*/ 6415 h 19"/>
                  <a:gd name="T10" fmla="*/ 21992 w 31"/>
                  <a:gd name="T11" fmla="*/ 4779 h 19"/>
                  <a:gd name="T12" fmla="*/ 19495 w 31"/>
                  <a:gd name="T13" fmla="*/ 6415 h 19"/>
                  <a:gd name="T14" fmla="*/ 0 w 31"/>
                  <a:gd name="T15" fmla="*/ 28673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1" h="19">
                    <a:moveTo>
                      <a:pt x="0" y="18"/>
                    </a:moveTo>
                    <a:cubicBezTo>
                      <a:pt x="0" y="18"/>
                      <a:pt x="12" y="13"/>
                      <a:pt x="16" y="8"/>
                    </a:cubicBezTo>
                    <a:cubicBezTo>
                      <a:pt x="16" y="8"/>
                      <a:pt x="19" y="5"/>
                      <a:pt x="22" y="7"/>
                    </a:cubicBezTo>
                    <a:cubicBezTo>
                      <a:pt x="22" y="7"/>
                      <a:pt x="29" y="7"/>
                      <a:pt x="31" y="5"/>
                    </a:cubicBezTo>
                    <a:cubicBezTo>
                      <a:pt x="31" y="5"/>
                      <a:pt x="30" y="4"/>
                      <a:pt x="26" y="4"/>
                    </a:cubicBezTo>
                    <a:cubicBezTo>
                      <a:pt x="26" y="4"/>
                      <a:pt x="20" y="5"/>
                      <a:pt x="17" y="3"/>
                    </a:cubicBezTo>
                    <a:cubicBezTo>
                      <a:pt x="17" y="3"/>
                      <a:pt x="17" y="0"/>
                      <a:pt x="15" y="4"/>
                    </a:cubicBezTo>
                    <a:cubicBezTo>
                      <a:pt x="15" y="4"/>
                      <a:pt x="6" y="19"/>
                      <a:pt x="0" y="18"/>
                    </a:cubicBezTo>
                    <a:close/>
                  </a:path>
                </a:pathLst>
              </a:custGeom>
              <a:solidFill>
                <a:srgbClr val="4545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209588" name="Group 1716"/>
          <p:cNvGrpSpPr>
            <a:grpSpLocks/>
          </p:cNvGrpSpPr>
          <p:nvPr/>
        </p:nvGrpSpPr>
        <p:grpSpPr bwMode="auto">
          <a:xfrm flipH="1">
            <a:off x="-1628775" y="4688868"/>
            <a:ext cx="1612900" cy="454819"/>
            <a:chOff x="3436" y="-8273"/>
            <a:chExt cx="1640" cy="502"/>
          </a:xfrm>
        </p:grpSpPr>
        <p:sp>
          <p:nvSpPr>
            <p:cNvPr id="98456" name="Freeform 1717"/>
            <p:cNvSpPr>
              <a:spLocks/>
            </p:cNvSpPr>
            <p:nvPr/>
          </p:nvSpPr>
          <p:spPr bwMode="auto">
            <a:xfrm>
              <a:off x="4873" y="-8262"/>
              <a:ext cx="203" cy="186"/>
            </a:xfrm>
            <a:custGeom>
              <a:avLst/>
              <a:gdLst>
                <a:gd name="T0" fmla="*/ 541 w 36"/>
                <a:gd name="T1" fmla="*/ 4289 h 33"/>
                <a:gd name="T2" fmla="*/ 3051 w 36"/>
                <a:gd name="T3" fmla="*/ 4830 h 33"/>
                <a:gd name="T4" fmla="*/ 4675 w 36"/>
                <a:gd name="T5" fmla="*/ 5180 h 33"/>
                <a:gd name="T6" fmla="*/ 5723 w 36"/>
                <a:gd name="T7" fmla="*/ 5022 h 33"/>
                <a:gd name="T8" fmla="*/ 6265 w 36"/>
                <a:gd name="T9" fmla="*/ 4673 h 33"/>
                <a:gd name="T10" fmla="*/ 2701 w 36"/>
                <a:gd name="T11" fmla="*/ 733 h 33"/>
                <a:gd name="T12" fmla="*/ 1083 w 36"/>
                <a:gd name="T13" fmla="*/ 0 h 33"/>
                <a:gd name="T14" fmla="*/ 3051 w 36"/>
                <a:gd name="T15" fmla="*/ 1432 h 33"/>
                <a:gd name="T16" fmla="*/ 5915 w 36"/>
                <a:gd name="T17" fmla="*/ 3940 h 33"/>
                <a:gd name="T18" fmla="*/ 5374 w 36"/>
                <a:gd name="T19" fmla="*/ 3940 h 33"/>
                <a:gd name="T20" fmla="*/ 3242 w 36"/>
                <a:gd name="T21" fmla="*/ 1781 h 33"/>
                <a:gd name="T22" fmla="*/ 2509 w 36"/>
                <a:gd name="T23" fmla="*/ 1618 h 33"/>
                <a:gd name="T24" fmla="*/ 2509 w 36"/>
                <a:gd name="T25" fmla="*/ 1967 h 33"/>
                <a:gd name="T26" fmla="*/ 2323 w 36"/>
                <a:gd name="T27" fmla="*/ 2317 h 33"/>
                <a:gd name="T28" fmla="*/ 1782 w 36"/>
                <a:gd name="T29" fmla="*/ 2508 h 33"/>
                <a:gd name="T30" fmla="*/ 1974 w 36"/>
                <a:gd name="T31" fmla="*/ 2858 h 33"/>
                <a:gd name="T32" fmla="*/ 2160 w 36"/>
                <a:gd name="T33" fmla="*/ 3207 h 33"/>
                <a:gd name="T34" fmla="*/ 1083 w 36"/>
                <a:gd name="T35" fmla="*/ 2508 h 33"/>
                <a:gd name="T36" fmla="*/ 1083 w 36"/>
                <a:gd name="T37" fmla="*/ 2700 h 33"/>
                <a:gd name="T38" fmla="*/ 2160 w 36"/>
                <a:gd name="T39" fmla="*/ 3940 h 33"/>
                <a:gd name="T40" fmla="*/ 2160 w 36"/>
                <a:gd name="T41" fmla="*/ 4289 h 33"/>
                <a:gd name="T42" fmla="*/ 1083 w 36"/>
                <a:gd name="T43" fmla="*/ 3590 h 33"/>
                <a:gd name="T44" fmla="*/ 192 w 36"/>
                <a:gd name="T45" fmla="*/ 3049 h 33"/>
                <a:gd name="T46" fmla="*/ 1083 w 36"/>
                <a:gd name="T47" fmla="*/ 4131 h 33"/>
                <a:gd name="T48" fmla="*/ 891 w 36"/>
                <a:gd name="T49" fmla="*/ 4289 h 33"/>
                <a:gd name="T50" fmla="*/ 541 w 36"/>
                <a:gd name="T51" fmla="*/ 4289 h 3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6" h="33">
                  <a:moveTo>
                    <a:pt x="3" y="24"/>
                  </a:moveTo>
                  <a:cubicBezTo>
                    <a:pt x="3" y="24"/>
                    <a:pt x="14" y="28"/>
                    <a:pt x="17" y="27"/>
                  </a:cubicBezTo>
                  <a:cubicBezTo>
                    <a:pt x="17" y="27"/>
                    <a:pt x="28" y="33"/>
                    <a:pt x="26" y="29"/>
                  </a:cubicBezTo>
                  <a:cubicBezTo>
                    <a:pt x="26" y="29"/>
                    <a:pt x="33" y="31"/>
                    <a:pt x="32" y="28"/>
                  </a:cubicBezTo>
                  <a:cubicBezTo>
                    <a:pt x="32" y="28"/>
                    <a:pt x="35" y="29"/>
                    <a:pt x="35" y="26"/>
                  </a:cubicBezTo>
                  <a:cubicBezTo>
                    <a:pt x="35" y="26"/>
                    <a:pt x="36" y="14"/>
                    <a:pt x="15" y="4"/>
                  </a:cubicBezTo>
                  <a:cubicBezTo>
                    <a:pt x="15" y="4"/>
                    <a:pt x="10" y="1"/>
                    <a:pt x="6" y="0"/>
                  </a:cubicBezTo>
                  <a:cubicBezTo>
                    <a:pt x="6" y="0"/>
                    <a:pt x="16" y="4"/>
                    <a:pt x="17" y="8"/>
                  </a:cubicBezTo>
                  <a:cubicBezTo>
                    <a:pt x="17" y="8"/>
                    <a:pt x="30" y="13"/>
                    <a:pt x="33" y="22"/>
                  </a:cubicBezTo>
                  <a:cubicBezTo>
                    <a:pt x="33" y="22"/>
                    <a:pt x="34" y="28"/>
                    <a:pt x="30" y="22"/>
                  </a:cubicBezTo>
                  <a:cubicBezTo>
                    <a:pt x="30" y="22"/>
                    <a:pt x="24" y="13"/>
                    <a:pt x="18" y="10"/>
                  </a:cubicBezTo>
                  <a:cubicBezTo>
                    <a:pt x="18" y="10"/>
                    <a:pt x="15" y="8"/>
                    <a:pt x="14" y="9"/>
                  </a:cubicBezTo>
                  <a:cubicBezTo>
                    <a:pt x="14" y="9"/>
                    <a:pt x="13" y="10"/>
                    <a:pt x="14" y="11"/>
                  </a:cubicBezTo>
                  <a:cubicBezTo>
                    <a:pt x="14" y="11"/>
                    <a:pt x="15" y="13"/>
                    <a:pt x="13" y="13"/>
                  </a:cubicBezTo>
                  <a:cubicBezTo>
                    <a:pt x="13" y="13"/>
                    <a:pt x="9" y="12"/>
                    <a:pt x="10" y="14"/>
                  </a:cubicBezTo>
                  <a:cubicBezTo>
                    <a:pt x="10" y="14"/>
                    <a:pt x="10" y="15"/>
                    <a:pt x="11" y="16"/>
                  </a:cubicBezTo>
                  <a:cubicBezTo>
                    <a:pt x="11" y="16"/>
                    <a:pt x="15" y="20"/>
                    <a:pt x="12" y="18"/>
                  </a:cubicBezTo>
                  <a:cubicBezTo>
                    <a:pt x="12" y="18"/>
                    <a:pt x="8" y="16"/>
                    <a:pt x="6" y="14"/>
                  </a:cubicBezTo>
                  <a:cubicBezTo>
                    <a:pt x="6" y="14"/>
                    <a:pt x="5" y="13"/>
                    <a:pt x="6" y="15"/>
                  </a:cubicBezTo>
                  <a:cubicBezTo>
                    <a:pt x="6" y="15"/>
                    <a:pt x="10" y="20"/>
                    <a:pt x="12" y="22"/>
                  </a:cubicBezTo>
                  <a:cubicBezTo>
                    <a:pt x="12" y="22"/>
                    <a:pt x="14" y="25"/>
                    <a:pt x="12" y="24"/>
                  </a:cubicBezTo>
                  <a:cubicBezTo>
                    <a:pt x="12" y="24"/>
                    <a:pt x="8" y="24"/>
                    <a:pt x="6" y="20"/>
                  </a:cubicBezTo>
                  <a:cubicBezTo>
                    <a:pt x="6" y="20"/>
                    <a:pt x="0" y="15"/>
                    <a:pt x="1" y="17"/>
                  </a:cubicBezTo>
                  <a:cubicBezTo>
                    <a:pt x="1" y="17"/>
                    <a:pt x="3" y="21"/>
                    <a:pt x="6" y="23"/>
                  </a:cubicBezTo>
                  <a:cubicBezTo>
                    <a:pt x="6" y="23"/>
                    <a:pt x="8" y="25"/>
                    <a:pt x="5" y="24"/>
                  </a:cubicBezTo>
                  <a:cubicBezTo>
                    <a:pt x="5" y="24"/>
                    <a:pt x="1" y="23"/>
                    <a:pt x="3" y="24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57" name="Freeform 1718"/>
            <p:cNvSpPr>
              <a:spLocks/>
            </p:cNvSpPr>
            <p:nvPr/>
          </p:nvSpPr>
          <p:spPr bwMode="auto">
            <a:xfrm>
              <a:off x="4608" y="-8273"/>
              <a:ext cx="462" cy="237"/>
            </a:xfrm>
            <a:custGeom>
              <a:avLst/>
              <a:gdLst>
                <a:gd name="T0" fmla="*/ 192 w 82"/>
                <a:gd name="T1" fmla="*/ 7003 h 42"/>
                <a:gd name="T2" fmla="*/ 4288 w 82"/>
                <a:gd name="T3" fmla="*/ 4684 h 42"/>
                <a:gd name="T4" fmla="*/ 5555 w 82"/>
                <a:gd name="T5" fmla="*/ 4300 h 42"/>
                <a:gd name="T6" fmla="*/ 6603 w 82"/>
                <a:gd name="T7" fmla="*/ 4492 h 42"/>
                <a:gd name="T8" fmla="*/ 7330 w 82"/>
                <a:gd name="T9" fmla="*/ 4300 h 42"/>
                <a:gd name="T10" fmla="*/ 8761 w 82"/>
                <a:gd name="T11" fmla="*/ 4684 h 42"/>
                <a:gd name="T12" fmla="*/ 11618 w 82"/>
                <a:gd name="T13" fmla="*/ 4684 h 42"/>
                <a:gd name="T14" fmla="*/ 14474 w 82"/>
                <a:gd name="T15" fmla="*/ 5033 h 42"/>
                <a:gd name="T16" fmla="*/ 11077 w 82"/>
                <a:gd name="T17" fmla="*/ 1275 h 42"/>
                <a:gd name="T18" fmla="*/ 7679 w 82"/>
                <a:gd name="T19" fmla="*/ 0 h 42"/>
                <a:gd name="T20" fmla="*/ 4474 w 82"/>
                <a:gd name="T21" fmla="*/ 1275 h 42"/>
                <a:gd name="T22" fmla="*/ 192 w 82"/>
                <a:gd name="T23" fmla="*/ 7003 h 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2" h="42">
                  <a:moveTo>
                    <a:pt x="1" y="39"/>
                  </a:moveTo>
                  <a:cubicBezTo>
                    <a:pt x="0" y="42"/>
                    <a:pt x="13" y="27"/>
                    <a:pt x="24" y="26"/>
                  </a:cubicBezTo>
                  <a:cubicBezTo>
                    <a:pt x="24" y="26"/>
                    <a:pt x="30" y="26"/>
                    <a:pt x="31" y="24"/>
                  </a:cubicBezTo>
                  <a:cubicBezTo>
                    <a:pt x="31" y="24"/>
                    <a:pt x="35" y="26"/>
                    <a:pt x="37" y="25"/>
                  </a:cubicBezTo>
                  <a:cubicBezTo>
                    <a:pt x="37" y="25"/>
                    <a:pt x="39" y="25"/>
                    <a:pt x="41" y="24"/>
                  </a:cubicBezTo>
                  <a:cubicBezTo>
                    <a:pt x="41" y="24"/>
                    <a:pt x="48" y="28"/>
                    <a:pt x="49" y="26"/>
                  </a:cubicBezTo>
                  <a:cubicBezTo>
                    <a:pt x="49" y="26"/>
                    <a:pt x="64" y="30"/>
                    <a:pt x="65" y="26"/>
                  </a:cubicBezTo>
                  <a:cubicBezTo>
                    <a:pt x="65" y="26"/>
                    <a:pt x="80" y="32"/>
                    <a:pt x="81" y="28"/>
                  </a:cubicBezTo>
                  <a:cubicBezTo>
                    <a:pt x="81" y="28"/>
                    <a:pt x="82" y="15"/>
                    <a:pt x="62" y="7"/>
                  </a:cubicBezTo>
                  <a:cubicBezTo>
                    <a:pt x="62" y="7"/>
                    <a:pt x="61" y="0"/>
                    <a:pt x="43" y="0"/>
                  </a:cubicBezTo>
                  <a:cubicBezTo>
                    <a:pt x="43" y="0"/>
                    <a:pt x="30" y="1"/>
                    <a:pt x="25" y="7"/>
                  </a:cubicBezTo>
                  <a:cubicBezTo>
                    <a:pt x="25" y="7"/>
                    <a:pt x="4" y="26"/>
                    <a:pt x="1" y="3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58" name="Freeform 1719"/>
            <p:cNvSpPr>
              <a:spLocks/>
            </p:cNvSpPr>
            <p:nvPr/>
          </p:nvSpPr>
          <p:spPr bwMode="auto">
            <a:xfrm>
              <a:off x="4664" y="-8262"/>
              <a:ext cx="395" cy="152"/>
            </a:xfrm>
            <a:custGeom>
              <a:avLst/>
              <a:gdLst>
                <a:gd name="T0" fmla="*/ 0 w 70"/>
                <a:gd name="T1" fmla="*/ 4819 h 27"/>
                <a:gd name="T2" fmla="*/ 1275 w 70"/>
                <a:gd name="T3" fmla="*/ 3929 h 27"/>
                <a:gd name="T4" fmla="*/ 1783 w 70"/>
                <a:gd name="T5" fmla="*/ 3738 h 27"/>
                <a:gd name="T6" fmla="*/ 2325 w 70"/>
                <a:gd name="T7" fmla="*/ 3389 h 27"/>
                <a:gd name="T8" fmla="*/ 2709 w 70"/>
                <a:gd name="T9" fmla="*/ 3738 h 27"/>
                <a:gd name="T10" fmla="*/ 3250 w 70"/>
                <a:gd name="T11" fmla="*/ 3738 h 27"/>
                <a:gd name="T12" fmla="*/ 3792 w 70"/>
                <a:gd name="T13" fmla="*/ 3738 h 27"/>
                <a:gd name="T14" fmla="*/ 4300 w 70"/>
                <a:gd name="T15" fmla="*/ 3580 h 27"/>
                <a:gd name="T16" fmla="*/ 4842 w 70"/>
                <a:gd name="T17" fmla="*/ 3738 h 27"/>
                <a:gd name="T18" fmla="*/ 5383 w 70"/>
                <a:gd name="T19" fmla="*/ 3738 h 27"/>
                <a:gd name="T20" fmla="*/ 5925 w 70"/>
                <a:gd name="T21" fmla="*/ 3738 h 27"/>
                <a:gd name="T22" fmla="*/ 6653 w 70"/>
                <a:gd name="T23" fmla="*/ 3738 h 27"/>
                <a:gd name="T24" fmla="*/ 7195 w 70"/>
                <a:gd name="T25" fmla="*/ 4087 h 27"/>
                <a:gd name="T26" fmla="*/ 7894 w 70"/>
                <a:gd name="T27" fmla="*/ 4087 h 27"/>
                <a:gd name="T28" fmla="*/ 9170 w 70"/>
                <a:gd name="T29" fmla="*/ 4087 h 27"/>
                <a:gd name="T30" fmla="*/ 10411 w 70"/>
                <a:gd name="T31" fmla="*/ 4087 h 27"/>
                <a:gd name="T32" fmla="*/ 11686 w 70"/>
                <a:gd name="T33" fmla="*/ 4470 h 27"/>
                <a:gd name="T34" fmla="*/ 12386 w 70"/>
                <a:gd name="T35" fmla="*/ 3929 h 27"/>
                <a:gd name="T36" fmla="*/ 12036 w 70"/>
                <a:gd name="T37" fmla="*/ 3040 h 27"/>
                <a:gd name="T38" fmla="*/ 10061 w 70"/>
                <a:gd name="T39" fmla="*/ 1424 h 27"/>
                <a:gd name="T40" fmla="*/ 7736 w 70"/>
                <a:gd name="T41" fmla="*/ 191 h 27"/>
                <a:gd name="T42" fmla="*/ 3058 w 70"/>
                <a:gd name="T43" fmla="*/ 1075 h 27"/>
                <a:gd name="T44" fmla="*/ 1625 w 70"/>
                <a:gd name="T45" fmla="*/ 2505 h 27"/>
                <a:gd name="T46" fmla="*/ 892 w 70"/>
                <a:gd name="T47" fmla="*/ 3389 h 27"/>
                <a:gd name="T48" fmla="*/ 192 w 70"/>
                <a:gd name="T49" fmla="*/ 4279 h 27"/>
                <a:gd name="T50" fmla="*/ 0 w 70"/>
                <a:gd name="T51" fmla="*/ 4819 h 2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0" h="27">
                  <a:moveTo>
                    <a:pt x="0" y="27"/>
                  </a:moveTo>
                  <a:cubicBezTo>
                    <a:pt x="1" y="25"/>
                    <a:pt x="5" y="23"/>
                    <a:pt x="7" y="22"/>
                  </a:cubicBezTo>
                  <a:cubicBezTo>
                    <a:pt x="8" y="22"/>
                    <a:pt x="9" y="22"/>
                    <a:pt x="10" y="21"/>
                  </a:cubicBezTo>
                  <a:cubicBezTo>
                    <a:pt x="11" y="21"/>
                    <a:pt x="12" y="19"/>
                    <a:pt x="13" y="19"/>
                  </a:cubicBezTo>
                  <a:cubicBezTo>
                    <a:pt x="14" y="19"/>
                    <a:pt x="15" y="20"/>
                    <a:pt x="15" y="21"/>
                  </a:cubicBezTo>
                  <a:cubicBezTo>
                    <a:pt x="17" y="22"/>
                    <a:pt x="17" y="21"/>
                    <a:pt x="18" y="21"/>
                  </a:cubicBezTo>
                  <a:cubicBezTo>
                    <a:pt x="19" y="20"/>
                    <a:pt x="19" y="21"/>
                    <a:pt x="21" y="21"/>
                  </a:cubicBezTo>
                  <a:cubicBezTo>
                    <a:pt x="22" y="21"/>
                    <a:pt x="23" y="20"/>
                    <a:pt x="24" y="20"/>
                  </a:cubicBezTo>
                  <a:cubicBezTo>
                    <a:pt x="25" y="20"/>
                    <a:pt x="26" y="21"/>
                    <a:pt x="27" y="21"/>
                  </a:cubicBezTo>
                  <a:cubicBezTo>
                    <a:pt x="28" y="21"/>
                    <a:pt x="29" y="21"/>
                    <a:pt x="30" y="21"/>
                  </a:cubicBezTo>
                  <a:cubicBezTo>
                    <a:pt x="31" y="20"/>
                    <a:pt x="32" y="21"/>
                    <a:pt x="33" y="21"/>
                  </a:cubicBezTo>
                  <a:cubicBezTo>
                    <a:pt x="35" y="22"/>
                    <a:pt x="35" y="21"/>
                    <a:pt x="37" y="21"/>
                  </a:cubicBezTo>
                  <a:cubicBezTo>
                    <a:pt x="38" y="22"/>
                    <a:pt x="39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4"/>
                    <a:pt x="48" y="23"/>
                    <a:pt x="51" y="23"/>
                  </a:cubicBezTo>
                  <a:cubicBezTo>
                    <a:pt x="54" y="24"/>
                    <a:pt x="56" y="22"/>
                    <a:pt x="58" y="23"/>
                  </a:cubicBezTo>
                  <a:cubicBezTo>
                    <a:pt x="60" y="23"/>
                    <a:pt x="63" y="24"/>
                    <a:pt x="65" y="25"/>
                  </a:cubicBezTo>
                  <a:cubicBezTo>
                    <a:pt x="68" y="26"/>
                    <a:pt x="70" y="26"/>
                    <a:pt x="69" y="22"/>
                  </a:cubicBezTo>
                  <a:cubicBezTo>
                    <a:pt x="69" y="21"/>
                    <a:pt x="68" y="18"/>
                    <a:pt x="67" y="17"/>
                  </a:cubicBezTo>
                  <a:cubicBezTo>
                    <a:pt x="64" y="13"/>
                    <a:pt x="61" y="10"/>
                    <a:pt x="56" y="8"/>
                  </a:cubicBezTo>
                  <a:cubicBezTo>
                    <a:pt x="52" y="6"/>
                    <a:pt x="48" y="2"/>
                    <a:pt x="43" y="1"/>
                  </a:cubicBezTo>
                  <a:cubicBezTo>
                    <a:pt x="34" y="0"/>
                    <a:pt x="24" y="0"/>
                    <a:pt x="17" y="6"/>
                  </a:cubicBezTo>
                  <a:cubicBezTo>
                    <a:pt x="14" y="9"/>
                    <a:pt x="12" y="11"/>
                    <a:pt x="9" y="14"/>
                  </a:cubicBezTo>
                  <a:cubicBezTo>
                    <a:pt x="7" y="16"/>
                    <a:pt x="6" y="17"/>
                    <a:pt x="5" y="19"/>
                  </a:cubicBezTo>
                  <a:cubicBezTo>
                    <a:pt x="4" y="20"/>
                    <a:pt x="3" y="23"/>
                    <a:pt x="1" y="24"/>
                  </a:cubicBezTo>
                  <a:lnTo>
                    <a:pt x="0" y="27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59" name="Freeform 1720"/>
            <p:cNvSpPr>
              <a:spLocks/>
            </p:cNvSpPr>
            <p:nvPr/>
          </p:nvSpPr>
          <p:spPr bwMode="auto">
            <a:xfrm>
              <a:off x="4726" y="-8245"/>
              <a:ext cx="321" cy="119"/>
            </a:xfrm>
            <a:custGeom>
              <a:avLst/>
              <a:gdLst>
                <a:gd name="T0" fmla="*/ 732 w 57"/>
                <a:gd name="T1" fmla="*/ 2182 h 21"/>
                <a:gd name="T2" fmla="*/ 0 w 57"/>
                <a:gd name="T3" fmla="*/ 2539 h 21"/>
                <a:gd name="T4" fmla="*/ 349 w 57"/>
                <a:gd name="T5" fmla="*/ 2731 h 21"/>
                <a:gd name="T6" fmla="*/ 890 w 57"/>
                <a:gd name="T7" fmla="*/ 2924 h 21"/>
                <a:gd name="T8" fmla="*/ 1239 w 57"/>
                <a:gd name="T9" fmla="*/ 2924 h 21"/>
                <a:gd name="T10" fmla="*/ 1774 w 57"/>
                <a:gd name="T11" fmla="*/ 3083 h 21"/>
                <a:gd name="T12" fmla="*/ 2157 w 57"/>
                <a:gd name="T13" fmla="*/ 2731 h 21"/>
                <a:gd name="T14" fmla="*/ 2664 w 57"/>
                <a:gd name="T15" fmla="*/ 2924 h 21"/>
                <a:gd name="T16" fmla="*/ 3047 w 57"/>
                <a:gd name="T17" fmla="*/ 2924 h 21"/>
                <a:gd name="T18" fmla="*/ 3396 w 57"/>
                <a:gd name="T19" fmla="*/ 2924 h 21"/>
                <a:gd name="T20" fmla="*/ 4122 w 57"/>
                <a:gd name="T21" fmla="*/ 2924 h 21"/>
                <a:gd name="T22" fmla="*/ 4471 w 57"/>
                <a:gd name="T23" fmla="*/ 3083 h 21"/>
                <a:gd name="T24" fmla="*/ 4471 w 57"/>
                <a:gd name="T25" fmla="*/ 2731 h 21"/>
                <a:gd name="T26" fmla="*/ 5170 w 57"/>
                <a:gd name="T27" fmla="*/ 2924 h 21"/>
                <a:gd name="T28" fmla="*/ 6060 w 57"/>
                <a:gd name="T29" fmla="*/ 3468 h 21"/>
                <a:gd name="T30" fmla="*/ 5710 w 57"/>
                <a:gd name="T31" fmla="*/ 2731 h 21"/>
                <a:gd name="T32" fmla="*/ 6595 w 57"/>
                <a:gd name="T33" fmla="*/ 3468 h 21"/>
                <a:gd name="T34" fmla="*/ 6245 w 57"/>
                <a:gd name="T35" fmla="*/ 2539 h 21"/>
                <a:gd name="T36" fmla="*/ 6786 w 57"/>
                <a:gd name="T37" fmla="*/ 2924 h 21"/>
                <a:gd name="T38" fmla="*/ 7327 w 57"/>
                <a:gd name="T39" fmla="*/ 3083 h 21"/>
                <a:gd name="T40" fmla="*/ 6978 w 57"/>
                <a:gd name="T41" fmla="*/ 2539 h 21"/>
                <a:gd name="T42" fmla="*/ 7135 w 57"/>
                <a:gd name="T43" fmla="*/ 2182 h 21"/>
                <a:gd name="T44" fmla="*/ 7518 w 57"/>
                <a:gd name="T45" fmla="*/ 1989 h 21"/>
                <a:gd name="T46" fmla="*/ 7518 w 57"/>
                <a:gd name="T47" fmla="*/ 1830 h 21"/>
                <a:gd name="T48" fmla="*/ 8025 w 57"/>
                <a:gd name="T49" fmla="*/ 1830 h 21"/>
                <a:gd name="T50" fmla="*/ 9990 w 57"/>
                <a:gd name="T51" fmla="*/ 3468 h 21"/>
                <a:gd name="T52" fmla="*/ 9641 w 57"/>
                <a:gd name="T53" fmla="*/ 2182 h 21"/>
                <a:gd name="T54" fmla="*/ 8402 w 57"/>
                <a:gd name="T55" fmla="*/ 1094 h 21"/>
                <a:gd name="T56" fmla="*/ 7135 w 57"/>
                <a:gd name="T57" fmla="*/ 544 h 21"/>
                <a:gd name="T58" fmla="*/ 5896 w 57"/>
                <a:gd name="T59" fmla="*/ 0 h 21"/>
                <a:gd name="T60" fmla="*/ 6437 w 57"/>
                <a:gd name="T61" fmla="*/ 901 h 21"/>
                <a:gd name="T62" fmla="*/ 5896 w 57"/>
                <a:gd name="T63" fmla="*/ 1094 h 21"/>
                <a:gd name="T64" fmla="*/ 6060 w 57"/>
                <a:gd name="T65" fmla="*/ 1445 h 21"/>
                <a:gd name="T66" fmla="*/ 5170 w 57"/>
                <a:gd name="T67" fmla="*/ 737 h 21"/>
                <a:gd name="T68" fmla="*/ 4821 w 57"/>
                <a:gd name="T69" fmla="*/ 1638 h 21"/>
                <a:gd name="T70" fmla="*/ 4471 w 57"/>
                <a:gd name="T71" fmla="*/ 1830 h 21"/>
                <a:gd name="T72" fmla="*/ 3745 w 57"/>
                <a:gd name="T73" fmla="*/ 1094 h 21"/>
                <a:gd name="T74" fmla="*/ 3582 w 57"/>
                <a:gd name="T75" fmla="*/ 1638 h 21"/>
                <a:gd name="T76" fmla="*/ 3047 w 57"/>
                <a:gd name="T77" fmla="*/ 1094 h 21"/>
                <a:gd name="T78" fmla="*/ 2855 w 57"/>
                <a:gd name="T79" fmla="*/ 1830 h 21"/>
                <a:gd name="T80" fmla="*/ 2506 w 57"/>
                <a:gd name="T81" fmla="*/ 1286 h 21"/>
                <a:gd name="T82" fmla="*/ 2315 w 57"/>
                <a:gd name="T83" fmla="*/ 1830 h 21"/>
                <a:gd name="T84" fmla="*/ 1965 w 57"/>
                <a:gd name="T85" fmla="*/ 1638 h 21"/>
                <a:gd name="T86" fmla="*/ 1616 w 57"/>
                <a:gd name="T87" fmla="*/ 2182 h 21"/>
                <a:gd name="T88" fmla="*/ 1425 w 57"/>
                <a:gd name="T89" fmla="*/ 1445 h 21"/>
                <a:gd name="T90" fmla="*/ 890 w 57"/>
                <a:gd name="T91" fmla="*/ 2374 h 21"/>
                <a:gd name="T92" fmla="*/ 732 w 57"/>
                <a:gd name="T93" fmla="*/ 2182 h 2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57" h="21">
                  <a:moveTo>
                    <a:pt x="4" y="12"/>
                  </a:moveTo>
                  <a:cubicBezTo>
                    <a:pt x="3" y="12"/>
                    <a:pt x="0" y="13"/>
                    <a:pt x="0" y="14"/>
                  </a:cubicBezTo>
                  <a:cubicBezTo>
                    <a:pt x="1" y="15"/>
                    <a:pt x="1" y="14"/>
                    <a:pt x="2" y="15"/>
                  </a:cubicBezTo>
                  <a:cubicBezTo>
                    <a:pt x="3" y="15"/>
                    <a:pt x="4" y="16"/>
                    <a:pt x="5" y="16"/>
                  </a:cubicBezTo>
                  <a:cubicBezTo>
                    <a:pt x="6" y="16"/>
                    <a:pt x="6" y="16"/>
                    <a:pt x="7" y="16"/>
                  </a:cubicBezTo>
                  <a:cubicBezTo>
                    <a:pt x="8" y="16"/>
                    <a:pt x="9" y="17"/>
                    <a:pt x="10" y="17"/>
                  </a:cubicBezTo>
                  <a:cubicBezTo>
                    <a:pt x="11" y="17"/>
                    <a:pt x="11" y="15"/>
                    <a:pt x="12" y="15"/>
                  </a:cubicBezTo>
                  <a:cubicBezTo>
                    <a:pt x="13" y="15"/>
                    <a:pt x="14" y="16"/>
                    <a:pt x="15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8" y="15"/>
                    <a:pt x="18" y="16"/>
                    <a:pt x="19" y="16"/>
                  </a:cubicBezTo>
                  <a:cubicBezTo>
                    <a:pt x="22" y="17"/>
                    <a:pt x="20" y="14"/>
                    <a:pt x="23" y="16"/>
                  </a:cubicBezTo>
                  <a:cubicBezTo>
                    <a:pt x="23" y="16"/>
                    <a:pt x="25" y="17"/>
                    <a:pt x="25" y="17"/>
                  </a:cubicBezTo>
                  <a:cubicBezTo>
                    <a:pt x="26" y="16"/>
                    <a:pt x="25" y="15"/>
                    <a:pt x="25" y="15"/>
                  </a:cubicBezTo>
                  <a:cubicBezTo>
                    <a:pt x="25" y="12"/>
                    <a:pt x="28" y="15"/>
                    <a:pt x="29" y="16"/>
                  </a:cubicBezTo>
                  <a:cubicBezTo>
                    <a:pt x="30" y="17"/>
                    <a:pt x="32" y="19"/>
                    <a:pt x="34" y="19"/>
                  </a:cubicBezTo>
                  <a:cubicBezTo>
                    <a:pt x="34" y="17"/>
                    <a:pt x="32" y="16"/>
                    <a:pt x="32" y="15"/>
                  </a:cubicBezTo>
                  <a:cubicBezTo>
                    <a:pt x="33" y="15"/>
                    <a:pt x="35" y="18"/>
                    <a:pt x="37" y="19"/>
                  </a:cubicBezTo>
                  <a:cubicBezTo>
                    <a:pt x="37" y="17"/>
                    <a:pt x="35" y="16"/>
                    <a:pt x="35" y="14"/>
                  </a:cubicBezTo>
                  <a:cubicBezTo>
                    <a:pt x="36" y="14"/>
                    <a:pt x="37" y="16"/>
                    <a:pt x="38" y="16"/>
                  </a:cubicBezTo>
                  <a:cubicBezTo>
                    <a:pt x="39" y="17"/>
                    <a:pt x="40" y="17"/>
                    <a:pt x="41" y="17"/>
                  </a:cubicBezTo>
                  <a:cubicBezTo>
                    <a:pt x="41" y="15"/>
                    <a:pt x="40" y="15"/>
                    <a:pt x="39" y="14"/>
                  </a:cubicBezTo>
                  <a:cubicBezTo>
                    <a:pt x="39" y="12"/>
                    <a:pt x="39" y="12"/>
                    <a:pt x="40" y="12"/>
                  </a:cubicBezTo>
                  <a:cubicBezTo>
                    <a:pt x="41" y="11"/>
                    <a:pt x="41" y="11"/>
                    <a:pt x="42" y="11"/>
                  </a:cubicBezTo>
                  <a:cubicBezTo>
                    <a:pt x="42" y="11"/>
                    <a:pt x="41" y="10"/>
                    <a:pt x="42" y="10"/>
                  </a:cubicBezTo>
                  <a:cubicBezTo>
                    <a:pt x="43" y="9"/>
                    <a:pt x="44" y="10"/>
                    <a:pt x="45" y="10"/>
                  </a:cubicBezTo>
                  <a:cubicBezTo>
                    <a:pt x="46" y="11"/>
                    <a:pt x="55" y="21"/>
                    <a:pt x="56" y="19"/>
                  </a:cubicBezTo>
                  <a:cubicBezTo>
                    <a:pt x="57" y="17"/>
                    <a:pt x="54" y="13"/>
                    <a:pt x="54" y="12"/>
                  </a:cubicBezTo>
                  <a:cubicBezTo>
                    <a:pt x="52" y="10"/>
                    <a:pt x="49" y="8"/>
                    <a:pt x="47" y="6"/>
                  </a:cubicBezTo>
                  <a:cubicBezTo>
                    <a:pt x="45" y="5"/>
                    <a:pt x="43" y="4"/>
                    <a:pt x="40" y="3"/>
                  </a:cubicBezTo>
                  <a:cubicBezTo>
                    <a:pt x="39" y="3"/>
                    <a:pt x="34" y="0"/>
                    <a:pt x="33" y="0"/>
                  </a:cubicBezTo>
                  <a:cubicBezTo>
                    <a:pt x="33" y="1"/>
                    <a:pt x="35" y="4"/>
                    <a:pt x="36" y="5"/>
                  </a:cubicBezTo>
                  <a:cubicBezTo>
                    <a:pt x="37" y="9"/>
                    <a:pt x="35" y="6"/>
                    <a:pt x="33" y="6"/>
                  </a:cubicBezTo>
                  <a:cubicBezTo>
                    <a:pt x="33" y="6"/>
                    <a:pt x="34" y="7"/>
                    <a:pt x="34" y="8"/>
                  </a:cubicBezTo>
                  <a:cubicBezTo>
                    <a:pt x="32" y="7"/>
                    <a:pt x="31" y="4"/>
                    <a:pt x="29" y="4"/>
                  </a:cubicBezTo>
                  <a:cubicBezTo>
                    <a:pt x="26" y="5"/>
                    <a:pt x="26" y="7"/>
                    <a:pt x="27" y="9"/>
                  </a:cubicBezTo>
                  <a:cubicBezTo>
                    <a:pt x="26" y="9"/>
                    <a:pt x="24" y="6"/>
                    <a:pt x="25" y="10"/>
                  </a:cubicBezTo>
                  <a:cubicBezTo>
                    <a:pt x="23" y="10"/>
                    <a:pt x="22" y="6"/>
                    <a:pt x="21" y="6"/>
                  </a:cubicBezTo>
                  <a:cubicBezTo>
                    <a:pt x="20" y="6"/>
                    <a:pt x="20" y="8"/>
                    <a:pt x="20" y="9"/>
                  </a:cubicBezTo>
                  <a:cubicBezTo>
                    <a:pt x="19" y="9"/>
                    <a:pt x="18" y="6"/>
                    <a:pt x="17" y="6"/>
                  </a:cubicBezTo>
                  <a:cubicBezTo>
                    <a:pt x="16" y="6"/>
                    <a:pt x="17" y="9"/>
                    <a:pt x="16" y="10"/>
                  </a:cubicBezTo>
                  <a:cubicBezTo>
                    <a:pt x="15" y="9"/>
                    <a:pt x="15" y="8"/>
                    <a:pt x="14" y="7"/>
                  </a:cubicBezTo>
                  <a:cubicBezTo>
                    <a:pt x="13" y="7"/>
                    <a:pt x="13" y="9"/>
                    <a:pt x="13" y="10"/>
                  </a:cubicBezTo>
                  <a:cubicBezTo>
                    <a:pt x="12" y="9"/>
                    <a:pt x="12" y="8"/>
                    <a:pt x="11" y="9"/>
                  </a:cubicBezTo>
                  <a:cubicBezTo>
                    <a:pt x="10" y="10"/>
                    <a:pt x="10" y="11"/>
                    <a:pt x="9" y="12"/>
                  </a:cubicBezTo>
                  <a:cubicBezTo>
                    <a:pt x="8" y="11"/>
                    <a:pt x="9" y="9"/>
                    <a:pt x="8" y="8"/>
                  </a:cubicBezTo>
                  <a:cubicBezTo>
                    <a:pt x="7" y="9"/>
                    <a:pt x="6" y="15"/>
                    <a:pt x="5" y="13"/>
                  </a:cubicBezTo>
                  <a:lnTo>
                    <a:pt x="4" y="12"/>
                  </a:ln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60" name="Freeform 1721"/>
            <p:cNvSpPr>
              <a:spLocks/>
            </p:cNvSpPr>
            <p:nvPr/>
          </p:nvSpPr>
          <p:spPr bwMode="auto">
            <a:xfrm>
              <a:off x="4754" y="-8177"/>
              <a:ext cx="23" cy="45"/>
            </a:xfrm>
            <a:custGeom>
              <a:avLst/>
              <a:gdLst>
                <a:gd name="T0" fmla="*/ 201 w 4"/>
                <a:gd name="T1" fmla="*/ 1074 h 8"/>
                <a:gd name="T2" fmla="*/ 397 w 4"/>
                <a:gd name="T3" fmla="*/ 349 h 8"/>
                <a:gd name="T4" fmla="*/ 759 w 4"/>
                <a:gd name="T5" fmla="*/ 191 h 8"/>
                <a:gd name="T6" fmla="*/ 201 w 4"/>
                <a:gd name="T7" fmla="*/ 1074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8">
                  <a:moveTo>
                    <a:pt x="1" y="6"/>
                  </a:moveTo>
                  <a:cubicBezTo>
                    <a:pt x="1" y="6"/>
                    <a:pt x="0" y="5"/>
                    <a:pt x="2" y="2"/>
                  </a:cubicBezTo>
                  <a:cubicBezTo>
                    <a:pt x="2" y="2"/>
                    <a:pt x="4" y="0"/>
                    <a:pt x="4" y="1"/>
                  </a:cubicBezTo>
                  <a:cubicBezTo>
                    <a:pt x="4" y="1"/>
                    <a:pt x="2" y="8"/>
                    <a:pt x="1" y="6"/>
                  </a:cubicBez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61" name="Freeform 1722"/>
            <p:cNvSpPr>
              <a:spLocks/>
            </p:cNvSpPr>
            <p:nvPr/>
          </p:nvSpPr>
          <p:spPr bwMode="auto">
            <a:xfrm>
              <a:off x="4816" y="-8188"/>
              <a:ext cx="28" cy="45"/>
            </a:xfrm>
            <a:custGeom>
              <a:avLst/>
              <a:gdLst>
                <a:gd name="T0" fmla="*/ 0 w 5"/>
                <a:gd name="T1" fmla="*/ 0 h 8"/>
                <a:gd name="T2" fmla="*/ 689 w 5"/>
                <a:gd name="T3" fmla="*/ 1423 h 8"/>
                <a:gd name="T4" fmla="*/ 532 w 5"/>
                <a:gd name="T5" fmla="*/ 726 h 8"/>
                <a:gd name="T6" fmla="*/ 190 w 5"/>
                <a:gd name="T7" fmla="*/ 0 h 8"/>
                <a:gd name="T8" fmla="*/ 0 w 5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8">
                  <a:moveTo>
                    <a:pt x="0" y="0"/>
                  </a:moveTo>
                  <a:cubicBezTo>
                    <a:pt x="0" y="2"/>
                    <a:pt x="2" y="8"/>
                    <a:pt x="4" y="8"/>
                  </a:cubicBezTo>
                  <a:cubicBezTo>
                    <a:pt x="5" y="7"/>
                    <a:pt x="4" y="5"/>
                    <a:pt x="3" y="4"/>
                  </a:cubicBezTo>
                  <a:cubicBezTo>
                    <a:pt x="3" y="3"/>
                    <a:pt x="2" y="2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62" name="Freeform 1723"/>
            <p:cNvSpPr>
              <a:spLocks/>
            </p:cNvSpPr>
            <p:nvPr/>
          </p:nvSpPr>
          <p:spPr bwMode="auto">
            <a:xfrm>
              <a:off x="4833" y="-8194"/>
              <a:ext cx="40" cy="51"/>
            </a:xfrm>
            <a:custGeom>
              <a:avLst/>
              <a:gdLst>
                <a:gd name="T0" fmla="*/ 194 w 7"/>
                <a:gd name="T1" fmla="*/ 351 h 9"/>
                <a:gd name="T2" fmla="*/ 1309 w 7"/>
                <a:gd name="T3" fmla="*/ 1638 h 9"/>
                <a:gd name="T4" fmla="*/ 749 w 7"/>
                <a:gd name="T5" fmla="*/ 737 h 9"/>
                <a:gd name="T6" fmla="*/ 0 w 7"/>
                <a:gd name="T7" fmla="*/ 0 h 9"/>
                <a:gd name="T8" fmla="*/ 194 w 7"/>
                <a:gd name="T9" fmla="*/ 351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9">
                  <a:moveTo>
                    <a:pt x="1" y="2"/>
                  </a:moveTo>
                  <a:cubicBezTo>
                    <a:pt x="2" y="4"/>
                    <a:pt x="5" y="9"/>
                    <a:pt x="7" y="9"/>
                  </a:cubicBezTo>
                  <a:cubicBezTo>
                    <a:pt x="7" y="7"/>
                    <a:pt x="5" y="5"/>
                    <a:pt x="4" y="4"/>
                  </a:cubicBezTo>
                  <a:cubicBezTo>
                    <a:pt x="3" y="3"/>
                    <a:pt x="1" y="0"/>
                    <a:pt x="0" y="0"/>
                  </a:cubicBezTo>
                  <a:cubicBezTo>
                    <a:pt x="0" y="1"/>
                    <a:pt x="1" y="1"/>
                    <a:pt x="1" y="2"/>
                  </a:cubicBez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63" name="Freeform 1724"/>
            <p:cNvSpPr>
              <a:spLocks/>
            </p:cNvSpPr>
            <p:nvPr/>
          </p:nvSpPr>
          <p:spPr bwMode="auto">
            <a:xfrm>
              <a:off x="4518" y="-8262"/>
              <a:ext cx="287" cy="310"/>
            </a:xfrm>
            <a:custGeom>
              <a:avLst/>
              <a:gdLst>
                <a:gd name="T0" fmla="*/ 1773 w 51"/>
                <a:gd name="T1" fmla="*/ 9847 h 55"/>
                <a:gd name="T2" fmla="*/ 2155 w 51"/>
                <a:gd name="T3" fmla="*/ 8607 h 55"/>
                <a:gd name="T4" fmla="*/ 2504 w 51"/>
                <a:gd name="T5" fmla="*/ 7880 h 55"/>
                <a:gd name="T6" fmla="*/ 3579 w 51"/>
                <a:gd name="T7" fmla="*/ 5907 h 55"/>
                <a:gd name="T8" fmla="*/ 8013 w 51"/>
                <a:gd name="T9" fmla="*/ 541 h 55"/>
                <a:gd name="T10" fmla="*/ 8548 w 51"/>
                <a:gd name="T11" fmla="*/ 192 h 55"/>
                <a:gd name="T12" fmla="*/ 3737 w 51"/>
                <a:gd name="T13" fmla="*/ 4131 h 55"/>
                <a:gd name="T14" fmla="*/ 1075 w 51"/>
                <a:gd name="T15" fmla="*/ 7530 h 55"/>
                <a:gd name="T16" fmla="*/ 0 w 51"/>
                <a:gd name="T17" fmla="*/ 8770 h 55"/>
                <a:gd name="T18" fmla="*/ 1773 w 51"/>
                <a:gd name="T19" fmla="*/ 9847 h 5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1" h="55">
                  <a:moveTo>
                    <a:pt x="10" y="55"/>
                  </a:moveTo>
                  <a:cubicBezTo>
                    <a:pt x="10" y="55"/>
                    <a:pt x="13" y="51"/>
                    <a:pt x="12" y="48"/>
                  </a:cubicBezTo>
                  <a:cubicBezTo>
                    <a:pt x="12" y="48"/>
                    <a:pt x="14" y="45"/>
                    <a:pt x="14" y="44"/>
                  </a:cubicBezTo>
                  <a:cubicBezTo>
                    <a:pt x="14" y="44"/>
                    <a:pt x="19" y="35"/>
                    <a:pt x="20" y="33"/>
                  </a:cubicBezTo>
                  <a:cubicBezTo>
                    <a:pt x="20" y="33"/>
                    <a:pt x="35" y="11"/>
                    <a:pt x="45" y="3"/>
                  </a:cubicBezTo>
                  <a:cubicBezTo>
                    <a:pt x="45" y="3"/>
                    <a:pt x="51" y="0"/>
                    <a:pt x="48" y="1"/>
                  </a:cubicBezTo>
                  <a:cubicBezTo>
                    <a:pt x="48" y="1"/>
                    <a:pt x="39" y="3"/>
                    <a:pt x="21" y="23"/>
                  </a:cubicBezTo>
                  <a:cubicBezTo>
                    <a:pt x="21" y="23"/>
                    <a:pt x="10" y="33"/>
                    <a:pt x="6" y="42"/>
                  </a:cubicBezTo>
                  <a:cubicBezTo>
                    <a:pt x="6" y="42"/>
                    <a:pt x="2" y="48"/>
                    <a:pt x="0" y="49"/>
                  </a:cubicBezTo>
                  <a:lnTo>
                    <a:pt x="10" y="55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64" name="Freeform 1725"/>
            <p:cNvSpPr>
              <a:spLocks/>
            </p:cNvSpPr>
            <p:nvPr/>
          </p:nvSpPr>
          <p:spPr bwMode="auto">
            <a:xfrm>
              <a:off x="4512" y="-8239"/>
              <a:ext cx="248" cy="265"/>
            </a:xfrm>
            <a:custGeom>
              <a:avLst/>
              <a:gdLst>
                <a:gd name="T0" fmla="*/ 1082 w 44"/>
                <a:gd name="T1" fmla="*/ 8424 h 47"/>
                <a:gd name="T2" fmla="*/ 1781 w 44"/>
                <a:gd name="T3" fmla="*/ 7691 h 47"/>
                <a:gd name="T4" fmla="*/ 1967 w 44"/>
                <a:gd name="T5" fmla="*/ 6991 h 47"/>
                <a:gd name="T6" fmla="*/ 2700 w 44"/>
                <a:gd name="T7" fmla="*/ 5915 h 47"/>
                <a:gd name="T8" fmla="*/ 3590 w 44"/>
                <a:gd name="T9" fmla="*/ 4674 h 47"/>
                <a:gd name="T10" fmla="*/ 4673 w 44"/>
                <a:gd name="T11" fmla="*/ 3400 h 47"/>
                <a:gd name="T12" fmla="*/ 7147 w 44"/>
                <a:gd name="T13" fmla="*/ 541 h 47"/>
                <a:gd name="T14" fmla="*/ 7339 w 44"/>
                <a:gd name="T15" fmla="*/ 192 h 47"/>
                <a:gd name="T16" fmla="*/ 3940 w 44"/>
                <a:gd name="T17" fmla="*/ 3400 h 47"/>
                <a:gd name="T18" fmla="*/ 1082 w 44"/>
                <a:gd name="T19" fmla="*/ 6991 h 47"/>
                <a:gd name="T20" fmla="*/ 0 w 44"/>
                <a:gd name="T21" fmla="*/ 7882 h 47"/>
                <a:gd name="T22" fmla="*/ 1082 w 44"/>
                <a:gd name="T23" fmla="*/ 8424 h 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" h="47">
                  <a:moveTo>
                    <a:pt x="6" y="47"/>
                  </a:moveTo>
                  <a:cubicBezTo>
                    <a:pt x="6" y="47"/>
                    <a:pt x="9" y="46"/>
                    <a:pt x="10" y="43"/>
                  </a:cubicBezTo>
                  <a:cubicBezTo>
                    <a:pt x="10" y="43"/>
                    <a:pt x="10" y="41"/>
                    <a:pt x="11" y="39"/>
                  </a:cubicBezTo>
                  <a:cubicBezTo>
                    <a:pt x="11" y="39"/>
                    <a:pt x="14" y="35"/>
                    <a:pt x="15" y="33"/>
                  </a:cubicBezTo>
                  <a:cubicBezTo>
                    <a:pt x="15" y="33"/>
                    <a:pt x="18" y="28"/>
                    <a:pt x="20" y="26"/>
                  </a:cubicBezTo>
                  <a:cubicBezTo>
                    <a:pt x="20" y="26"/>
                    <a:pt x="25" y="21"/>
                    <a:pt x="26" y="19"/>
                  </a:cubicBezTo>
                  <a:cubicBezTo>
                    <a:pt x="26" y="19"/>
                    <a:pt x="35" y="7"/>
                    <a:pt x="40" y="3"/>
                  </a:cubicBezTo>
                  <a:cubicBezTo>
                    <a:pt x="40" y="3"/>
                    <a:pt x="44" y="0"/>
                    <a:pt x="41" y="1"/>
                  </a:cubicBezTo>
                  <a:cubicBezTo>
                    <a:pt x="41" y="1"/>
                    <a:pt x="32" y="9"/>
                    <a:pt x="22" y="19"/>
                  </a:cubicBezTo>
                  <a:cubicBezTo>
                    <a:pt x="22" y="19"/>
                    <a:pt x="9" y="29"/>
                    <a:pt x="6" y="39"/>
                  </a:cubicBezTo>
                  <a:cubicBezTo>
                    <a:pt x="6" y="39"/>
                    <a:pt x="2" y="44"/>
                    <a:pt x="0" y="44"/>
                  </a:cubicBezTo>
                  <a:lnTo>
                    <a:pt x="6" y="47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65" name="Freeform 1726"/>
            <p:cNvSpPr>
              <a:spLocks/>
            </p:cNvSpPr>
            <p:nvPr/>
          </p:nvSpPr>
          <p:spPr bwMode="auto">
            <a:xfrm>
              <a:off x="4523" y="-8194"/>
              <a:ext cx="181" cy="214"/>
            </a:xfrm>
            <a:custGeom>
              <a:avLst/>
              <a:gdLst>
                <a:gd name="T0" fmla="*/ 0 w 32"/>
                <a:gd name="T1" fmla="*/ 6437 h 38"/>
                <a:gd name="T2" fmla="*/ 894 w 32"/>
                <a:gd name="T3" fmla="*/ 5361 h 38"/>
                <a:gd name="T4" fmla="*/ 1442 w 32"/>
                <a:gd name="T5" fmla="*/ 4280 h 38"/>
                <a:gd name="T6" fmla="*/ 3614 w 32"/>
                <a:gd name="T7" fmla="*/ 2157 h 38"/>
                <a:gd name="T8" fmla="*/ 4157 w 32"/>
                <a:gd name="T9" fmla="*/ 1774 h 38"/>
                <a:gd name="T10" fmla="*/ 5249 w 32"/>
                <a:gd name="T11" fmla="*/ 541 h 38"/>
                <a:gd name="T12" fmla="*/ 3614 w 32"/>
                <a:gd name="T13" fmla="*/ 2506 h 38"/>
                <a:gd name="T14" fmla="*/ 2528 w 32"/>
                <a:gd name="T15" fmla="*/ 3931 h 38"/>
                <a:gd name="T16" fmla="*/ 1442 w 32"/>
                <a:gd name="T17" fmla="*/ 5361 h 38"/>
                <a:gd name="T18" fmla="*/ 1278 w 32"/>
                <a:gd name="T19" fmla="*/ 5553 h 38"/>
                <a:gd name="T20" fmla="*/ 1086 w 32"/>
                <a:gd name="T21" fmla="*/ 5896 h 38"/>
                <a:gd name="T22" fmla="*/ 351 w 32"/>
                <a:gd name="T23" fmla="*/ 6786 h 38"/>
                <a:gd name="T24" fmla="*/ 0 w 32"/>
                <a:gd name="T25" fmla="*/ 6437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38">
                  <a:moveTo>
                    <a:pt x="0" y="36"/>
                  </a:moveTo>
                  <a:cubicBezTo>
                    <a:pt x="0" y="36"/>
                    <a:pt x="4" y="32"/>
                    <a:pt x="5" y="30"/>
                  </a:cubicBezTo>
                  <a:cubicBezTo>
                    <a:pt x="5" y="30"/>
                    <a:pt x="5" y="26"/>
                    <a:pt x="8" y="24"/>
                  </a:cubicBezTo>
                  <a:cubicBezTo>
                    <a:pt x="8" y="24"/>
                    <a:pt x="15" y="14"/>
                    <a:pt x="20" y="12"/>
                  </a:cubicBezTo>
                  <a:cubicBezTo>
                    <a:pt x="20" y="12"/>
                    <a:pt x="22" y="10"/>
                    <a:pt x="23" y="10"/>
                  </a:cubicBezTo>
                  <a:cubicBezTo>
                    <a:pt x="23" y="10"/>
                    <a:pt x="32" y="0"/>
                    <a:pt x="29" y="3"/>
                  </a:cubicBezTo>
                  <a:cubicBezTo>
                    <a:pt x="29" y="3"/>
                    <a:pt x="23" y="12"/>
                    <a:pt x="20" y="14"/>
                  </a:cubicBezTo>
                  <a:cubicBezTo>
                    <a:pt x="20" y="14"/>
                    <a:pt x="16" y="18"/>
                    <a:pt x="14" y="22"/>
                  </a:cubicBezTo>
                  <a:cubicBezTo>
                    <a:pt x="14" y="22"/>
                    <a:pt x="9" y="28"/>
                    <a:pt x="8" y="30"/>
                  </a:cubicBezTo>
                  <a:cubicBezTo>
                    <a:pt x="8" y="30"/>
                    <a:pt x="8" y="32"/>
                    <a:pt x="7" y="31"/>
                  </a:cubicBezTo>
                  <a:cubicBezTo>
                    <a:pt x="7" y="31"/>
                    <a:pt x="6" y="31"/>
                    <a:pt x="6" y="33"/>
                  </a:cubicBezTo>
                  <a:cubicBezTo>
                    <a:pt x="6" y="33"/>
                    <a:pt x="4" y="38"/>
                    <a:pt x="2" y="38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66" name="Freeform 1727"/>
            <p:cNvSpPr>
              <a:spLocks/>
            </p:cNvSpPr>
            <p:nvPr/>
          </p:nvSpPr>
          <p:spPr bwMode="auto">
            <a:xfrm>
              <a:off x="4625" y="-8267"/>
              <a:ext cx="293" cy="180"/>
            </a:xfrm>
            <a:custGeom>
              <a:avLst/>
              <a:gdLst>
                <a:gd name="T0" fmla="*/ 890 w 52"/>
                <a:gd name="T1" fmla="*/ 5001 h 32"/>
                <a:gd name="T2" fmla="*/ 1431 w 52"/>
                <a:gd name="T3" fmla="*/ 4269 h 32"/>
                <a:gd name="T4" fmla="*/ 1966 w 52"/>
                <a:gd name="T5" fmla="*/ 3578 h 32"/>
                <a:gd name="T6" fmla="*/ 6097 w 52"/>
                <a:gd name="T7" fmla="*/ 349 h 32"/>
                <a:gd name="T8" fmla="*/ 8953 w 52"/>
                <a:gd name="T9" fmla="*/ 191 h 32"/>
                <a:gd name="T10" fmla="*/ 8762 w 52"/>
                <a:gd name="T11" fmla="*/ 191 h 32"/>
                <a:gd name="T12" fmla="*/ 5905 w 52"/>
                <a:gd name="T13" fmla="*/ 191 h 32"/>
                <a:gd name="T14" fmla="*/ 3048 w 52"/>
                <a:gd name="T15" fmla="*/ 1963 h 32"/>
                <a:gd name="T16" fmla="*/ 1431 w 52"/>
                <a:gd name="T17" fmla="*/ 3926 h 32"/>
                <a:gd name="T18" fmla="*/ 541 w 52"/>
                <a:gd name="T19" fmla="*/ 5158 h 32"/>
                <a:gd name="T20" fmla="*/ 890 w 52"/>
                <a:gd name="T21" fmla="*/ 5001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2" h="32">
                  <a:moveTo>
                    <a:pt x="5" y="28"/>
                  </a:moveTo>
                  <a:cubicBezTo>
                    <a:pt x="5" y="28"/>
                    <a:pt x="7" y="26"/>
                    <a:pt x="8" y="24"/>
                  </a:cubicBezTo>
                  <a:cubicBezTo>
                    <a:pt x="8" y="24"/>
                    <a:pt x="9" y="21"/>
                    <a:pt x="11" y="20"/>
                  </a:cubicBezTo>
                  <a:cubicBezTo>
                    <a:pt x="11" y="20"/>
                    <a:pt x="21" y="5"/>
                    <a:pt x="34" y="2"/>
                  </a:cubicBezTo>
                  <a:cubicBezTo>
                    <a:pt x="34" y="2"/>
                    <a:pt x="44" y="0"/>
                    <a:pt x="50" y="1"/>
                  </a:cubicBezTo>
                  <a:cubicBezTo>
                    <a:pt x="50" y="1"/>
                    <a:pt x="52" y="1"/>
                    <a:pt x="49" y="1"/>
                  </a:cubicBezTo>
                  <a:cubicBezTo>
                    <a:pt x="49" y="1"/>
                    <a:pt x="36" y="0"/>
                    <a:pt x="33" y="1"/>
                  </a:cubicBezTo>
                  <a:cubicBezTo>
                    <a:pt x="33" y="1"/>
                    <a:pt x="23" y="5"/>
                    <a:pt x="17" y="11"/>
                  </a:cubicBezTo>
                  <a:cubicBezTo>
                    <a:pt x="17" y="11"/>
                    <a:pt x="9" y="19"/>
                    <a:pt x="8" y="22"/>
                  </a:cubicBezTo>
                  <a:cubicBezTo>
                    <a:pt x="8" y="22"/>
                    <a:pt x="5" y="28"/>
                    <a:pt x="3" y="29"/>
                  </a:cubicBezTo>
                  <a:cubicBezTo>
                    <a:pt x="3" y="29"/>
                    <a:pt x="0" y="32"/>
                    <a:pt x="5" y="2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67" name="Freeform 1728"/>
            <p:cNvSpPr>
              <a:spLocks/>
            </p:cNvSpPr>
            <p:nvPr/>
          </p:nvSpPr>
          <p:spPr bwMode="auto">
            <a:xfrm>
              <a:off x="4952" y="-8217"/>
              <a:ext cx="95" cy="85"/>
            </a:xfrm>
            <a:custGeom>
              <a:avLst/>
              <a:gdLst>
                <a:gd name="T0" fmla="*/ 0 w 17"/>
                <a:gd name="T1" fmla="*/ 0 h 15"/>
                <a:gd name="T2" fmla="*/ 2436 w 17"/>
                <a:gd name="T3" fmla="*/ 2374 h 15"/>
                <a:gd name="T4" fmla="*/ 2621 w 17"/>
                <a:gd name="T5" fmla="*/ 2182 h 15"/>
                <a:gd name="T6" fmla="*/ 0 w 17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5">
                  <a:moveTo>
                    <a:pt x="0" y="0"/>
                  </a:moveTo>
                  <a:cubicBezTo>
                    <a:pt x="0" y="0"/>
                    <a:pt x="10" y="12"/>
                    <a:pt x="14" y="13"/>
                  </a:cubicBezTo>
                  <a:cubicBezTo>
                    <a:pt x="14" y="13"/>
                    <a:pt x="17" y="15"/>
                    <a:pt x="15" y="12"/>
                  </a:cubicBezTo>
                  <a:cubicBezTo>
                    <a:pt x="15" y="12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68" name="Freeform 1729"/>
            <p:cNvSpPr>
              <a:spLocks/>
            </p:cNvSpPr>
            <p:nvPr/>
          </p:nvSpPr>
          <p:spPr bwMode="auto">
            <a:xfrm>
              <a:off x="4923" y="-8217"/>
              <a:ext cx="79" cy="62"/>
            </a:xfrm>
            <a:custGeom>
              <a:avLst/>
              <a:gdLst>
                <a:gd name="T0" fmla="*/ 0 w 14"/>
                <a:gd name="T1" fmla="*/ 0 h 11"/>
                <a:gd name="T2" fmla="*/ 2167 w 14"/>
                <a:gd name="T3" fmla="*/ 1781 h 11"/>
                <a:gd name="T4" fmla="*/ 2167 w 14"/>
                <a:gd name="T5" fmla="*/ 1618 h 11"/>
                <a:gd name="T6" fmla="*/ 0 w 14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cubicBezTo>
                    <a:pt x="0" y="0"/>
                    <a:pt x="6" y="9"/>
                    <a:pt x="12" y="10"/>
                  </a:cubicBezTo>
                  <a:cubicBezTo>
                    <a:pt x="12" y="10"/>
                    <a:pt x="14" y="11"/>
                    <a:pt x="12" y="9"/>
                  </a:cubicBezTo>
                  <a:cubicBezTo>
                    <a:pt x="12" y="9"/>
                    <a:pt x="3" y="2"/>
                    <a:pt x="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69" name="Freeform 1730"/>
            <p:cNvSpPr>
              <a:spLocks/>
            </p:cNvSpPr>
            <p:nvPr/>
          </p:nvSpPr>
          <p:spPr bwMode="auto">
            <a:xfrm>
              <a:off x="4890" y="-8217"/>
              <a:ext cx="67" cy="68"/>
            </a:xfrm>
            <a:custGeom>
              <a:avLst/>
              <a:gdLst>
                <a:gd name="T0" fmla="*/ 0 w 12"/>
                <a:gd name="T1" fmla="*/ 0 h 12"/>
                <a:gd name="T2" fmla="*/ 1748 w 12"/>
                <a:gd name="T3" fmla="*/ 2182 h 12"/>
                <a:gd name="T4" fmla="*/ 1748 w 12"/>
                <a:gd name="T5" fmla="*/ 1830 h 12"/>
                <a:gd name="T6" fmla="*/ 0 w 12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0"/>
                  </a:moveTo>
                  <a:cubicBezTo>
                    <a:pt x="0" y="0"/>
                    <a:pt x="7" y="11"/>
                    <a:pt x="10" y="12"/>
                  </a:cubicBezTo>
                  <a:cubicBezTo>
                    <a:pt x="10" y="12"/>
                    <a:pt x="12" y="12"/>
                    <a:pt x="10" y="1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70" name="Freeform 1731"/>
            <p:cNvSpPr>
              <a:spLocks/>
            </p:cNvSpPr>
            <p:nvPr/>
          </p:nvSpPr>
          <p:spPr bwMode="auto">
            <a:xfrm>
              <a:off x="4861" y="-8205"/>
              <a:ext cx="62" cy="56"/>
            </a:xfrm>
            <a:custGeom>
              <a:avLst/>
              <a:gdLst>
                <a:gd name="T0" fmla="*/ 0 w 11"/>
                <a:gd name="T1" fmla="*/ 0 h 10"/>
                <a:gd name="T2" fmla="*/ 1781 w 11"/>
                <a:gd name="T3" fmla="*/ 1758 h 10"/>
                <a:gd name="T4" fmla="*/ 1618 w 11"/>
                <a:gd name="T5" fmla="*/ 1568 h 10"/>
                <a:gd name="T6" fmla="*/ 0 w 11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0">
                  <a:moveTo>
                    <a:pt x="0" y="0"/>
                  </a:moveTo>
                  <a:cubicBezTo>
                    <a:pt x="0" y="0"/>
                    <a:pt x="4" y="9"/>
                    <a:pt x="10" y="10"/>
                  </a:cubicBezTo>
                  <a:cubicBezTo>
                    <a:pt x="10" y="10"/>
                    <a:pt x="11" y="10"/>
                    <a:pt x="9" y="9"/>
                  </a:cubicBezTo>
                  <a:cubicBezTo>
                    <a:pt x="9" y="9"/>
                    <a:pt x="2" y="3"/>
                    <a:pt x="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71" name="Freeform 1732"/>
            <p:cNvSpPr>
              <a:spLocks/>
            </p:cNvSpPr>
            <p:nvPr/>
          </p:nvSpPr>
          <p:spPr bwMode="auto">
            <a:xfrm>
              <a:off x="4980" y="-8211"/>
              <a:ext cx="84" cy="96"/>
            </a:xfrm>
            <a:custGeom>
              <a:avLst/>
              <a:gdLst>
                <a:gd name="T0" fmla="*/ 0 w 15"/>
                <a:gd name="T1" fmla="*/ 0 h 17"/>
                <a:gd name="T2" fmla="*/ 2447 w 15"/>
                <a:gd name="T3" fmla="*/ 2519 h 17"/>
                <a:gd name="T4" fmla="*/ 2632 w 15"/>
                <a:gd name="T5" fmla="*/ 2711 h 17"/>
                <a:gd name="T6" fmla="*/ 0 w 15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7">
                  <a:moveTo>
                    <a:pt x="0" y="0"/>
                  </a:moveTo>
                  <a:cubicBezTo>
                    <a:pt x="0" y="0"/>
                    <a:pt x="10" y="6"/>
                    <a:pt x="14" y="14"/>
                  </a:cubicBezTo>
                  <a:cubicBezTo>
                    <a:pt x="14" y="14"/>
                    <a:pt x="15" y="17"/>
                    <a:pt x="15" y="15"/>
                  </a:cubicBezTo>
                  <a:cubicBezTo>
                    <a:pt x="15" y="15"/>
                    <a:pt x="13" y="5"/>
                    <a:pt x="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72" name="Freeform 1733"/>
            <p:cNvSpPr>
              <a:spLocks/>
            </p:cNvSpPr>
            <p:nvPr/>
          </p:nvSpPr>
          <p:spPr bwMode="auto">
            <a:xfrm>
              <a:off x="4698" y="-8262"/>
              <a:ext cx="231" cy="102"/>
            </a:xfrm>
            <a:custGeom>
              <a:avLst/>
              <a:gdLst>
                <a:gd name="T0" fmla="*/ 349 w 41"/>
                <a:gd name="T1" fmla="*/ 2924 h 18"/>
                <a:gd name="T2" fmla="*/ 1240 w 41"/>
                <a:gd name="T3" fmla="*/ 2374 h 18"/>
                <a:gd name="T4" fmla="*/ 2158 w 41"/>
                <a:gd name="T5" fmla="*/ 1638 h 18"/>
                <a:gd name="T6" fmla="*/ 2699 w 41"/>
                <a:gd name="T7" fmla="*/ 1094 h 18"/>
                <a:gd name="T8" fmla="*/ 3589 w 41"/>
                <a:gd name="T9" fmla="*/ 544 h 18"/>
                <a:gd name="T10" fmla="*/ 4474 w 41"/>
                <a:gd name="T11" fmla="*/ 351 h 18"/>
                <a:gd name="T12" fmla="*/ 5555 w 41"/>
                <a:gd name="T13" fmla="*/ 351 h 18"/>
                <a:gd name="T14" fmla="*/ 5905 w 41"/>
                <a:gd name="T15" fmla="*/ 351 h 18"/>
                <a:gd name="T16" fmla="*/ 6445 w 41"/>
                <a:gd name="T17" fmla="*/ 351 h 18"/>
                <a:gd name="T18" fmla="*/ 6795 w 41"/>
                <a:gd name="T19" fmla="*/ 351 h 18"/>
                <a:gd name="T20" fmla="*/ 7330 w 41"/>
                <a:gd name="T21" fmla="*/ 351 h 18"/>
                <a:gd name="T22" fmla="*/ 6445 w 41"/>
                <a:gd name="T23" fmla="*/ 193 h 18"/>
                <a:gd name="T24" fmla="*/ 5014 w 41"/>
                <a:gd name="T25" fmla="*/ 0 h 18"/>
                <a:gd name="T26" fmla="*/ 2857 w 41"/>
                <a:gd name="T27" fmla="*/ 544 h 18"/>
                <a:gd name="T28" fmla="*/ 1082 w 41"/>
                <a:gd name="T29" fmla="*/ 1830 h 18"/>
                <a:gd name="T30" fmla="*/ 541 w 41"/>
                <a:gd name="T31" fmla="*/ 2539 h 18"/>
                <a:gd name="T32" fmla="*/ 0 w 41"/>
                <a:gd name="T33" fmla="*/ 3275 h 18"/>
                <a:gd name="T34" fmla="*/ 192 w 41"/>
                <a:gd name="T35" fmla="*/ 3083 h 18"/>
                <a:gd name="T36" fmla="*/ 349 w 41"/>
                <a:gd name="T37" fmla="*/ 2924 h 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1" h="18">
                  <a:moveTo>
                    <a:pt x="2" y="16"/>
                  </a:moveTo>
                  <a:cubicBezTo>
                    <a:pt x="3" y="17"/>
                    <a:pt x="5" y="14"/>
                    <a:pt x="7" y="13"/>
                  </a:cubicBezTo>
                  <a:cubicBezTo>
                    <a:pt x="8" y="11"/>
                    <a:pt x="10" y="10"/>
                    <a:pt x="12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7" y="5"/>
                    <a:pt x="18" y="4"/>
                    <a:pt x="20" y="3"/>
                  </a:cubicBezTo>
                  <a:cubicBezTo>
                    <a:pt x="22" y="3"/>
                    <a:pt x="23" y="3"/>
                    <a:pt x="25" y="2"/>
                  </a:cubicBezTo>
                  <a:cubicBezTo>
                    <a:pt x="27" y="1"/>
                    <a:pt x="29" y="2"/>
                    <a:pt x="31" y="2"/>
                  </a:cubicBezTo>
                  <a:cubicBezTo>
                    <a:pt x="31" y="2"/>
                    <a:pt x="32" y="2"/>
                    <a:pt x="33" y="2"/>
                  </a:cubicBezTo>
                  <a:cubicBezTo>
                    <a:pt x="34" y="1"/>
                    <a:pt x="35" y="2"/>
                    <a:pt x="36" y="2"/>
                  </a:cubicBezTo>
                  <a:cubicBezTo>
                    <a:pt x="37" y="2"/>
                    <a:pt x="38" y="2"/>
                    <a:pt x="38" y="2"/>
                  </a:cubicBezTo>
                  <a:cubicBezTo>
                    <a:pt x="39" y="2"/>
                    <a:pt x="40" y="3"/>
                    <a:pt x="41" y="2"/>
                  </a:cubicBezTo>
                  <a:cubicBezTo>
                    <a:pt x="40" y="1"/>
                    <a:pt x="37" y="1"/>
                    <a:pt x="36" y="1"/>
                  </a:cubicBezTo>
                  <a:cubicBezTo>
                    <a:pt x="33" y="0"/>
                    <a:pt x="31" y="0"/>
                    <a:pt x="28" y="0"/>
                  </a:cubicBezTo>
                  <a:cubicBezTo>
                    <a:pt x="24" y="1"/>
                    <a:pt x="20" y="1"/>
                    <a:pt x="16" y="3"/>
                  </a:cubicBezTo>
                  <a:cubicBezTo>
                    <a:pt x="13" y="4"/>
                    <a:pt x="9" y="6"/>
                    <a:pt x="6" y="10"/>
                  </a:cubicBezTo>
                  <a:cubicBezTo>
                    <a:pt x="5" y="11"/>
                    <a:pt x="4" y="13"/>
                    <a:pt x="3" y="14"/>
                  </a:cubicBezTo>
                  <a:cubicBezTo>
                    <a:pt x="2" y="15"/>
                    <a:pt x="0" y="18"/>
                    <a:pt x="0" y="18"/>
                  </a:cubicBezTo>
                  <a:cubicBezTo>
                    <a:pt x="0" y="18"/>
                    <a:pt x="1" y="18"/>
                    <a:pt x="1" y="17"/>
                  </a:cubicBezTo>
                  <a:lnTo>
                    <a:pt x="2" y="16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73" name="Freeform 1734"/>
            <p:cNvSpPr>
              <a:spLocks/>
            </p:cNvSpPr>
            <p:nvPr/>
          </p:nvSpPr>
          <p:spPr bwMode="auto">
            <a:xfrm>
              <a:off x="4563" y="-8115"/>
              <a:ext cx="141" cy="175"/>
            </a:xfrm>
            <a:custGeom>
              <a:avLst/>
              <a:gdLst>
                <a:gd name="T0" fmla="*/ 541 w 25"/>
                <a:gd name="T1" fmla="*/ 5577 h 31"/>
                <a:gd name="T2" fmla="*/ 733 w 25"/>
                <a:gd name="T3" fmla="*/ 5227 h 31"/>
                <a:gd name="T4" fmla="*/ 891 w 25"/>
                <a:gd name="T5" fmla="*/ 4685 h 31"/>
                <a:gd name="T6" fmla="*/ 1083 w 25"/>
                <a:gd name="T7" fmla="*/ 3794 h 31"/>
                <a:gd name="T8" fmla="*/ 1433 w 25"/>
                <a:gd name="T9" fmla="*/ 3060 h 31"/>
                <a:gd name="T10" fmla="*/ 1782 w 25"/>
                <a:gd name="T11" fmla="*/ 2168 h 31"/>
                <a:gd name="T12" fmla="*/ 3051 w 25"/>
                <a:gd name="T13" fmla="*/ 892 h 31"/>
                <a:gd name="T14" fmla="*/ 4484 w 25"/>
                <a:gd name="T15" fmla="*/ 0 h 31"/>
                <a:gd name="T16" fmla="*/ 3756 w 25"/>
                <a:gd name="T17" fmla="*/ 350 h 31"/>
                <a:gd name="T18" fmla="*/ 3051 w 25"/>
                <a:gd name="T19" fmla="*/ 734 h 31"/>
                <a:gd name="T20" fmla="*/ 2515 w 25"/>
                <a:gd name="T21" fmla="*/ 1084 h 31"/>
                <a:gd name="T22" fmla="*/ 1782 w 25"/>
                <a:gd name="T23" fmla="*/ 1784 h 31"/>
                <a:gd name="T24" fmla="*/ 891 w 25"/>
                <a:gd name="T25" fmla="*/ 3410 h 31"/>
                <a:gd name="T26" fmla="*/ 541 w 25"/>
                <a:gd name="T27" fmla="*/ 3952 h 31"/>
                <a:gd name="T28" fmla="*/ 0 w 25"/>
                <a:gd name="T29" fmla="*/ 4685 h 31"/>
                <a:gd name="T30" fmla="*/ 541 w 25"/>
                <a:gd name="T31" fmla="*/ 5577 h 3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5" h="31">
                  <a:moveTo>
                    <a:pt x="3" y="31"/>
                  </a:moveTo>
                  <a:cubicBezTo>
                    <a:pt x="3" y="30"/>
                    <a:pt x="3" y="29"/>
                    <a:pt x="4" y="29"/>
                  </a:cubicBezTo>
                  <a:cubicBezTo>
                    <a:pt x="4" y="28"/>
                    <a:pt x="5" y="27"/>
                    <a:pt x="5" y="26"/>
                  </a:cubicBezTo>
                  <a:cubicBezTo>
                    <a:pt x="5" y="25"/>
                    <a:pt x="5" y="23"/>
                    <a:pt x="6" y="21"/>
                  </a:cubicBezTo>
                  <a:cubicBezTo>
                    <a:pt x="6" y="20"/>
                    <a:pt x="7" y="18"/>
                    <a:pt x="8" y="17"/>
                  </a:cubicBezTo>
                  <a:cubicBezTo>
                    <a:pt x="9" y="15"/>
                    <a:pt x="9" y="13"/>
                    <a:pt x="10" y="12"/>
                  </a:cubicBezTo>
                  <a:cubicBezTo>
                    <a:pt x="12" y="9"/>
                    <a:pt x="15" y="7"/>
                    <a:pt x="17" y="5"/>
                  </a:cubicBezTo>
                  <a:cubicBezTo>
                    <a:pt x="19" y="3"/>
                    <a:pt x="22" y="2"/>
                    <a:pt x="25" y="0"/>
                  </a:cubicBezTo>
                  <a:cubicBezTo>
                    <a:pt x="23" y="0"/>
                    <a:pt x="22" y="1"/>
                    <a:pt x="21" y="2"/>
                  </a:cubicBezTo>
                  <a:cubicBezTo>
                    <a:pt x="20" y="3"/>
                    <a:pt x="19" y="4"/>
                    <a:pt x="17" y="4"/>
                  </a:cubicBezTo>
                  <a:cubicBezTo>
                    <a:pt x="16" y="5"/>
                    <a:pt x="15" y="5"/>
                    <a:pt x="14" y="6"/>
                  </a:cubicBezTo>
                  <a:cubicBezTo>
                    <a:pt x="12" y="7"/>
                    <a:pt x="11" y="9"/>
                    <a:pt x="10" y="10"/>
                  </a:cubicBezTo>
                  <a:cubicBezTo>
                    <a:pt x="9" y="13"/>
                    <a:pt x="6" y="16"/>
                    <a:pt x="5" y="19"/>
                  </a:cubicBezTo>
                  <a:cubicBezTo>
                    <a:pt x="4" y="20"/>
                    <a:pt x="4" y="21"/>
                    <a:pt x="3" y="22"/>
                  </a:cubicBezTo>
                  <a:cubicBezTo>
                    <a:pt x="2" y="24"/>
                    <a:pt x="1" y="25"/>
                    <a:pt x="0" y="26"/>
                  </a:cubicBezTo>
                  <a:lnTo>
                    <a:pt x="3" y="3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74" name="Freeform 1735"/>
            <p:cNvSpPr>
              <a:spLocks/>
            </p:cNvSpPr>
            <p:nvPr/>
          </p:nvSpPr>
          <p:spPr bwMode="auto">
            <a:xfrm>
              <a:off x="4518" y="-8110"/>
              <a:ext cx="95" cy="113"/>
            </a:xfrm>
            <a:custGeom>
              <a:avLst/>
              <a:gdLst>
                <a:gd name="T0" fmla="*/ 531 w 17"/>
                <a:gd name="T1" fmla="*/ 3605 h 20"/>
                <a:gd name="T2" fmla="*/ 1218 w 17"/>
                <a:gd name="T3" fmla="*/ 2520 h 20"/>
                <a:gd name="T4" fmla="*/ 2280 w 17"/>
                <a:gd name="T5" fmla="*/ 735 h 20"/>
                <a:gd name="T6" fmla="*/ 2621 w 17"/>
                <a:gd name="T7" fmla="*/ 192 h 20"/>
                <a:gd name="T8" fmla="*/ 1062 w 17"/>
                <a:gd name="T9" fmla="*/ 1978 h 20"/>
                <a:gd name="T10" fmla="*/ 872 w 17"/>
                <a:gd name="T11" fmla="*/ 2712 h 20"/>
                <a:gd name="T12" fmla="*/ 0 w 17"/>
                <a:gd name="T13" fmla="*/ 3605 h 20"/>
                <a:gd name="T14" fmla="*/ 531 w 17"/>
                <a:gd name="T15" fmla="*/ 3605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20">
                  <a:moveTo>
                    <a:pt x="3" y="20"/>
                  </a:moveTo>
                  <a:cubicBezTo>
                    <a:pt x="3" y="20"/>
                    <a:pt x="6" y="17"/>
                    <a:pt x="7" y="14"/>
                  </a:cubicBezTo>
                  <a:cubicBezTo>
                    <a:pt x="7" y="14"/>
                    <a:pt x="10" y="7"/>
                    <a:pt x="13" y="4"/>
                  </a:cubicBezTo>
                  <a:cubicBezTo>
                    <a:pt x="13" y="4"/>
                    <a:pt x="17" y="0"/>
                    <a:pt x="15" y="1"/>
                  </a:cubicBezTo>
                  <a:cubicBezTo>
                    <a:pt x="15" y="1"/>
                    <a:pt x="7" y="9"/>
                    <a:pt x="6" y="11"/>
                  </a:cubicBezTo>
                  <a:cubicBezTo>
                    <a:pt x="6" y="11"/>
                    <a:pt x="5" y="13"/>
                    <a:pt x="5" y="15"/>
                  </a:cubicBezTo>
                  <a:cubicBezTo>
                    <a:pt x="5" y="15"/>
                    <a:pt x="2" y="19"/>
                    <a:pt x="0" y="20"/>
                  </a:cubicBezTo>
                  <a:lnTo>
                    <a:pt x="3" y="2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75" name="Freeform 1736"/>
            <p:cNvSpPr>
              <a:spLocks/>
            </p:cNvSpPr>
            <p:nvPr/>
          </p:nvSpPr>
          <p:spPr bwMode="auto">
            <a:xfrm>
              <a:off x="4196" y="-7918"/>
              <a:ext cx="169" cy="107"/>
            </a:xfrm>
            <a:custGeom>
              <a:avLst/>
              <a:gdLst>
                <a:gd name="T0" fmla="*/ 4631 w 30"/>
                <a:gd name="T1" fmla="*/ 0 h 19"/>
                <a:gd name="T2" fmla="*/ 192 w 30"/>
                <a:gd name="T3" fmla="*/ 191 h 19"/>
                <a:gd name="T4" fmla="*/ 541 w 30"/>
                <a:gd name="T5" fmla="*/ 541 h 19"/>
                <a:gd name="T6" fmla="*/ 5363 w 30"/>
                <a:gd name="T7" fmla="*/ 2664 h 19"/>
                <a:gd name="T8" fmla="*/ 4631 w 3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9">
                  <a:moveTo>
                    <a:pt x="26" y="0"/>
                  </a:moveTo>
                  <a:cubicBezTo>
                    <a:pt x="26" y="0"/>
                    <a:pt x="10" y="3"/>
                    <a:pt x="1" y="1"/>
                  </a:cubicBezTo>
                  <a:cubicBezTo>
                    <a:pt x="1" y="1"/>
                    <a:pt x="0" y="1"/>
                    <a:pt x="3" y="3"/>
                  </a:cubicBezTo>
                  <a:cubicBezTo>
                    <a:pt x="3" y="3"/>
                    <a:pt x="20" y="19"/>
                    <a:pt x="30" y="15"/>
                  </a:cubicBezTo>
                  <a:cubicBezTo>
                    <a:pt x="30" y="15"/>
                    <a:pt x="27" y="1"/>
                    <a:pt x="26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76" name="Freeform 1737"/>
            <p:cNvSpPr>
              <a:spLocks/>
            </p:cNvSpPr>
            <p:nvPr/>
          </p:nvSpPr>
          <p:spPr bwMode="auto">
            <a:xfrm>
              <a:off x="4236" y="-7912"/>
              <a:ext cx="129" cy="90"/>
            </a:xfrm>
            <a:custGeom>
              <a:avLst/>
              <a:gdLst>
                <a:gd name="T0" fmla="*/ 3522 w 23"/>
                <a:gd name="T1" fmla="*/ 0 h 16"/>
                <a:gd name="T2" fmla="*/ 690 w 23"/>
                <a:gd name="T3" fmla="*/ 349 h 16"/>
                <a:gd name="T4" fmla="*/ 348 w 23"/>
                <a:gd name="T5" fmla="*/ 726 h 16"/>
                <a:gd name="T6" fmla="*/ 4061 w 23"/>
                <a:gd name="T7" fmla="*/ 2154 h 16"/>
                <a:gd name="T8" fmla="*/ 3522 w 23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6">
                  <a:moveTo>
                    <a:pt x="20" y="0"/>
                  </a:moveTo>
                  <a:cubicBezTo>
                    <a:pt x="20" y="0"/>
                    <a:pt x="9" y="4"/>
                    <a:pt x="4" y="2"/>
                  </a:cubicBezTo>
                  <a:cubicBezTo>
                    <a:pt x="4" y="2"/>
                    <a:pt x="0" y="2"/>
                    <a:pt x="2" y="4"/>
                  </a:cubicBezTo>
                  <a:cubicBezTo>
                    <a:pt x="2" y="4"/>
                    <a:pt x="12" y="16"/>
                    <a:pt x="23" y="12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77" name="Freeform 1738"/>
            <p:cNvSpPr>
              <a:spLocks/>
            </p:cNvSpPr>
            <p:nvPr/>
          </p:nvSpPr>
          <p:spPr bwMode="auto">
            <a:xfrm>
              <a:off x="4326" y="-8019"/>
              <a:ext cx="276" cy="236"/>
            </a:xfrm>
            <a:custGeom>
              <a:avLst/>
              <a:gdLst>
                <a:gd name="T0" fmla="*/ 192 w 49"/>
                <a:gd name="T1" fmla="*/ 3377 h 42"/>
                <a:gd name="T2" fmla="*/ 1081 w 49"/>
                <a:gd name="T3" fmla="*/ 5495 h 42"/>
                <a:gd name="T4" fmla="*/ 5903 w 49"/>
                <a:gd name="T5" fmla="*/ 6569 h 42"/>
                <a:gd name="T6" fmla="*/ 7520 w 49"/>
                <a:gd name="T7" fmla="*/ 5338 h 42"/>
                <a:gd name="T8" fmla="*/ 7677 w 49"/>
                <a:gd name="T9" fmla="*/ 4956 h 42"/>
                <a:gd name="T10" fmla="*/ 8218 w 49"/>
                <a:gd name="T11" fmla="*/ 2652 h 42"/>
                <a:gd name="T12" fmla="*/ 6438 w 49"/>
                <a:gd name="T13" fmla="*/ 697 h 42"/>
                <a:gd name="T14" fmla="*/ 4630 w 49"/>
                <a:gd name="T15" fmla="*/ 697 h 42"/>
                <a:gd name="T16" fmla="*/ 3047 w 49"/>
                <a:gd name="T17" fmla="*/ 697 h 42"/>
                <a:gd name="T18" fmla="*/ 1081 w 49"/>
                <a:gd name="T19" fmla="*/ 191 h 42"/>
                <a:gd name="T20" fmla="*/ 349 w 49"/>
                <a:gd name="T21" fmla="*/ 2843 h 42"/>
                <a:gd name="T22" fmla="*/ 192 w 49"/>
                <a:gd name="T23" fmla="*/ 3377 h 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9" h="42">
                  <a:moveTo>
                    <a:pt x="1" y="19"/>
                  </a:moveTo>
                  <a:cubicBezTo>
                    <a:pt x="1" y="19"/>
                    <a:pt x="0" y="26"/>
                    <a:pt x="6" y="31"/>
                  </a:cubicBezTo>
                  <a:cubicBezTo>
                    <a:pt x="6" y="31"/>
                    <a:pt x="19" y="42"/>
                    <a:pt x="33" y="37"/>
                  </a:cubicBezTo>
                  <a:cubicBezTo>
                    <a:pt x="33" y="37"/>
                    <a:pt x="40" y="35"/>
                    <a:pt x="42" y="30"/>
                  </a:cubicBezTo>
                  <a:cubicBezTo>
                    <a:pt x="42" y="30"/>
                    <a:pt x="42" y="29"/>
                    <a:pt x="43" y="28"/>
                  </a:cubicBezTo>
                  <a:cubicBezTo>
                    <a:pt x="43" y="28"/>
                    <a:pt x="49" y="22"/>
                    <a:pt x="46" y="15"/>
                  </a:cubicBezTo>
                  <a:cubicBezTo>
                    <a:pt x="46" y="15"/>
                    <a:pt x="45" y="5"/>
                    <a:pt x="36" y="4"/>
                  </a:cubicBezTo>
                  <a:cubicBezTo>
                    <a:pt x="36" y="4"/>
                    <a:pt x="30" y="3"/>
                    <a:pt x="26" y="4"/>
                  </a:cubicBezTo>
                  <a:cubicBezTo>
                    <a:pt x="26" y="4"/>
                    <a:pt x="19" y="5"/>
                    <a:pt x="17" y="4"/>
                  </a:cubicBezTo>
                  <a:cubicBezTo>
                    <a:pt x="17" y="4"/>
                    <a:pt x="9" y="0"/>
                    <a:pt x="6" y="1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1" y="17"/>
                    <a:pt x="1" y="1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78" name="Freeform 1739"/>
            <p:cNvSpPr>
              <a:spLocks/>
            </p:cNvSpPr>
            <p:nvPr/>
          </p:nvSpPr>
          <p:spPr bwMode="auto">
            <a:xfrm>
              <a:off x="4365" y="-8014"/>
              <a:ext cx="130" cy="51"/>
            </a:xfrm>
            <a:custGeom>
              <a:avLst/>
              <a:gdLst>
                <a:gd name="T0" fmla="*/ 0 w 23"/>
                <a:gd name="T1" fmla="*/ 0 h 9"/>
                <a:gd name="T2" fmla="*/ 1978 w 23"/>
                <a:gd name="T3" fmla="*/ 544 h 9"/>
                <a:gd name="T4" fmla="*/ 3612 w 23"/>
                <a:gd name="T5" fmla="*/ 544 h 9"/>
                <a:gd name="T6" fmla="*/ 3612 w 23"/>
                <a:gd name="T7" fmla="*/ 737 h 9"/>
                <a:gd name="T8" fmla="*/ 2527 w 23"/>
                <a:gd name="T9" fmla="*/ 1094 h 9"/>
                <a:gd name="T10" fmla="*/ 1277 w 23"/>
                <a:gd name="T11" fmla="*/ 1286 h 9"/>
                <a:gd name="T12" fmla="*/ 0 w 23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9">
                  <a:moveTo>
                    <a:pt x="0" y="0"/>
                  </a:moveTo>
                  <a:cubicBezTo>
                    <a:pt x="0" y="0"/>
                    <a:pt x="7" y="1"/>
                    <a:pt x="11" y="3"/>
                  </a:cubicBezTo>
                  <a:cubicBezTo>
                    <a:pt x="11" y="3"/>
                    <a:pt x="11" y="4"/>
                    <a:pt x="20" y="3"/>
                  </a:cubicBezTo>
                  <a:cubicBezTo>
                    <a:pt x="20" y="3"/>
                    <a:pt x="23" y="4"/>
                    <a:pt x="20" y="4"/>
                  </a:cubicBezTo>
                  <a:cubicBezTo>
                    <a:pt x="20" y="4"/>
                    <a:pt x="16" y="4"/>
                    <a:pt x="14" y="6"/>
                  </a:cubicBezTo>
                  <a:cubicBezTo>
                    <a:pt x="14" y="6"/>
                    <a:pt x="11" y="9"/>
                    <a:pt x="7" y="7"/>
                  </a:cubicBezTo>
                  <a:cubicBezTo>
                    <a:pt x="7" y="7"/>
                    <a:pt x="2" y="7"/>
                    <a:pt x="0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79" name="Freeform 1740"/>
            <p:cNvSpPr>
              <a:spLocks/>
            </p:cNvSpPr>
            <p:nvPr/>
          </p:nvSpPr>
          <p:spPr bwMode="auto">
            <a:xfrm>
              <a:off x="4365" y="-8014"/>
              <a:ext cx="91" cy="34"/>
            </a:xfrm>
            <a:custGeom>
              <a:avLst/>
              <a:gdLst>
                <a:gd name="T0" fmla="*/ 0 w 16"/>
                <a:gd name="T1" fmla="*/ 0 h 6"/>
                <a:gd name="T2" fmla="*/ 1843 w 16"/>
                <a:gd name="T3" fmla="*/ 351 h 6"/>
                <a:gd name="T4" fmla="*/ 2946 w 16"/>
                <a:gd name="T5" fmla="*/ 737 h 6"/>
                <a:gd name="T6" fmla="*/ 1843 w 16"/>
                <a:gd name="T7" fmla="*/ 901 h 6"/>
                <a:gd name="T8" fmla="*/ 193 w 16"/>
                <a:gd name="T9" fmla="*/ 193 h 6"/>
                <a:gd name="T10" fmla="*/ 0 w 16"/>
                <a:gd name="T11" fmla="*/ 0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6">
                  <a:moveTo>
                    <a:pt x="0" y="0"/>
                  </a:moveTo>
                  <a:cubicBezTo>
                    <a:pt x="0" y="0"/>
                    <a:pt x="9" y="1"/>
                    <a:pt x="10" y="2"/>
                  </a:cubicBezTo>
                  <a:cubicBezTo>
                    <a:pt x="10" y="2"/>
                    <a:pt x="14" y="4"/>
                    <a:pt x="16" y="4"/>
                  </a:cubicBezTo>
                  <a:cubicBezTo>
                    <a:pt x="16" y="4"/>
                    <a:pt x="12" y="6"/>
                    <a:pt x="10" y="5"/>
                  </a:cubicBezTo>
                  <a:cubicBezTo>
                    <a:pt x="10" y="5"/>
                    <a:pt x="4" y="2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1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80" name="Freeform 1741"/>
            <p:cNvSpPr>
              <a:spLocks/>
            </p:cNvSpPr>
            <p:nvPr/>
          </p:nvSpPr>
          <p:spPr bwMode="auto">
            <a:xfrm>
              <a:off x="4411" y="-7969"/>
              <a:ext cx="112" cy="62"/>
            </a:xfrm>
            <a:custGeom>
              <a:avLst/>
              <a:gdLst>
                <a:gd name="T0" fmla="*/ 1221 w 20"/>
                <a:gd name="T1" fmla="*/ 192 h 11"/>
                <a:gd name="T2" fmla="*/ 190 w 20"/>
                <a:gd name="T3" fmla="*/ 0 h 11"/>
                <a:gd name="T4" fmla="*/ 347 w 20"/>
                <a:gd name="T5" fmla="*/ 349 h 11"/>
                <a:gd name="T6" fmla="*/ 347 w 20"/>
                <a:gd name="T7" fmla="*/ 891 h 11"/>
                <a:gd name="T8" fmla="*/ 347 w 20"/>
                <a:gd name="T9" fmla="*/ 1240 h 11"/>
                <a:gd name="T10" fmla="*/ 190 w 20"/>
                <a:gd name="T11" fmla="*/ 1618 h 11"/>
                <a:gd name="T12" fmla="*/ 532 w 20"/>
                <a:gd name="T13" fmla="*/ 1618 h 11"/>
                <a:gd name="T14" fmla="*/ 1064 w 20"/>
                <a:gd name="T15" fmla="*/ 1781 h 11"/>
                <a:gd name="T16" fmla="*/ 1943 w 20"/>
                <a:gd name="T17" fmla="*/ 1967 h 11"/>
                <a:gd name="T18" fmla="*/ 2822 w 20"/>
                <a:gd name="T19" fmla="*/ 1618 h 11"/>
                <a:gd name="T20" fmla="*/ 3170 w 20"/>
                <a:gd name="T21" fmla="*/ 1240 h 11"/>
                <a:gd name="T22" fmla="*/ 2979 w 20"/>
                <a:gd name="T23" fmla="*/ 1082 h 11"/>
                <a:gd name="T24" fmla="*/ 2979 w 20"/>
                <a:gd name="T25" fmla="*/ 891 h 11"/>
                <a:gd name="T26" fmla="*/ 2447 w 20"/>
                <a:gd name="T27" fmla="*/ 541 h 11"/>
                <a:gd name="T28" fmla="*/ 1758 w 20"/>
                <a:gd name="T29" fmla="*/ 349 h 11"/>
                <a:gd name="T30" fmla="*/ 1568 w 20"/>
                <a:gd name="T31" fmla="*/ 192 h 11"/>
                <a:gd name="T32" fmla="*/ 1221 w 20"/>
                <a:gd name="T33" fmla="*/ 192 h 1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0" h="11">
                  <a:moveTo>
                    <a:pt x="7" y="1"/>
                  </a:moveTo>
                  <a:cubicBezTo>
                    <a:pt x="5" y="0"/>
                    <a:pt x="3" y="0"/>
                    <a:pt x="1" y="0"/>
                  </a:cubicBezTo>
                  <a:cubicBezTo>
                    <a:pt x="1" y="0"/>
                    <a:pt x="2" y="1"/>
                    <a:pt x="2" y="2"/>
                  </a:cubicBezTo>
                  <a:cubicBezTo>
                    <a:pt x="3" y="3"/>
                    <a:pt x="2" y="3"/>
                    <a:pt x="2" y="5"/>
                  </a:cubicBezTo>
                  <a:cubicBezTo>
                    <a:pt x="1" y="6"/>
                    <a:pt x="2" y="6"/>
                    <a:pt x="2" y="7"/>
                  </a:cubicBezTo>
                  <a:cubicBezTo>
                    <a:pt x="1" y="8"/>
                    <a:pt x="0" y="8"/>
                    <a:pt x="1" y="9"/>
                  </a:cubicBezTo>
                  <a:cubicBezTo>
                    <a:pt x="2" y="10"/>
                    <a:pt x="3" y="9"/>
                    <a:pt x="3" y="9"/>
                  </a:cubicBezTo>
                  <a:cubicBezTo>
                    <a:pt x="4" y="9"/>
                    <a:pt x="5" y="9"/>
                    <a:pt x="6" y="10"/>
                  </a:cubicBezTo>
                  <a:cubicBezTo>
                    <a:pt x="8" y="10"/>
                    <a:pt x="10" y="11"/>
                    <a:pt x="11" y="11"/>
                  </a:cubicBezTo>
                  <a:cubicBezTo>
                    <a:pt x="13" y="11"/>
                    <a:pt x="14" y="10"/>
                    <a:pt x="16" y="9"/>
                  </a:cubicBezTo>
                  <a:cubicBezTo>
                    <a:pt x="17" y="9"/>
                    <a:pt x="20" y="9"/>
                    <a:pt x="18" y="7"/>
                  </a:cubicBezTo>
                  <a:cubicBezTo>
                    <a:pt x="18" y="6"/>
                    <a:pt x="18" y="7"/>
                    <a:pt x="17" y="6"/>
                  </a:cubicBezTo>
                  <a:cubicBezTo>
                    <a:pt x="17" y="6"/>
                    <a:pt x="17" y="6"/>
                    <a:pt x="17" y="5"/>
                  </a:cubicBezTo>
                  <a:cubicBezTo>
                    <a:pt x="16" y="4"/>
                    <a:pt x="16" y="4"/>
                    <a:pt x="14" y="3"/>
                  </a:cubicBezTo>
                  <a:cubicBezTo>
                    <a:pt x="13" y="2"/>
                    <a:pt x="11" y="2"/>
                    <a:pt x="10" y="2"/>
                  </a:cubicBezTo>
                  <a:cubicBezTo>
                    <a:pt x="9" y="2"/>
                    <a:pt x="9" y="1"/>
                    <a:pt x="9" y="1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81" name="Freeform 1742"/>
            <p:cNvSpPr>
              <a:spLocks/>
            </p:cNvSpPr>
            <p:nvPr/>
          </p:nvSpPr>
          <p:spPr bwMode="auto">
            <a:xfrm>
              <a:off x="4343" y="-7946"/>
              <a:ext cx="259" cy="175"/>
            </a:xfrm>
            <a:custGeom>
              <a:avLst/>
              <a:gdLst>
                <a:gd name="T0" fmla="*/ 541 w 46"/>
                <a:gd name="T1" fmla="*/ 3060 h 31"/>
                <a:gd name="T2" fmla="*/ 5546 w 46"/>
                <a:gd name="T3" fmla="*/ 4302 h 31"/>
                <a:gd name="T4" fmla="*/ 7325 w 46"/>
                <a:gd name="T5" fmla="*/ 2710 h 31"/>
                <a:gd name="T6" fmla="*/ 7674 w 46"/>
                <a:gd name="T7" fmla="*/ 542 h 31"/>
                <a:gd name="T8" fmla="*/ 7483 w 46"/>
                <a:gd name="T9" fmla="*/ 542 h 31"/>
                <a:gd name="T10" fmla="*/ 7134 w 46"/>
                <a:gd name="T11" fmla="*/ 350 h 31"/>
                <a:gd name="T12" fmla="*/ 6436 w 46"/>
                <a:gd name="T13" fmla="*/ 350 h 31"/>
                <a:gd name="T14" fmla="*/ 6436 w 46"/>
                <a:gd name="T15" fmla="*/ 892 h 31"/>
                <a:gd name="T16" fmla="*/ 6053 w 46"/>
                <a:gd name="T17" fmla="*/ 1084 h 31"/>
                <a:gd name="T18" fmla="*/ 5011 w 46"/>
                <a:gd name="T19" fmla="*/ 1084 h 31"/>
                <a:gd name="T20" fmla="*/ 5011 w 46"/>
                <a:gd name="T21" fmla="*/ 1434 h 31"/>
                <a:gd name="T22" fmla="*/ 3581 w 46"/>
                <a:gd name="T23" fmla="*/ 3252 h 31"/>
                <a:gd name="T24" fmla="*/ 1239 w 46"/>
                <a:gd name="T25" fmla="*/ 3252 h 31"/>
                <a:gd name="T26" fmla="*/ 541 w 46"/>
                <a:gd name="T27" fmla="*/ 3060 h 3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6" h="31">
                  <a:moveTo>
                    <a:pt x="3" y="17"/>
                  </a:moveTo>
                  <a:cubicBezTo>
                    <a:pt x="3" y="17"/>
                    <a:pt x="14" y="31"/>
                    <a:pt x="31" y="24"/>
                  </a:cubicBezTo>
                  <a:cubicBezTo>
                    <a:pt x="31" y="24"/>
                    <a:pt x="38" y="21"/>
                    <a:pt x="41" y="15"/>
                  </a:cubicBezTo>
                  <a:cubicBezTo>
                    <a:pt x="41" y="15"/>
                    <a:pt x="46" y="10"/>
                    <a:pt x="43" y="3"/>
                  </a:cubicBezTo>
                  <a:cubicBezTo>
                    <a:pt x="43" y="3"/>
                    <a:pt x="43" y="1"/>
                    <a:pt x="42" y="3"/>
                  </a:cubicBezTo>
                  <a:cubicBezTo>
                    <a:pt x="42" y="3"/>
                    <a:pt x="41" y="4"/>
                    <a:pt x="40" y="2"/>
                  </a:cubicBezTo>
                  <a:cubicBezTo>
                    <a:pt x="40" y="2"/>
                    <a:pt x="38" y="0"/>
                    <a:pt x="36" y="2"/>
                  </a:cubicBezTo>
                  <a:cubicBezTo>
                    <a:pt x="36" y="2"/>
                    <a:pt x="35" y="3"/>
                    <a:pt x="36" y="5"/>
                  </a:cubicBezTo>
                  <a:cubicBezTo>
                    <a:pt x="36" y="5"/>
                    <a:pt x="36" y="7"/>
                    <a:pt x="34" y="6"/>
                  </a:cubicBezTo>
                  <a:cubicBezTo>
                    <a:pt x="34" y="6"/>
                    <a:pt x="30" y="3"/>
                    <a:pt x="28" y="6"/>
                  </a:cubicBezTo>
                  <a:cubicBezTo>
                    <a:pt x="28" y="6"/>
                    <a:pt x="27" y="7"/>
                    <a:pt x="28" y="8"/>
                  </a:cubicBezTo>
                  <a:cubicBezTo>
                    <a:pt x="28" y="8"/>
                    <a:pt x="29" y="16"/>
                    <a:pt x="20" y="18"/>
                  </a:cubicBezTo>
                  <a:cubicBezTo>
                    <a:pt x="20" y="18"/>
                    <a:pt x="14" y="21"/>
                    <a:pt x="7" y="18"/>
                  </a:cubicBezTo>
                  <a:cubicBezTo>
                    <a:pt x="7" y="18"/>
                    <a:pt x="0" y="15"/>
                    <a:pt x="3" y="17"/>
                  </a:cubicBez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82" name="Freeform 1743"/>
            <p:cNvSpPr>
              <a:spLocks/>
            </p:cNvSpPr>
            <p:nvPr/>
          </p:nvSpPr>
          <p:spPr bwMode="auto">
            <a:xfrm>
              <a:off x="3655" y="-8188"/>
              <a:ext cx="767" cy="270"/>
            </a:xfrm>
            <a:custGeom>
              <a:avLst/>
              <a:gdLst>
                <a:gd name="T0" fmla="*/ 2515 w 136"/>
                <a:gd name="T1" fmla="*/ 4809 h 48"/>
                <a:gd name="T2" fmla="*/ 8781 w 136"/>
                <a:gd name="T3" fmla="*/ 3195 h 48"/>
                <a:gd name="T4" fmla="*/ 10749 w 136"/>
                <a:gd name="T5" fmla="*/ 3038 h 48"/>
                <a:gd name="T6" fmla="*/ 13107 w 136"/>
                <a:gd name="T7" fmla="*/ 3195 h 48"/>
                <a:gd name="T8" fmla="*/ 15774 w 136"/>
                <a:gd name="T9" fmla="*/ 4269 h 48"/>
                <a:gd name="T10" fmla="*/ 20799 w 136"/>
                <a:gd name="T11" fmla="*/ 7307 h 48"/>
                <a:gd name="T12" fmla="*/ 21690 w 136"/>
                <a:gd name="T13" fmla="*/ 8353 h 48"/>
                <a:gd name="T14" fmla="*/ 22074 w 136"/>
                <a:gd name="T15" fmla="*/ 8353 h 48"/>
                <a:gd name="T16" fmla="*/ 22965 w 136"/>
                <a:gd name="T17" fmla="*/ 8196 h 48"/>
                <a:gd name="T18" fmla="*/ 24048 w 136"/>
                <a:gd name="T19" fmla="*/ 6581 h 48"/>
                <a:gd name="T20" fmla="*/ 22232 w 136"/>
                <a:gd name="T21" fmla="*/ 5001 h 48"/>
                <a:gd name="T22" fmla="*/ 16158 w 136"/>
                <a:gd name="T23" fmla="*/ 726 h 48"/>
                <a:gd name="T24" fmla="*/ 14184 w 136"/>
                <a:gd name="T25" fmla="*/ 0 h 48"/>
                <a:gd name="T26" fmla="*/ 11832 w 136"/>
                <a:gd name="T27" fmla="*/ 0 h 48"/>
                <a:gd name="T28" fmla="*/ 8781 w 136"/>
                <a:gd name="T29" fmla="*/ 191 h 48"/>
                <a:gd name="T30" fmla="*/ 2515 w 136"/>
                <a:gd name="T31" fmla="*/ 4809 h 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6" h="48">
                  <a:moveTo>
                    <a:pt x="14" y="27"/>
                  </a:moveTo>
                  <a:cubicBezTo>
                    <a:pt x="14" y="27"/>
                    <a:pt x="42" y="21"/>
                    <a:pt x="49" y="18"/>
                  </a:cubicBezTo>
                  <a:cubicBezTo>
                    <a:pt x="49" y="18"/>
                    <a:pt x="57" y="15"/>
                    <a:pt x="60" y="17"/>
                  </a:cubicBezTo>
                  <a:cubicBezTo>
                    <a:pt x="60" y="17"/>
                    <a:pt x="70" y="18"/>
                    <a:pt x="73" y="18"/>
                  </a:cubicBezTo>
                  <a:cubicBezTo>
                    <a:pt x="73" y="18"/>
                    <a:pt x="82" y="20"/>
                    <a:pt x="88" y="24"/>
                  </a:cubicBezTo>
                  <a:cubicBezTo>
                    <a:pt x="88" y="24"/>
                    <a:pt x="114" y="38"/>
                    <a:pt x="116" y="41"/>
                  </a:cubicBezTo>
                  <a:cubicBezTo>
                    <a:pt x="116" y="41"/>
                    <a:pt x="121" y="45"/>
                    <a:pt x="121" y="47"/>
                  </a:cubicBezTo>
                  <a:cubicBezTo>
                    <a:pt x="121" y="47"/>
                    <a:pt x="122" y="48"/>
                    <a:pt x="123" y="47"/>
                  </a:cubicBezTo>
                  <a:cubicBezTo>
                    <a:pt x="123" y="47"/>
                    <a:pt x="126" y="45"/>
                    <a:pt x="128" y="46"/>
                  </a:cubicBezTo>
                  <a:cubicBezTo>
                    <a:pt x="128" y="46"/>
                    <a:pt x="136" y="42"/>
                    <a:pt x="134" y="37"/>
                  </a:cubicBezTo>
                  <a:cubicBezTo>
                    <a:pt x="134" y="37"/>
                    <a:pt x="127" y="29"/>
                    <a:pt x="124" y="28"/>
                  </a:cubicBezTo>
                  <a:cubicBezTo>
                    <a:pt x="124" y="28"/>
                    <a:pt x="98" y="8"/>
                    <a:pt x="90" y="4"/>
                  </a:cubicBezTo>
                  <a:cubicBezTo>
                    <a:pt x="90" y="4"/>
                    <a:pt x="86" y="0"/>
                    <a:pt x="79" y="0"/>
                  </a:cubicBezTo>
                  <a:cubicBezTo>
                    <a:pt x="79" y="0"/>
                    <a:pt x="69" y="0"/>
                    <a:pt x="66" y="0"/>
                  </a:cubicBezTo>
                  <a:cubicBezTo>
                    <a:pt x="66" y="0"/>
                    <a:pt x="53" y="0"/>
                    <a:pt x="49" y="1"/>
                  </a:cubicBezTo>
                  <a:cubicBezTo>
                    <a:pt x="49" y="1"/>
                    <a:pt x="0" y="25"/>
                    <a:pt x="14" y="27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83" name="Freeform 1744"/>
            <p:cNvSpPr>
              <a:spLocks/>
            </p:cNvSpPr>
            <p:nvPr/>
          </p:nvSpPr>
          <p:spPr bwMode="auto">
            <a:xfrm>
              <a:off x="3638" y="-8188"/>
              <a:ext cx="784" cy="264"/>
            </a:xfrm>
            <a:custGeom>
              <a:avLst/>
              <a:gdLst>
                <a:gd name="T0" fmla="*/ 13266 w 139"/>
                <a:gd name="T1" fmla="*/ 191 h 47"/>
                <a:gd name="T2" fmla="*/ 12724 w 139"/>
                <a:gd name="T3" fmla="*/ 191 h 47"/>
                <a:gd name="T4" fmla="*/ 12025 w 139"/>
                <a:gd name="T5" fmla="*/ 348 h 47"/>
                <a:gd name="T6" fmla="*/ 11292 w 139"/>
                <a:gd name="T7" fmla="*/ 0 h 47"/>
                <a:gd name="T8" fmla="*/ 9859 w 139"/>
                <a:gd name="T9" fmla="*/ 0 h 47"/>
                <a:gd name="T10" fmla="*/ 6808 w 139"/>
                <a:gd name="T11" fmla="*/ 882 h 47"/>
                <a:gd name="T12" fmla="*/ 4484 w 139"/>
                <a:gd name="T13" fmla="*/ 1606 h 47"/>
                <a:gd name="T14" fmla="*/ 1974 w 139"/>
                <a:gd name="T15" fmla="*/ 2494 h 47"/>
                <a:gd name="T16" fmla="*/ 1241 w 139"/>
                <a:gd name="T17" fmla="*/ 2842 h 47"/>
                <a:gd name="T18" fmla="*/ 541 w 139"/>
                <a:gd name="T19" fmla="*/ 3533 h 47"/>
                <a:gd name="T20" fmla="*/ 2166 w 139"/>
                <a:gd name="T21" fmla="*/ 4258 h 47"/>
                <a:gd name="T22" fmla="*/ 3243 w 139"/>
                <a:gd name="T23" fmla="*/ 4258 h 47"/>
                <a:gd name="T24" fmla="*/ 4134 w 139"/>
                <a:gd name="T25" fmla="*/ 3915 h 47"/>
                <a:gd name="T26" fmla="*/ 5567 w 139"/>
                <a:gd name="T27" fmla="*/ 3724 h 47"/>
                <a:gd name="T28" fmla="*/ 6650 w 139"/>
                <a:gd name="T29" fmla="*/ 3533 h 47"/>
                <a:gd name="T30" fmla="*/ 8240 w 139"/>
                <a:gd name="T31" fmla="*/ 2999 h 47"/>
                <a:gd name="T32" fmla="*/ 9510 w 139"/>
                <a:gd name="T33" fmla="*/ 2842 h 47"/>
                <a:gd name="T34" fmla="*/ 10942 w 139"/>
                <a:gd name="T35" fmla="*/ 2651 h 47"/>
                <a:gd name="T36" fmla="*/ 12025 w 139"/>
                <a:gd name="T37" fmla="*/ 2303 h 47"/>
                <a:gd name="T38" fmla="*/ 13108 w 139"/>
                <a:gd name="T39" fmla="*/ 2494 h 47"/>
                <a:gd name="T40" fmla="*/ 13999 w 139"/>
                <a:gd name="T41" fmla="*/ 2494 h 47"/>
                <a:gd name="T42" fmla="*/ 15076 w 139"/>
                <a:gd name="T43" fmla="*/ 2842 h 47"/>
                <a:gd name="T44" fmla="*/ 16317 w 139"/>
                <a:gd name="T45" fmla="*/ 3376 h 47"/>
                <a:gd name="T46" fmla="*/ 17051 w 139"/>
                <a:gd name="T47" fmla="*/ 3724 h 47"/>
                <a:gd name="T48" fmla="*/ 17592 w 139"/>
                <a:gd name="T49" fmla="*/ 4258 h 47"/>
                <a:gd name="T50" fmla="*/ 18833 w 139"/>
                <a:gd name="T51" fmla="*/ 4954 h 47"/>
                <a:gd name="T52" fmla="*/ 19916 w 139"/>
                <a:gd name="T53" fmla="*/ 5679 h 47"/>
                <a:gd name="T54" fmla="*/ 20807 w 139"/>
                <a:gd name="T55" fmla="*/ 6218 h 47"/>
                <a:gd name="T56" fmla="*/ 21348 w 139"/>
                <a:gd name="T57" fmla="*/ 6561 h 47"/>
                <a:gd name="T58" fmla="*/ 21698 w 139"/>
                <a:gd name="T59" fmla="*/ 7100 h 47"/>
                <a:gd name="T60" fmla="*/ 22240 w 139"/>
                <a:gd name="T61" fmla="*/ 7448 h 47"/>
                <a:gd name="T62" fmla="*/ 22426 w 139"/>
                <a:gd name="T63" fmla="*/ 7982 h 47"/>
                <a:gd name="T64" fmla="*/ 22618 w 139"/>
                <a:gd name="T65" fmla="*/ 8330 h 47"/>
                <a:gd name="T66" fmla="*/ 23159 w 139"/>
                <a:gd name="T67" fmla="*/ 8139 h 47"/>
                <a:gd name="T68" fmla="*/ 23858 w 139"/>
                <a:gd name="T69" fmla="*/ 7982 h 47"/>
                <a:gd name="T70" fmla="*/ 24208 w 139"/>
                <a:gd name="T71" fmla="*/ 7634 h 47"/>
                <a:gd name="T72" fmla="*/ 24592 w 139"/>
                <a:gd name="T73" fmla="*/ 7448 h 47"/>
                <a:gd name="T74" fmla="*/ 24400 w 139"/>
                <a:gd name="T75" fmla="*/ 6561 h 47"/>
                <a:gd name="T76" fmla="*/ 23700 w 139"/>
                <a:gd name="T77" fmla="*/ 5836 h 47"/>
                <a:gd name="T78" fmla="*/ 22618 w 139"/>
                <a:gd name="T79" fmla="*/ 5145 h 47"/>
                <a:gd name="T80" fmla="*/ 18675 w 139"/>
                <a:gd name="T81" fmla="*/ 2303 h 47"/>
                <a:gd name="T82" fmla="*/ 16509 w 139"/>
                <a:gd name="T83" fmla="*/ 882 h 47"/>
                <a:gd name="T84" fmla="*/ 15618 w 139"/>
                <a:gd name="T85" fmla="*/ 534 h 47"/>
                <a:gd name="T86" fmla="*/ 14349 w 139"/>
                <a:gd name="T87" fmla="*/ 348 h 47"/>
                <a:gd name="T88" fmla="*/ 13807 w 139"/>
                <a:gd name="T89" fmla="*/ 348 h 47"/>
                <a:gd name="T90" fmla="*/ 13266 w 139"/>
                <a:gd name="T91" fmla="*/ 191 h 4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39" h="47">
                  <a:moveTo>
                    <a:pt x="74" y="1"/>
                  </a:moveTo>
                  <a:cubicBezTo>
                    <a:pt x="73" y="1"/>
                    <a:pt x="72" y="1"/>
                    <a:pt x="71" y="1"/>
                  </a:cubicBezTo>
                  <a:cubicBezTo>
                    <a:pt x="70" y="1"/>
                    <a:pt x="68" y="2"/>
                    <a:pt x="67" y="2"/>
                  </a:cubicBezTo>
                  <a:cubicBezTo>
                    <a:pt x="66" y="2"/>
                    <a:pt x="64" y="1"/>
                    <a:pt x="63" y="0"/>
                  </a:cubicBezTo>
                  <a:cubicBezTo>
                    <a:pt x="60" y="0"/>
                    <a:pt x="58" y="0"/>
                    <a:pt x="55" y="0"/>
                  </a:cubicBezTo>
                  <a:cubicBezTo>
                    <a:pt x="49" y="2"/>
                    <a:pt x="43" y="2"/>
                    <a:pt x="38" y="5"/>
                  </a:cubicBezTo>
                  <a:cubicBezTo>
                    <a:pt x="34" y="6"/>
                    <a:pt x="30" y="8"/>
                    <a:pt x="25" y="9"/>
                  </a:cubicBezTo>
                  <a:cubicBezTo>
                    <a:pt x="20" y="9"/>
                    <a:pt x="16" y="13"/>
                    <a:pt x="11" y="14"/>
                  </a:cubicBezTo>
                  <a:cubicBezTo>
                    <a:pt x="9" y="14"/>
                    <a:pt x="8" y="15"/>
                    <a:pt x="7" y="16"/>
                  </a:cubicBezTo>
                  <a:cubicBezTo>
                    <a:pt x="5" y="17"/>
                    <a:pt x="3" y="18"/>
                    <a:pt x="3" y="20"/>
                  </a:cubicBezTo>
                  <a:cubicBezTo>
                    <a:pt x="0" y="23"/>
                    <a:pt x="10" y="24"/>
                    <a:pt x="12" y="24"/>
                  </a:cubicBezTo>
                  <a:cubicBezTo>
                    <a:pt x="14" y="24"/>
                    <a:pt x="16" y="24"/>
                    <a:pt x="18" y="24"/>
                  </a:cubicBezTo>
                  <a:cubicBezTo>
                    <a:pt x="20" y="24"/>
                    <a:pt x="22" y="23"/>
                    <a:pt x="23" y="22"/>
                  </a:cubicBezTo>
                  <a:cubicBezTo>
                    <a:pt x="26" y="21"/>
                    <a:pt x="29" y="21"/>
                    <a:pt x="31" y="21"/>
                  </a:cubicBezTo>
                  <a:cubicBezTo>
                    <a:pt x="33" y="21"/>
                    <a:pt x="35" y="20"/>
                    <a:pt x="37" y="20"/>
                  </a:cubicBezTo>
                  <a:cubicBezTo>
                    <a:pt x="40" y="19"/>
                    <a:pt x="43" y="18"/>
                    <a:pt x="46" y="17"/>
                  </a:cubicBezTo>
                  <a:cubicBezTo>
                    <a:pt x="48" y="17"/>
                    <a:pt x="51" y="17"/>
                    <a:pt x="53" y="16"/>
                  </a:cubicBezTo>
                  <a:cubicBezTo>
                    <a:pt x="56" y="16"/>
                    <a:pt x="59" y="16"/>
                    <a:pt x="61" y="15"/>
                  </a:cubicBezTo>
                  <a:cubicBezTo>
                    <a:pt x="63" y="15"/>
                    <a:pt x="65" y="14"/>
                    <a:pt x="67" y="13"/>
                  </a:cubicBezTo>
                  <a:cubicBezTo>
                    <a:pt x="69" y="13"/>
                    <a:pt x="71" y="14"/>
                    <a:pt x="73" y="14"/>
                  </a:cubicBezTo>
                  <a:cubicBezTo>
                    <a:pt x="75" y="14"/>
                    <a:pt x="76" y="14"/>
                    <a:pt x="78" y="14"/>
                  </a:cubicBezTo>
                  <a:cubicBezTo>
                    <a:pt x="80" y="14"/>
                    <a:pt x="82" y="15"/>
                    <a:pt x="84" y="16"/>
                  </a:cubicBezTo>
                  <a:cubicBezTo>
                    <a:pt x="87" y="17"/>
                    <a:pt x="89" y="18"/>
                    <a:pt x="91" y="19"/>
                  </a:cubicBezTo>
                  <a:cubicBezTo>
                    <a:pt x="92" y="20"/>
                    <a:pt x="93" y="20"/>
                    <a:pt x="95" y="21"/>
                  </a:cubicBezTo>
                  <a:cubicBezTo>
                    <a:pt x="96" y="22"/>
                    <a:pt x="97" y="23"/>
                    <a:pt x="98" y="24"/>
                  </a:cubicBezTo>
                  <a:cubicBezTo>
                    <a:pt x="100" y="25"/>
                    <a:pt x="103" y="26"/>
                    <a:pt x="105" y="28"/>
                  </a:cubicBezTo>
                  <a:cubicBezTo>
                    <a:pt x="106" y="30"/>
                    <a:pt x="109" y="30"/>
                    <a:pt x="111" y="32"/>
                  </a:cubicBezTo>
                  <a:cubicBezTo>
                    <a:pt x="113" y="33"/>
                    <a:pt x="114" y="34"/>
                    <a:pt x="116" y="35"/>
                  </a:cubicBezTo>
                  <a:cubicBezTo>
                    <a:pt x="117" y="36"/>
                    <a:pt x="118" y="36"/>
                    <a:pt x="119" y="37"/>
                  </a:cubicBezTo>
                  <a:cubicBezTo>
                    <a:pt x="120" y="38"/>
                    <a:pt x="120" y="39"/>
                    <a:pt x="121" y="40"/>
                  </a:cubicBezTo>
                  <a:cubicBezTo>
                    <a:pt x="122" y="41"/>
                    <a:pt x="123" y="41"/>
                    <a:pt x="124" y="42"/>
                  </a:cubicBezTo>
                  <a:cubicBezTo>
                    <a:pt x="124" y="43"/>
                    <a:pt x="125" y="44"/>
                    <a:pt x="125" y="45"/>
                  </a:cubicBezTo>
                  <a:cubicBezTo>
                    <a:pt x="125" y="45"/>
                    <a:pt x="126" y="47"/>
                    <a:pt x="126" y="47"/>
                  </a:cubicBezTo>
                  <a:cubicBezTo>
                    <a:pt x="127" y="47"/>
                    <a:pt x="128" y="47"/>
                    <a:pt x="129" y="46"/>
                  </a:cubicBezTo>
                  <a:cubicBezTo>
                    <a:pt x="130" y="46"/>
                    <a:pt x="132" y="46"/>
                    <a:pt x="133" y="45"/>
                  </a:cubicBezTo>
                  <a:cubicBezTo>
                    <a:pt x="134" y="44"/>
                    <a:pt x="134" y="44"/>
                    <a:pt x="135" y="43"/>
                  </a:cubicBezTo>
                  <a:cubicBezTo>
                    <a:pt x="136" y="43"/>
                    <a:pt x="137" y="43"/>
                    <a:pt x="137" y="42"/>
                  </a:cubicBezTo>
                  <a:cubicBezTo>
                    <a:pt x="139" y="40"/>
                    <a:pt x="138" y="38"/>
                    <a:pt x="136" y="37"/>
                  </a:cubicBezTo>
                  <a:cubicBezTo>
                    <a:pt x="135" y="36"/>
                    <a:pt x="133" y="34"/>
                    <a:pt x="132" y="33"/>
                  </a:cubicBezTo>
                  <a:cubicBezTo>
                    <a:pt x="130" y="32"/>
                    <a:pt x="128" y="30"/>
                    <a:pt x="126" y="29"/>
                  </a:cubicBezTo>
                  <a:cubicBezTo>
                    <a:pt x="119" y="23"/>
                    <a:pt x="111" y="19"/>
                    <a:pt x="104" y="13"/>
                  </a:cubicBezTo>
                  <a:cubicBezTo>
                    <a:pt x="100" y="10"/>
                    <a:pt x="97" y="8"/>
                    <a:pt x="92" y="5"/>
                  </a:cubicBezTo>
                  <a:cubicBezTo>
                    <a:pt x="91" y="5"/>
                    <a:pt x="89" y="3"/>
                    <a:pt x="87" y="3"/>
                  </a:cubicBezTo>
                  <a:cubicBezTo>
                    <a:pt x="85" y="3"/>
                    <a:pt x="83" y="2"/>
                    <a:pt x="80" y="2"/>
                  </a:cubicBezTo>
                  <a:cubicBezTo>
                    <a:pt x="79" y="2"/>
                    <a:pt x="78" y="2"/>
                    <a:pt x="77" y="2"/>
                  </a:cubicBezTo>
                  <a:cubicBezTo>
                    <a:pt x="76" y="2"/>
                    <a:pt x="75" y="1"/>
                    <a:pt x="7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84" name="Freeform 1745"/>
            <p:cNvSpPr>
              <a:spLocks/>
            </p:cNvSpPr>
            <p:nvPr/>
          </p:nvSpPr>
          <p:spPr bwMode="auto">
            <a:xfrm>
              <a:off x="3469" y="-8160"/>
              <a:ext cx="620" cy="124"/>
            </a:xfrm>
            <a:custGeom>
              <a:avLst/>
              <a:gdLst>
                <a:gd name="T0" fmla="*/ 11628 w 110"/>
                <a:gd name="T1" fmla="*/ 0 h 22"/>
                <a:gd name="T2" fmla="*/ 9306 w 110"/>
                <a:gd name="T3" fmla="*/ 541 h 22"/>
                <a:gd name="T4" fmla="*/ 6640 w 110"/>
                <a:gd name="T5" fmla="*/ 1082 h 22"/>
                <a:gd name="T6" fmla="*/ 2317 w 110"/>
                <a:gd name="T7" fmla="*/ 2508 h 22"/>
                <a:gd name="T8" fmla="*/ 1082 w 110"/>
                <a:gd name="T9" fmla="*/ 3049 h 22"/>
                <a:gd name="T10" fmla="*/ 0 w 110"/>
                <a:gd name="T11" fmla="*/ 3748 h 22"/>
                <a:gd name="T12" fmla="*/ 1082 w 110"/>
                <a:gd name="T13" fmla="*/ 3748 h 22"/>
                <a:gd name="T14" fmla="*/ 3049 w 110"/>
                <a:gd name="T15" fmla="*/ 3399 h 22"/>
                <a:gd name="T16" fmla="*/ 6256 w 110"/>
                <a:gd name="T17" fmla="*/ 3207 h 22"/>
                <a:gd name="T18" fmla="*/ 8421 w 110"/>
                <a:gd name="T19" fmla="*/ 3049 h 22"/>
                <a:gd name="T20" fmla="*/ 10388 w 110"/>
                <a:gd name="T21" fmla="*/ 2700 h 22"/>
                <a:gd name="T22" fmla="*/ 12547 w 110"/>
                <a:gd name="T23" fmla="*/ 2317 h 22"/>
                <a:gd name="T24" fmla="*/ 15027 w 110"/>
                <a:gd name="T25" fmla="*/ 1781 h 22"/>
                <a:gd name="T26" fmla="*/ 16109 w 110"/>
                <a:gd name="T27" fmla="*/ 1618 h 22"/>
                <a:gd name="T28" fmla="*/ 17185 w 110"/>
                <a:gd name="T29" fmla="*/ 1240 h 22"/>
                <a:gd name="T30" fmla="*/ 18076 w 110"/>
                <a:gd name="T31" fmla="*/ 1240 h 22"/>
                <a:gd name="T32" fmla="*/ 19158 w 110"/>
                <a:gd name="T33" fmla="*/ 1432 h 22"/>
                <a:gd name="T34" fmla="*/ 19699 w 110"/>
                <a:gd name="T35" fmla="*/ 1240 h 22"/>
                <a:gd name="T36" fmla="*/ 18809 w 110"/>
                <a:gd name="T37" fmla="*/ 891 h 22"/>
                <a:gd name="T38" fmla="*/ 17726 w 110"/>
                <a:gd name="T39" fmla="*/ 733 h 22"/>
                <a:gd name="T40" fmla="*/ 16644 w 110"/>
                <a:gd name="T41" fmla="*/ 733 h 22"/>
                <a:gd name="T42" fmla="*/ 16109 w 110"/>
                <a:gd name="T43" fmla="*/ 733 h 22"/>
                <a:gd name="T44" fmla="*/ 15410 w 110"/>
                <a:gd name="T45" fmla="*/ 733 h 22"/>
                <a:gd name="T46" fmla="*/ 14328 w 110"/>
                <a:gd name="T47" fmla="*/ 891 h 22"/>
                <a:gd name="T48" fmla="*/ 13245 w 110"/>
                <a:gd name="T49" fmla="*/ 1082 h 22"/>
                <a:gd name="T50" fmla="*/ 12361 w 110"/>
                <a:gd name="T51" fmla="*/ 1082 h 22"/>
                <a:gd name="T52" fmla="*/ 11278 w 110"/>
                <a:gd name="T53" fmla="*/ 891 h 22"/>
                <a:gd name="T54" fmla="*/ 10929 w 110"/>
                <a:gd name="T55" fmla="*/ 541 h 22"/>
                <a:gd name="T56" fmla="*/ 11470 w 110"/>
                <a:gd name="T57" fmla="*/ 349 h 22"/>
                <a:gd name="T58" fmla="*/ 12011 w 110"/>
                <a:gd name="T59" fmla="*/ 0 h 22"/>
                <a:gd name="T60" fmla="*/ 11819 w 110"/>
                <a:gd name="T61" fmla="*/ 0 h 22"/>
                <a:gd name="T62" fmla="*/ 11628 w 110"/>
                <a:gd name="T63" fmla="*/ 0 h 2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10" h="22">
                  <a:moveTo>
                    <a:pt x="65" y="0"/>
                  </a:moveTo>
                  <a:cubicBezTo>
                    <a:pt x="61" y="1"/>
                    <a:pt x="57" y="2"/>
                    <a:pt x="52" y="3"/>
                  </a:cubicBezTo>
                  <a:cubicBezTo>
                    <a:pt x="48" y="5"/>
                    <a:pt x="42" y="5"/>
                    <a:pt x="37" y="6"/>
                  </a:cubicBezTo>
                  <a:cubicBezTo>
                    <a:pt x="29" y="7"/>
                    <a:pt x="21" y="10"/>
                    <a:pt x="13" y="14"/>
                  </a:cubicBezTo>
                  <a:cubicBezTo>
                    <a:pt x="11" y="15"/>
                    <a:pt x="8" y="16"/>
                    <a:pt x="6" y="17"/>
                  </a:cubicBezTo>
                  <a:cubicBezTo>
                    <a:pt x="4" y="18"/>
                    <a:pt x="0" y="19"/>
                    <a:pt x="0" y="21"/>
                  </a:cubicBezTo>
                  <a:cubicBezTo>
                    <a:pt x="2" y="22"/>
                    <a:pt x="4" y="21"/>
                    <a:pt x="6" y="21"/>
                  </a:cubicBezTo>
                  <a:cubicBezTo>
                    <a:pt x="10" y="20"/>
                    <a:pt x="14" y="20"/>
                    <a:pt x="17" y="19"/>
                  </a:cubicBezTo>
                  <a:cubicBezTo>
                    <a:pt x="23" y="18"/>
                    <a:pt x="29" y="17"/>
                    <a:pt x="35" y="18"/>
                  </a:cubicBezTo>
                  <a:cubicBezTo>
                    <a:pt x="39" y="18"/>
                    <a:pt x="43" y="18"/>
                    <a:pt x="47" y="17"/>
                  </a:cubicBezTo>
                  <a:cubicBezTo>
                    <a:pt x="50" y="16"/>
                    <a:pt x="54" y="16"/>
                    <a:pt x="58" y="15"/>
                  </a:cubicBezTo>
                  <a:cubicBezTo>
                    <a:pt x="62" y="14"/>
                    <a:pt x="66" y="14"/>
                    <a:pt x="70" y="13"/>
                  </a:cubicBezTo>
                  <a:cubicBezTo>
                    <a:pt x="75" y="12"/>
                    <a:pt x="79" y="10"/>
                    <a:pt x="84" y="10"/>
                  </a:cubicBezTo>
                  <a:cubicBezTo>
                    <a:pt x="86" y="10"/>
                    <a:pt x="88" y="10"/>
                    <a:pt x="90" y="9"/>
                  </a:cubicBezTo>
                  <a:cubicBezTo>
                    <a:pt x="92" y="9"/>
                    <a:pt x="94" y="8"/>
                    <a:pt x="96" y="7"/>
                  </a:cubicBezTo>
                  <a:cubicBezTo>
                    <a:pt x="98" y="7"/>
                    <a:pt x="100" y="8"/>
                    <a:pt x="101" y="7"/>
                  </a:cubicBezTo>
                  <a:cubicBezTo>
                    <a:pt x="103" y="7"/>
                    <a:pt x="105" y="8"/>
                    <a:pt x="107" y="8"/>
                  </a:cubicBezTo>
                  <a:cubicBezTo>
                    <a:pt x="108" y="8"/>
                    <a:pt x="109" y="8"/>
                    <a:pt x="110" y="7"/>
                  </a:cubicBezTo>
                  <a:cubicBezTo>
                    <a:pt x="108" y="6"/>
                    <a:pt x="106" y="6"/>
                    <a:pt x="105" y="5"/>
                  </a:cubicBezTo>
                  <a:cubicBezTo>
                    <a:pt x="103" y="5"/>
                    <a:pt x="101" y="4"/>
                    <a:pt x="99" y="4"/>
                  </a:cubicBezTo>
                  <a:cubicBezTo>
                    <a:pt x="97" y="4"/>
                    <a:pt x="95" y="4"/>
                    <a:pt x="93" y="4"/>
                  </a:cubicBezTo>
                  <a:cubicBezTo>
                    <a:pt x="92" y="4"/>
                    <a:pt x="91" y="4"/>
                    <a:pt x="90" y="4"/>
                  </a:cubicBezTo>
                  <a:cubicBezTo>
                    <a:pt x="89" y="5"/>
                    <a:pt x="87" y="4"/>
                    <a:pt x="86" y="4"/>
                  </a:cubicBezTo>
                  <a:cubicBezTo>
                    <a:pt x="84" y="4"/>
                    <a:pt x="82" y="5"/>
                    <a:pt x="80" y="5"/>
                  </a:cubicBezTo>
                  <a:cubicBezTo>
                    <a:pt x="78" y="6"/>
                    <a:pt x="76" y="5"/>
                    <a:pt x="74" y="6"/>
                  </a:cubicBezTo>
                  <a:cubicBezTo>
                    <a:pt x="72" y="6"/>
                    <a:pt x="71" y="7"/>
                    <a:pt x="69" y="6"/>
                  </a:cubicBezTo>
                  <a:cubicBezTo>
                    <a:pt x="67" y="6"/>
                    <a:pt x="65" y="6"/>
                    <a:pt x="63" y="5"/>
                  </a:cubicBezTo>
                  <a:cubicBezTo>
                    <a:pt x="63" y="4"/>
                    <a:pt x="62" y="4"/>
                    <a:pt x="61" y="3"/>
                  </a:cubicBezTo>
                  <a:cubicBezTo>
                    <a:pt x="62" y="3"/>
                    <a:pt x="63" y="2"/>
                    <a:pt x="64" y="2"/>
                  </a:cubicBezTo>
                  <a:cubicBezTo>
                    <a:pt x="65" y="1"/>
                    <a:pt x="66" y="1"/>
                    <a:pt x="67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85" name="Freeform 1746"/>
            <p:cNvSpPr>
              <a:spLocks/>
            </p:cNvSpPr>
            <p:nvPr/>
          </p:nvSpPr>
          <p:spPr bwMode="auto">
            <a:xfrm>
              <a:off x="4101" y="-8126"/>
              <a:ext cx="191" cy="118"/>
            </a:xfrm>
            <a:custGeom>
              <a:avLst/>
              <a:gdLst>
                <a:gd name="T0" fmla="*/ 539 w 34"/>
                <a:gd name="T1" fmla="*/ 0 h 21"/>
                <a:gd name="T2" fmla="*/ 0 w 34"/>
                <a:gd name="T3" fmla="*/ 0 h 21"/>
                <a:gd name="T4" fmla="*/ 348 w 34"/>
                <a:gd name="T5" fmla="*/ 348 h 21"/>
                <a:gd name="T6" fmla="*/ 882 w 34"/>
                <a:gd name="T7" fmla="*/ 882 h 21"/>
                <a:gd name="T8" fmla="*/ 2112 w 34"/>
                <a:gd name="T9" fmla="*/ 1422 h 21"/>
                <a:gd name="T10" fmla="*/ 1612 w 34"/>
                <a:gd name="T11" fmla="*/ 1073 h 21"/>
                <a:gd name="T12" fmla="*/ 2494 w 34"/>
                <a:gd name="T13" fmla="*/ 1422 h 21"/>
                <a:gd name="T14" fmla="*/ 3915 w 34"/>
                <a:gd name="T15" fmla="*/ 2304 h 21"/>
                <a:gd name="T16" fmla="*/ 4955 w 34"/>
                <a:gd name="T17" fmla="*/ 3192 h 21"/>
                <a:gd name="T18" fmla="*/ 6028 w 34"/>
                <a:gd name="T19" fmla="*/ 3725 h 21"/>
                <a:gd name="T20" fmla="*/ 4797 w 34"/>
                <a:gd name="T21" fmla="*/ 2843 h 21"/>
                <a:gd name="T22" fmla="*/ 4258 w 34"/>
                <a:gd name="T23" fmla="*/ 2304 h 21"/>
                <a:gd name="T24" fmla="*/ 3533 w 34"/>
                <a:gd name="T25" fmla="*/ 1613 h 21"/>
                <a:gd name="T26" fmla="*/ 1955 w 34"/>
                <a:gd name="T27" fmla="*/ 697 h 21"/>
                <a:gd name="T28" fmla="*/ 539 w 34"/>
                <a:gd name="T29" fmla="*/ 191 h 21"/>
                <a:gd name="T30" fmla="*/ 539 w 34"/>
                <a:gd name="T31" fmla="*/ 0 h 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4" h="21">
                  <a:moveTo>
                    <a:pt x="3" y="0"/>
                  </a:moveTo>
                  <a:cubicBezTo>
                    <a:pt x="2" y="1"/>
                    <a:pt x="1" y="0"/>
                    <a:pt x="0" y="0"/>
                  </a:cubicBezTo>
                  <a:cubicBezTo>
                    <a:pt x="0" y="1"/>
                    <a:pt x="1" y="2"/>
                    <a:pt x="2" y="2"/>
                  </a:cubicBezTo>
                  <a:cubicBezTo>
                    <a:pt x="3" y="3"/>
                    <a:pt x="4" y="4"/>
                    <a:pt x="5" y="5"/>
                  </a:cubicBezTo>
                  <a:cubicBezTo>
                    <a:pt x="7" y="6"/>
                    <a:pt x="9" y="8"/>
                    <a:pt x="12" y="8"/>
                  </a:cubicBezTo>
                  <a:cubicBezTo>
                    <a:pt x="12" y="7"/>
                    <a:pt x="10" y="6"/>
                    <a:pt x="9" y="6"/>
                  </a:cubicBezTo>
                  <a:cubicBezTo>
                    <a:pt x="11" y="5"/>
                    <a:pt x="13" y="8"/>
                    <a:pt x="14" y="8"/>
                  </a:cubicBezTo>
                  <a:cubicBezTo>
                    <a:pt x="16" y="10"/>
                    <a:pt x="20" y="11"/>
                    <a:pt x="22" y="13"/>
                  </a:cubicBezTo>
                  <a:cubicBezTo>
                    <a:pt x="24" y="15"/>
                    <a:pt x="25" y="17"/>
                    <a:pt x="28" y="18"/>
                  </a:cubicBezTo>
                  <a:cubicBezTo>
                    <a:pt x="30" y="19"/>
                    <a:pt x="32" y="20"/>
                    <a:pt x="34" y="21"/>
                  </a:cubicBezTo>
                  <a:cubicBezTo>
                    <a:pt x="33" y="19"/>
                    <a:pt x="29" y="17"/>
                    <a:pt x="27" y="16"/>
                  </a:cubicBezTo>
                  <a:cubicBezTo>
                    <a:pt x="26" y="15"/>
                    <a:pt x="25" y="14"/>
                    <a:pt x="24" y="13"/>
                  </a:cubicBezTo>
                  <a:cubicBezTo>
                    <a:pt x="23" y="11"/>
                    <a:pt x="21" y="10"/>
                    <a:pt x="20" y="9"/>
                  </a:cubicBezTo>
                  <a:cubicBezTo>
                    <a:pt x="17" y="7"/>
                    <a:pt x="14" y="6"/>
                    <a:pt x="11" y="4"/>
                  </a:cubicBezTo>
                  <a:cubicBezTo>
                    <a:pt x="9" y="3"/>
                    <a:pt x="6" y="0"/>
                    <a:pt x="3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86" name="Freeform 1747"/>
            <p:cNvSpPr>
              <a:spLocks/>
            </p:cNvSpPr>
            <p:nvPr/>
          </p:nvSpPr>
          <p:spPr bwMode="auto">
            <a:xfrm>
              <a:off x="4112" y="-8172"/>
              <a:ext cx="203" cy="124"/>
            </a:xfrm>
            <a:custGeom>
              <a:avLst/>
              <a:gdLst>
                <a:gd name="T0" fmla="*/ 891 w 36"/>
                <a:gd name="T1" fmla="*/ 192 h 22"/>
                <a:gd name="T2" fmla="*/ 0 w 36"/>
                <a:gd name="T3" fmla="*/ 192 h 22"/>
                <a:gd name="T4" fmla="*/ 733 w 36"/>
                <a:gd name="T5" fmla="*/ 541 h 22"/>
                <a:gd name="T6" fmla="*/ 1624 w 36"/>
                <a:gd name="T7" fmla="*/ 891 h 22"/>
                <a:gd name="T8" fmla="*/ 2323 w 36"/>
                <a:gd name="T9" fmla="*/ 1432 h 22"/>
                <a:gd name="T10" fmla="*/ 3051 w 36"/>
                <a:gd name="T11" fmla="*/ 1781 h 22"/>
                <a:gd name="T12" fmla="*/ 4675 w 36"/>
                <a:gd name="T13" fmla="*/ 2858 h 22"/>
                <a:gd name="T14" fmla="*/ 5374 w 36"/>
                <a:gd name="T15" fmla="*/ 3590 h 22"/>
                <a:gd name="T16" fmla="*/ 6457 w 36"/>
                <a:gd name="T17" fmla="*/ 3940 h 22"/>
                <a:gd name="T18" fmla="*/ 5915 w 36"/>
                <a:gd name="T19" fmla="*/ 3590 h 22"/>
                <a:gd name="T20" fmla="*/ 5374 w 36"/>
                <a:gd name="T21" fmla="*/ 3207 h 22"/>
                <a:gd name="T22" fmla="*/ 4133 w 36"/>
                <a:gd name="T23" fmla="*/ 2159 h 22"/>
                <a:gd name="T24" fmla="*/ 2701 w 36"/>
                <a:gd name="T25" fmla="*/ 1082 h 22"/>
                <a:gd name="T26" fmla="*/ 1083 w 36"/>
                <a:gd name="T27" fmla="*/ 192 h 22"/>
                <a:gd name="T28" fmla="*/ 891 w 36"/>
                <a:gd name="T29" fmla="*/ 192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6" h="22">
                  <a:moveTo>
                    <a:pt x="5" y="1"/>
                  </a:moveTo>
                  <a:cubicBezTo>
                    <a:pt x="3" y="1"/>
                    <a:pt x="1" y="0"/>
                    <a:pt x="0" y="1"/>
                  </a:cubicBezTo>
                  <a:cubicBezTo>
                    <a:pt x="1" y="2"/>
                    <a:pt x="2" y="2"/>
                    <a:pt x="4" y="3"/>
                  </a:cubicBezTo>
                  <a:cubicBezTo>
                    <a:pt x="6" y="3"/>
                    <a:pt x="7" y="4"/>
                    <a:pt x="9" y="5"/>
                  </a:cubicBezTo>
                  <a:cubicBezTo>
                    <a:pt x="10" y="6"/>
                    <a:pt x="12" y="7"/>
                    <a:pt x="13" y="8"/>
                  </a:cubicBezTo>
                  <a:cubicBezTo>
                    <a:pt x="14" y="9"/>
                    <a:pt x="16" y="9"/>
                    <a:pt x="17" y="10"/>
                  </a:cubicBezTo>
                  <a:cubicBezTo>
                    <a:pt x="20" y="12"/>
                    <a:pt x="23" y="14"/>
                    <a:pt x="26" y="16"/>
                  </a:cubicBezTo>
                  <a:cubicBezTo>
                    <a:pt x="28" y="17"/>
                    <a:pt x="29" y="19"/>
                    <a:pt x="30" y="20"/>
                  </a:cubicBezTo>
                  <a:cubicBezTo>
                    <a:pt x="32" y="21"/>
                    <a:pt x="34" y="22"/>
                    <a:pt x="36" y="22"/>
                  </a:cubicBezTo>
                  <a:cubicBezTo>
                    <a:pt x="35" y="21"/>
                    <a:pt x="34" y="21"/>
                    <a:pt x="33" y="20"/>
                  </a:cubicBezTo>
                  <a:cubicBezTo>
                    <a:pt x="32" y="20"/>
                    <a:pt x="31" y="19"/>
                    <a:pt x="30" y="18"/>
                  </a:cubicBezTo>
                  <a:cubicBezTo>
                    <a:pt x="27" y="16"/>
                    <a:pt x="25" y="13"/>
                    <a:pt x="23" y="12"/>
                  </a:cubicBezTo>
                  <a:cubicBezTo>
                    <a:pt x="20" y="10"/>
                    <a:pt x="17" y="8"/>
                    <a:pt x="15" y="6"/>
                  </a:cubicBezTo>
                  <a:cubicBezTo>
                    <a:pt x="12" y="4"/>
                    <a:pt x="9" y="3"/>
                    <a:pt x="6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87" name="Freeform 1748"/>
            <p:cNvSpPr>
              <a:spLocks/>
            </p:cNvSpPr>
            <p:nvPr/>
          </p:nvSpPr>
          <p:spPr bwMode="auto">
            <a:xfrm>
              <a:off x="3458" y="-8160"/>
              <a:ext cx="361" cy="152"/>
            </a:xfrm>
            <a:custGeom>
              <a:avLst/>
              <a:gdLst>
                <a:gd name="T0" fmla="*/ 350 w 64"/>
                <a:gd name="T1" fmla="*/ 4087 h 27"/>
                <a:gd name="T2" fmla="*/ 891 w 64"/>
                <a:gd name="T3" fmla="*/ 3580 h 27"/>
                <a:gd name="T4" fmla="*/ 2166 w 64"/>
                <a:gd name="T5" fmla="*/ 3203 h 27"/>
                <a:gd name="T6" fmla="*/ 6808 w 64"/>
                <a:gd name="T7" fmla="*/ 1616 h 27"/>
                <a:gd name="T8" fmla="*/ 8241 w 64"/>
                <a:gd name="T9" fmla="*/ 1239 h 27"/>
                <a:gd name="T10" fmla="*/ 10243 w 64"/>
                <a:gd name="T11" fmla="*/ 889 h 27"/>
                <a:gd name="T12" fmla="*/ 8782 w 64"/>
                <a:gd name="T13" fmla="*/ 1616 h 27"/>
                <a:gd name="T14" fmla="*/ 9516 w 64"/>
                <a:gd name="T15" fmla="*/ 1616 h 27"/>
                <a:gd name="T16" fmla="*/ 8782 w 64"/>
                <a:gd name="T17" fmla="*/ 1965 h 27"/>
                <a:gd name="T18" fmla="*/ 8241 w 64"/>
                <a:gd name="T19" fmla="*/ 2314 h 27"/>
                <a:gd name="T20" fmla="*/ 8433 w 64"/>
                <a:gd name="T21" fmla="*/ 2314 h 27"/>
                <a:gd name="T22" fmla="*/ 8974 w 64"/>
                <a:gd name="T23" fmla="*/ 2505 h 27"/>
                <a:gd name="T24" fmla="*/ 7891 w 64"/>
                <a:gd name="T25" fmla="*/ 2854 h 27"/>
                <a:gd name="T26" fmla="*/ 7192 w 64"/>
                <a:gd name="T27" fmla="*/ 3389 h 27"/>
                <a:gd name="T28" fmla="*/ 7542 w 64"/>
                <a:gd name="T29" fmla="*/ 3389 h 27"/>
                <a:gd name="T30" fmla="*/ 8083 w 64"/>
                <a:gd name="T31" fmla="*/ 3389 h 27"/>
                <a:gd name="T32" fmla="*/ 8625 w 64"/>
                <a:gd name="T33" fmla="*/ 3580 h 27"/>
                <a:gd name="T34" fmla="*/ 8241 w 64"/>
                <a:gd name="T35" fmla="*/ 3929 h 27"/>
                <a:gd name="T36" fmla="*/ 6650 w 64"/>
                <a:gd name="T37" fmla="*/ 3929 h 27"/>
                <a:gd name="T38" fmla="*/ 5917 w 64"/>
                <a:gd name="T39" fmla="*/ 4087 h 27"/>
                <a:gd name="T40" fmla="*/ 4484 w 64"/>
                <a:gd name="T41" fmla="*/ 4087 h 27"/>
                <a:gd name="T42" fmla="*/ 2324 w 64"/>
                <a:gd name="T43" fmla="*/ 4470 h 27"/>
                <a:gd name="T44" fmla="*/ 733 w 64"/>
                <a:gd name="T45" fmla="*/ 4470 h 27"/>
                <a:gd name="T46" fmla="*/ 891 w 64"/>
                <a:gd name="T47" fmla="*/ 4087 h 27"/>
                <a:gd name="T48" fmla="*/ 1433 w 64"/>
                <a:gd name="T49" fmla="*/ 3929 h 27"/>
                <a:gd name="T50" fmla="*/ 891 w 64"/>
                <a:gd name="T51" fmla="*/ 4087 h 27"/>
                <a:gd name="T52" fmla="*/ 350 w 64"/>
                <a:gd name="T53" fmla="*/ 4087 h 2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4" h="27">
                  <a:moveTo>
                    <a:pt x="2" y="23"/>
                  </a:moveTo>
                  <a:cubicBezTo>
                    <a:pt x="2" y="23"/>
                    <a:pt x="0" y="21"/>
                    <a:pt x="5" y="20"/>
                  </a:cubicBezTo>
                  <a:cubicBezTo>
                    <a:pt x="5" y="20"/>
                    <a:pt x="9" y="19"/>
                    <a:pt x="12" y="18"/>
                  </a:cubicBezTo>
                  <a:cubicBezTo>
                    <a:pt x="12" y="18"/>
                    <a:pt x="26" y="11"/>
                    <a:pt x="38" y="9"/>
                  </a:cubicBezTo>
                  <a:cubicBezTo>
                    <a:pt x="38" y="9"/>
                    <a:pt x="43" y="8"/>
                    <a:pt x="46" y="7"/>
                  </a:cubicBezTo>
                  <a:cubicBezTo>
                    <a:pt x="46" y="7"/>
                    <a:pt x="64" y="0"/>
                    <a:pt x="57" y="5"/>
                  </a:cubicBezTo>
                  <a:cubicBezTo>
                    <a:pt x="57" y="5"/>
                    <a:pt x="51" y="8"/>
                    <a:pt x="49" y="9"/>
                  </a:cubicBezTo>
                  <a:cubicBezTo>
                    <a:pt x="49" y="9"/>
                    <a:pt x="57" y="7"/>
                    <a:pt x="53" y="9"/>
                  </a:cubicBezTo>
                  <a:cubicBezTo>
                    <a:pt x="53" y="9"/>
                    <a:pt x="51" y="11"/>
                    <a:pt x="49" y="11"/>
                  </a:cubicBezTo>
                  <a:cubicBezTo>
                    <a:pt x="49" y="11"/>
                    <a:pt x="47" y="12"/>
                    <a:pt x="46" y="13"/>
                  </a:cubicBezTo>
                  <a:cubicBezTo>
                    <a:pt x="46" y="13"/>
                    <a:pt x="45" y="14"/>
                    <a:pt x="47" y="13"/>
                  </a:cubicBezTo>
                  <a:cubicBezTo>
                    <a:pt x="47" y="13"/>
                    <a:pt x="54" y="12"/>
                    <a:pt x="50" y="14"/>
                  </a:cubicBezTo>
                  <a:cubicBezTo>
                    <a:pt x="50" y="14"/>
                    <a:pt x="46" y="16"/>
                    <a:pt x="44" y="16"/>
                  </a:cubicBezTo>
                  <a:cubicBezTo>
                    <a:pt x="44" y="16"/>
                    <a:pt x="35" y="19"/>
                    <a:pt x="40" y="19"/>
                  </a:cubicBezTo>
                  <a:cubicBezTo>
                    <a:pt x="40" y="19"/>
                    <a:pt x="42" y="18"/>
                    <a:pt x="42" y="19"/>
                  </a:cubicBezTo>
                  <a:cubicBezTo>
                    <a:pt x="42" y="19"/>
                    <a:pt x="44" y="18"/>
                    <a:pt x="45" y="19"/>
                  </a:cubicBezTo>
                  <a:cubicBezTo>
                    <a:pt x="45" y="19"/>
                    <a:pt x="44" y="20"/>
                    <a:pt x="48" y="20"/>
                  </a:cubicBezTo>
                  <a:cubicBezTo>
                    <a:pt x="48" y="20"/>
                    <a:pt x="53" y="22"/>
                    <a:pt x="46" y="22"/>
                  </a:cubicBezTo>
                  <a:cubicBezTo>
                    <a:pt x="46" y="22"/>
                    <a:pt x="41" y="24"/>
                    <a:pt x="37" y="22"/>
                  </a:cubicBezTo>
                  <a:cubicBezTo>
                    <a:pt x="37" y="22"/>
                    <a:pt x="35" y="22"/>
                    <a:pt x="33" y="23"/>
                  </a:cubicBezTo>
                  <a:cubicBezTo>
                    <a:pt x="33" y="23"/>
                    <a:pt x="29" y="24"/>
                    <a:pt x="25" y="23"/>
                  </a:cubicBezTo>
                  <a:cubicBezTo>
                    <a:pt x="25" y="23"/>
                    <a:pt x="17" y="26"/>
                    <a:pt x="13" y="25"/>
                  </a:cubicBezTo>
                  <a:cubicBezTo>
                    <a:pt x="13" y="25"/>
                    <a:pt x="6" y="27"/>
                    <a:pt x="4" y="25"/>
                  </a:cubicBezTo>
                  <a:cubicBezTo>
                    <a:pt x="4" y="25"/>
                    <a:pt x="4" y="24"/>
                    <a:pt x="5" y="23"/>
                  </a:cubicBezTo>
                  <a:cubicBezTo>
                    <a:pt x="5" y="23"/>
                    <a:pt x="10" y="22"/>
                    <a:pt x="8" y="22"/>
                  </a:cubicBezTo>
                  <a:cubicBezTo>
                    <a:pt x="8" y="22"/>
                    <a:pt x="6" y="22"/>
                    <a:pt x="5" y="23"/>
                  </a:cubicBezTo>
                  <a:cubicBezTo>
                    <a:pt x="5" y="23"/>
                    <a:pt x="2" y="24"/>
                    <a:pt x="2" y="23"/>
                  </a:cubicBezTo>
                  <a:close/>
                </a:path>
              </a:pathLst>
            </a:custGeom>
            <a:solidFill>
              <a:srgbClr val="949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88" name="Freeform 1749"/>
            <p:cNvSpPr>
              <a:spLocks/>
            </p:cNvSpPr>
            <p:nvPr/>
          </p:nvSpPr>
          <p:spPr bwMode="auto">
            <a:xfrm>
              <a:off x="4546" y="-7935"/>
              <a:ext cx="22" cy="23"/>
            </a:xfrm>
            <a:custGeom>
              <a:avLst/>
              <a:gdLst>
                <a:gd name="T0" fmla="*/ 666 w 4"/>
                <a:gd name="T1" fmla="*/ 397 h 4"/>
                <a:gd name="T2" fmla="*/ 517 w 4"/>
                <a:gd name="T3" fmla="*/ 201 h 4"/>
                <a:gd name="T4" fmla="*/ 182 w 4"/>
                <a:gd name="T5" fmla="*/ 397 h 4"/>
                <a:gd name="T6" fmla="*/ 336 w 4"/>
                <a:gd name="T7" fmla="*/ 759 h 4"/>
                <a:gd name="T8" fmla="*/ 666 w 4"/>
                <a:gd name="T9" fmla="*/ 397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4" y="2"/>
                    <a:pt x="4" y="1"/>
                    <a:pt x="3" y="1"/>
                  </a:cubicBezTo>
                  <a:cubicBezTo>
                    <a:pt x="3" y="1"/>
                    <a:pt x="2" y="0"/>
                    <a:pt x="1" y="2"/>
                  </a:cubicBezTo>
                  <a:cubicBezTo>
                    <a:pt x="1" y="2"/>
                    <a:pt x="0" y="3"/>
                    <a:pt x="2" y="4"/>
                  </a:cubicBezTo>
                  <a:cubicBezTo>
                    <a:pt x="2" y="4"/>
                    <a:pt x="3" y="4"/>
                    <a:pt x="4" y="2"/>
                  </a:cubicBez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89" name="Freeform 1750"/>
            <p:cNvSpPr>
              <a:spLocks/>
            </p:cNvSpPr>
            <p:nvPr/>
          </p:nvSpPr>
          <p:spPr bwMode="auto">
            <a:xfrm>
              <a:off x="4551" y="-7929"/>
              <a:ext cx="12" cy="11"/>
            </a:xfrm>
            <a:custGeom>
              <a:avLst/>
              <a:gdLst>
                <a:gd name="T0" fmla="*/ 0 w 2"/>
                <a:gd name="T1" fmla="*/ 336 h 2"/>
                <a:gd name="T2" fmla="*/ 432 w 2"/>
                <a:gd name="T3" fmla="*/ 336 h 2"/>
                <a:gd name="T4" fmla="*/ 432 w 2"/>
                <a:gd name="T5" fmla="*/ 182 h 2"/>
                <a:gd name="T6" fmla="*/ 216 w 2"/>
                <a:gd name="T7" fmla="*/ 0 h 2"/>
                <a:gd name="T8" fmla="*/ 0 w 2"/>
                <a:gd name="T9" fmla="*/ 336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90" name="Freeform 1751"/>
            <p:cNvSpPr>
              <a:spLocks/>
            </p:cNvSpPr>
            <p:nvPr/>
          </p:nvSpPr>
          <p:spPr bwMode="auto">
            <a:xfrm>
              <a:off x="4512" y="-7907"/>
              <a:ext cx="17" cy="40"/>
            </a:xfrm>
            <a:custGeom>
              <a:avLst/>
              <a:gdLst>
                <a:gd name="T0" fmla="*/ 0 w 3"/>
                <a:gd name="T1" fmla="*/ 194 h 7"/>
                <a:gd name="T2" fmla="*/ 351 w 3"/>
                <a:gd name="T3" fmla="*/ 0 h 7"/>
                <a:gd name="T4" fmla="*/ 544 w 3"/>
                <a:gd name="T5" fmla="*/ 194 h 7"/>
                <a:gd name="T6" fmla="*/ 544 w 3"/>
                <a:gd name="T7" fmla="*/ 949 h 7"/>
                <a:gd name="T8" fmla="*/ 351 w 3"/>
                <a:gd name="T9" fmla="*/ 949 h 7"/>
                <a:gd name="T10" fmla="*/ 0 w 3"/>
                <a:gd name="T11" fmla="*/ 194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" h="7">
                  <a:moveTo>
                    <a:pt x="0" y="1"/>
                  </a:moveTo>
                  <a:cubicBezTo>
                    <a:pt x="0" y="1"/>
                    <a:pt x="0" y="0"/>
                    <a:pt x="2" y="0"/>
                  </a:cubicBezTo>
                  <a:cubicBezTo>
                    <a:pt x="2" y="0"/>
                    <a:pt x="3" y="0"/>
                    <a:pt x="3" y="1"/>
                  </a:cubicBezTo>
                  <a:cubicBezTo>
                    <a:pt x="3" y="1"/>
                    <a:pt x="2" y="4"/>
                    <a:pt x="3" y="5"/>
                  </a:cubicBezTo>
                  <a:cubicBezTo>
                    <a:pt x="3" y="5"/>
                    <a:pt x="2" y="7"/>
                    <a:pt x="2" y="5"/>
                  </a:cubicBezTo>
                  <a:cubicBezTo>
                    <a:pt x="2" y="5"/>
                    <a:pt x="0" y="3"/>
                    <a:pt x="0" y="1"/>
                  </a:cubicBezTo>
                  <a:close/>
                </a:path>
              </a:pathLst>
            </a:custGeom>
            <a:solidFill>
              <a:srgbClr val="B58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91" name="Freeform 1752"/>
            <p:cNvSpPr>
              <a:spLocks/>
            </p:cNvSpPr>
            <p:nvPr/>
          </p:nvSpPr>
          <p:spPr bwMode="auto">
            <a:xfrm>
              <a:off x="4512" y="-7912"/>
              <a:ext cx="11" cy="34"/>
            </a:xfrm>
            <a:custGeom>
              <a:avLst/>
              <a:gdLst>
                <a:gd name="T0" fmla="*/ 0 w 2"/>
                <a:gd name="T1" fmla="*/ 544 h 6"/>
                <a:gd name="T2" fmla="*/ 182 w 2"/>
                <a:gd name="T3" fmla="*/ 193 h 6"/>
                <a:gd name="T4" fmla="*/ 336 w 2"/>
                <a:gd name="T5" fmla="*/ 351 h 6"/>
                <a:gd name="T6" fmla="*/ 336 w 2"/>
                <a:gd name="T7" fmla="*/ 1094 h 6"/>
                <a:gd name="T8" fmla="*/ 182 w 2"/>
                <a:gd name="T9" fmla="*/ 901 h 6"/>
                <a:gd name="T10" fmla="*/ 0 w 2"/>
                <a:gd name="T11" fmla="*/ 544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" h="6">
                  <a:moveTo>
                    <a:pt x="0" y="3"/>
                  </a:moveTo>
                  <a:cubicBezTo>
                    <a:pt x="0" y="3"/>
                    <a:pt x="0" y="0"/>
                    <a:pt x="1" y="1"/>
                  </a:cubicBezTo>
                  <a:cubicBezTo>
                    <a:pt x="1" y="1"/>
                    <a:pt x="2" y="1"/>
                    <a:pt x="2" y="2"/>
                  </a:cubicBezTo>
                  <a:cubicBezTo>
                    <a:pt x="2" y="2"/>
                    <a:pt x="2" y="5"/>
                    <a:pt x="2" y="6"/>
                  </a:cubicBezTo>
                  <a:cubicBezTo>
                    <a:pt x="2" y="6"/>
                    <a:pt x="2" y="6"/>
                    <a:pt x="1" y="5"/>
                  </a:cubicBezTo>
                  <a:cubicBezTo>
                    <a:pt x="1" y="5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D5AA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92" name="Freeform 1753"/>
            <p:cNvSpPr>
              <a:spLocks/>
            </p:cNvSpPr>
            <p:nvPr/>
          </p:nvSpPr>
          <p:spPr bwMode="auto">
            <a:xfrm>
              <a:off x="4315" y="-8048"/>
              <a:ext cx="101" cy="113"/>
            </a:xfrm>
            <a:custGeom>
              <a:avLst/>
              <a:gdLst>
                <a:gd name="T0" fmla="*/ 348 w 18"/>
                <a:gd name="T1" fmla="*/ 0 h 20"/>
                <a:gd name="T2" fmla="*/ 1414 w 18"/>
                <a:gd name="T3" fmla="*/ 1085 h 20"/>
                <a:gd name="T4" fmla="*/ 2486 w 18"/>
                <a:gd name="T5" fmla="*/ 1819 h 20"/>
                <a:gd name="T6" fmla="*/ 2991 w 18"/>
                <a:gd name="T7" fmla="*/ 2876 h 20"/>
                <a:gd name="T8" fmla="*/ 2643 w 18"/>
                <a:gd name="T9" fmla="*/ 3254 h 20"/>
                <a:gd name="T10" fmla="*/ 2301 w 18"/>
                <a:gd name="T11" fmla="*/ 3605 h 20"/>
                <a:gd name="T12" fmla="*/ 2486 w 18"/>
                <a:gd name="T13" fmla="*/ 3062 h 20"/>
                <a:gd name="T14" fmla="*/ 2486 w 18"/>
                <a:gd name="T15" fmla="*/ 2712 h 20"/>
                <a:gd name="T16" fmla="*/ 1953 w 18"/>
                <a:gd name="T17" fmla="*/ 1627 h 20"/>
                <a:gd name="T18" fmla="*/ 1414 w 18"/>
                <a:gd name="T19" fmla="*/ 1435 h 20"/>
                <a:gd name="T20" fmla="*/ 881 w 18"/>
                <a:gd name="T21" fmla="*/ 735 h 20"/>
                <a:gd name="T22" fmla="*/ 348 w 18"/>
                <a:gd name="T23" fmla="*/ 350 h 20"/>
                <a:gd name="T24" fmla="*/ 0 w 18"/>
                <a:gd name="T25" fmla="*/ 0 h 20"/>
                <a:gd name="T26" fmla="*/ 191 w 18"/>
                <a:gd name="T27" fmla="*/ 0 h 20"/>
                <a:gd name="T28" fmla="*/ 348 w 18"/>
                <a:gd name="T29" fmla="*/ 0 h 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" h="20">
                  <a:moveTo>
                    <a:pt x="2" y="0"/>
                  </a:moveTo>
                  <a:cubicBezTo>
                    <a:pt x="4" y="2"/>
                    <a:pt x="6" y="4"/>
                    <a:pt x="8" y="6"/>
                  </a:cubicBezTo>
                  <a:cubicBezTo>
                    <a:pt x="10" y="7"/>
                    <a:pt x="12" y="9"/>
                    <a:pt x="14" y="10"/>
                  </a:cubicBezTo>
                  <a:cubicBezTo>
                    <a:pt x="15" y="11"/>
                    <a:pt x="18" y="14"/>
                    <a:pt x="17" y="16"/>
                  </a:cubicBezTo>
                  <a:cubicBezTo>
                    <a:pt x="17" y="16"/>
                    <a:pt x="16" y="17"/>
                    <a:pt x="15" y="18"/>
                  </a:cubicBezTo>
                  <a:cubicBezTo>
                    <a:pt x="15" y="19"/>
                    <a:pt x="14" y="19"/>
                    <a:pt x="13" y="20"/>
                  </a:cubicBezTo>
                  <a:cubicBezTo>
                    <a:pt x="13" y="19"/>
                    <a:pt x="14" y="18"/>
                    <a:pt x="14" y="17"/>
                  </a:cubicBezTo>
                  <a:cubicBezTo>
                    <a:pt x="15" y="16"/>
                    <a:pt x="15" y="16"/>
                    <a:pt x="14" y="15"/>
                  </a:cubicBezTo>
                  <a:cubicBezTo>
                    <a:pt x="14" y="13"/>
                    <a:pt x="12" y="11"/>
                    <a:pt x="11" y="9"/>
                  </a:cubicBezTo>
                  <a:cubicBezTo>
                    <a:pt x="10" y="9"/>
                    <a:pt x="9" y="8"/>
                    <a:pt x="8" y="8"/>
                  </a:cubicBezTo>
                  <a:cubicBezTo>
                    <a:pt x="7" y="7"/>
                    <a:pt x="6" y="6"/>
                    <a:pt x="5" y="4"/>
                  </a:cubicBezTo>
                  <a:cubicBezTo>
                    <a:pt x="4" y="3"/>
                    <a:pt x="3" y="3"/>
                    <a:pt x="2" y="2"/>
                  </a:cubicBezTo>
                  <a:cubicBezTo>
                    <a:pt x="1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93" name="Freeform 1754"/>
            <p:cNvSpPr>
              <a:spLocks/>
            </p:cNvSpPr>
            <p:nvPr/>
          </p:nvSpPr>
          <p:spPr bwMode="auto">
            <a:xfrm>
              <a:off x="4551" y="-7924"/>
              <a:ext cx="6" cy="6"/>
            </a:xfrm>
            <a:custGeom>
              <a:avLst/>
              <a:gdLst>
                <a:gd name="T0" fmla="*/ 216 w 1"/>
                <a:gd name="T1" fmla="*/ 0 h 1"/>
                <a:gd name="T2" fmla="*/ 216 w 1"/>
                <a:gd name="T3" fmla="*/ 216 h 1"/>
                <a:gd name="T4" fmla="*/ 0 w 1"/>
                <a:gd name="T5" fmla="*/ 216 h 1"/>
                <a:gd name="T6" fmla="*/ 216 w 1"/>
                <a:gd name="T7" fmla="*/ 0 h 1"/>
                <a:gd name="T8" fmla="*/ 216 w 1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94" name="Freeform 1755"/>
            <p:cNvSpPr>
              <a:spLocks/>
            </p:cNvSpPr>
            <p:nvPr/>
          </p:nvSpPr>
          <p:spPr bwMode="auto">
            <a:xfrm>
              <a:off x="4365" y="-7907"/>
              <a:ext cx="226" cy="119"/>
            </a:xfrm>
            <a:custGeom>
              <a:avLst/>
              <a:gdLst>
                <a:gd name="T0" fmla="*/ 192 w 40"/>
                <a:gd name="T1" fmla="*/ 2182 h 21"/>
                <a:gd name="T2" fmla="*/ 4339 w 40"/>
                <a:gd name="T3" fmla="*/ 3275 h 21"/>
                <a:gd name="T4" fmla="*/ 7215 w 40"/>
                <a:gd name="T5" fmla="*/ 193 h 21"/>
                <a:gd name="T6" fmla="*/ 7023 w 40"/>
                <a:gd name="T7" fmla="*/ 193 h 21"/>
                <a:gd name="T8" fmla="*/ 5780 w 40"/>
                <a:gd name="T9" fmla="*/ 1638 h 21"/>
                <a:gd name="T10" fmla="*/ 4695 w 40"/>
                <a:gd name="T11" fmla="*/ 2374 h 21"/>
                <a:gd name="T12" fmla="*/ 542 w 40"/>
                <a:gd name="T13" fmla="*/ 2374 h 21"/>
                <a:gd name="T14" fmla="*/ 192 w 40"/>
                <a:gd name="T15" fmla="*/ 2182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0" h="21">
                  <a:moveTo>
                    <a:pt x="1" y="12"/>
                  </a:moveTo>
                  <a:cubicBezTo>
                    <a:pt x="1" y="12"/>
                    <a:pt x="10" y="21"/>
                    <a:pt x="24" y="18"/>
                  </a:cubicBezTo>
                  <a:cubicBezTo>
                    <a:pt x="24" y="18"/>
                    <a:pt x="36" y="15"/>
                    <a:pt x="40" y="1"/>
                  </a:cubicBezTo>
                  <a:cubicBezTo>
                    <a:pt x="40" y="1"/>
                    <a:pt x="39" y="0"/>
                    <a:pt x="39" y="1"/>
                  </a:cubicBezTo>
                  <a:cubicBezTo>
                    <a:pt x="39" y="1"/>
                    <a:pt x="36" y="9"/>
                    <a:pt x="32" y="9"/>
                  </a:cubicBezTo>
                  <a:cubicBezTo>
                    <a:pt x="32" y="9"/>
                    <a:pt x="27" y="11"/>
                    <a:pt x="26" y="13"/>
                  </a:cubicBezTo>
                  <a:cubicBezTo>
                    <a:pt x="26" y="13"/>
                    <a:pt x="17" y="20"/>
                    <a:pt x="3" y="13"/>
                  </a:cubicBezTo>
                  <a:cubicBezTo>
                    <a:pt x="3" y="13"/>
                    <a:pt x="0" y="11"/>
                    <a:pt x="1" y="12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95" name="Freeform 1756"/>
            <p:cNvSpPr>
              <a:spLocks/>
            </p:cNvSpPr>
            <p:nvPr/>
          </p:nvSpPr>
          <p:spPr bwMode="auto">
            <a:xfrm>
              <a:off x="4473" y="-8002"/>
              <a:ext cx="84" cy="73"/>
            </a:xfrm>
            <a:custGeom>
              <a:avLst/>
              <a:gdLst>
                <a:gd name="T0" fmla="*/ 347 w 15"/>
                <a:gd name="T1" fmla="*/ 533 h 13"/>
                <a:gd name="T2" fmla="*/ 2100 w 15"/>
                <a:gd name="T3" fmla="*/ 533 h 13"/>
                <a:gd name="T4" fmla="*/ 2447 w 15"/>
                <a:gd name="T5" fmla="*/ 1230 h 13"/>
                <a:gd name="T6" fmla="*/ 2447 w 15"/>
                <a:gd name="T7" fmla="*/ 1421 h 13"/>
                <a:gd name="T8" fmla="*/ 2290 w 15"/>
                <a:gd name="T9" fmla="*/ 1763 h 13"/>
                <a:gd name="T10" fmla="*/ 2100 w 15"/>
                <a:gd name="T11" fmla="*/ 1954 h 13"/>
                <a:gd name="T12" fmla="*/ 1758 w 15"/>
                <a:gd name="T13" fmla="*/ 1606 h 13"/>
                <a:gd name="T14" fmla="*/ 1568 w 15"/>
                <a:gd name="T15" fmla="*/ 1073 h 13"/>
                <a:gd name="T16" fmla="*/ 1221 w 15"/>
                <a:gd name="T17" fmla="*/ 533 h 13"/>
                <a:gd name="T18" fmla="*/ 532 w 15"/>
                <a:gd name="T19" fmla="*/ 533 h 13"/>
                <a:gd name="T20" fmla="*/ 347 w 15"/>
                <a:gd name="T21" fmla="*/ 533 h 1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" h="13">
                  <a:moveTo>
                    <a:pt x="2" y="3"/>
                  </a:moveTo>
                  <a:cubicBezTo>
                    <a:pt x="2" y="3"/>
                    <a:pt x="7" y="0"/>
                    <a:pt x="12" y="3"/>
                  </a:cubicBezTo>
                  <a:cubicBezTo>
                    <a:pt x="12" y="3"/>
                    <a:pt x="15" y="4"/>
                    <a:pt x="14" y="7"/>
                  </a:cubicBezTo>
                  <a:cubicBezTo>
                    <a:pt x="14" y="7"/>
                    <a:pt x="15" y="8"/>
                    <a:pt x="14" y="8"/>
                  </a:cubicBezTo>
                  <a:cubicBezTo>
                    <a:pt x="14" y="8"/>
                    <a:pt x="13" y="8"/>
                    <a:pt x="13" y="10"/>
                  </a:cubicBezTo>
                  <a:cubicBezTo>
                    <a:pt x="13" y="10"/>
                    <a:pt x="13" y="13"/>
                    <a:pt x="12" y="11"/>
                  </a:cubicBezTo>
                  <a:cubicBezTo>
                    <a:pt x="12" y="11"/>
                    <a:pt x="12" y="10"/>
                    <a:pt x="10" y="9"/>
                  </a:cubicBezTo>
                  <a:cubicBezTo>
                    <a:pt x="10" y="9"/>
                    <a:pt x="9" y="7"/>
                    <a:pt x="9" y="6"/>
                  </a:cubicBezTo>
                  <a:cubicBezTo>
                    <a:pt x="9" y="6"/>
                    <a:pt x="10" y="4"/>
                    <a:pt x="7" y="3"/>
                  </a:cubicBezTo>
                  <a:cubicBezTo>
                    <a:pt x="7" y="3"/>
                    <a:pt x="4" y="3"/>
                    <a:pt x="3" y="3"/>
                  </a:cubicBezTo>
                  <a:cubicBezTo>
                    <a:pt x="3" y="3"/>
                    <a:pt x="0" y="3"/>
                    <a:pt x="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96" name="Freeform 1757"/>
            <p:cNvSpPr>
              <a:spLocks/>
            </p:cNvSpPr>
            <p:nvPr/>
          </p:nvSpPr>
          <p:spPr bwMode="auto">
            <a:xfrm>
              <a:off x="4456" y="-7952"/>
              <a:ext cx="56" cy="34"/>
            </a:xfrm>
            <a:custGeom>
              <a:avLst/>
              <a:gdLst>
                <a:gd name="T0" fmla="*/ 347 w 10"/>
                <a:gd name="T1" fmla="*/ 0 h 6"/>
                <a:gd name="T2" fmla="*/ 190 w 10"/>
                <a:gd name="T3" fmla="*/ 351 h 6"/>
                <a:gd name="T4" fmla="*/ 0 w 10"/>
                <a:gd name="T5" fmla="*/ 544 h 6"/>
                <a:gd name="T6" fmla="*/ 190 w 10"/>
                <a:gd name="T7" fmla="*/ 737 h 6"/>
                <a:gd name="T8" fmla="*/ 1064 w 10"/>
                <a:gd name="T9" fmla="*/ 901 h 6"/>
                <a:gd name="T10" fmla="*/ 1411 w 10"/>
                <a:gd name="T11" fmla="*/ 901 h 6"/>
                <a:gd name="T12" fmla="*/ 1411 w 10"/>
                <a:gd name="T13" fmla="*/ 544 h 6"/>
                <a:gd name="T14" fmla="*/ 1064 w 10"/>
                <a:gd name="T15" fmla="*/ 0 h 6"/>
                <a:gd name="T16" fmla="*/ 532 w 10"/>
                <a:gd name="T17" fmla="*/ 0 h 6"/>
                <a:gd name="T18" fmla="*/ 347 w 10"/>
                <a:gd name="T19" fmla="*/ 0 h 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" h="6">
                  <a:moveTo>
                    <a:pt x="2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0" y="2"/>
                    <a:pt x="1" y="4"/>
                    <a:pt x="1" y="4"/>
                  </a:cubicBezTo>
                  <a:cubicBezTo>
                    <a:pt x="2" y="5"/>
                    <a:pt x="4" y="6"/>
                    <a:pt x="6" y="5"/>
                  </a:cubicBezTo>
                  <a:cubicBezTo>
                    <a:pt x="7" y="5"/>
                    <a:pt x="8" y="5"/>
                    <a:pt x="8" y="5"/>
                  </a:cubicBezTo>
                  <a:cubicBezTo>
                    <a:pt x="10" y="4"/>
                    <a:pt x="9" y="4"/>
                    <a:pt x="8" y="3"/>
                  </a:cubicBezTo>
                  <a:cubicBezTo>
                    <a:pt x="8" y="1"/>
                    <a:pt x="7" y="1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97" name="Freeform 1758"/>
            <p:cNvSpPr>
              <a:spLocks/>
            </p:cNvSpPr>
            <p:nvPr/>
          </p:nvSpPr>
          <p:spPr bwMode="auto">
            <a:xfrm>
              <a:off x="4473" y="-7952"/>
              <a:ext cx="33" cy="34"/>
            </a:xfrm>
            <a:custGeom>
              <a:avLst/>
              <a:gdLst>
                <a:gd name="T0" fmla="*/ 182 w 6"/>
                <a:gd name="T1" fmla="*/ 544 h 6"/>
                <a:gd name="T2" fmla="*/ 182 w 6"/>
                <a:gd name="T3" fmla="*/ 193 h 6"/>
                <a:gd name="T4" fmla="*/ 847 w 6"/>
                <a:gd name="T5" fmla="*/ 351 h 6"/>
                <a:gd name="T6" fmla="*/ 666 w 6"/>
                <a:gd name="T7" fmla="*/ 901 h 6"/>
                <a:gd name="T8" fmla="*/ 182 w 6"/>
                <a:gd name="T9" fmla="*/ 54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3"/>
                  </a:moveTo>
                  <a:cubicBezTo>
                    <a:pt x="1" y="3"/>
                    <a:pt x="0" y="1"/>
                    <a:pt x="1" y="1"/>
                  </a:cubicBezTo>
                  <a:cubicBezTo>
                    <a:pt x="1" y="1"/>
                    <a:pt x="3" y="0"/>
                    <a:pt x="5" y="2"/>
                  </a:cubicBezTo>
                  <a:cubicBezTo>
                    <a:pt x="5" y="2"/>
                    <a:pt x="6" y="4"/>
                    <a:pt x="4" y="5"/>
                  </a:cubicBezTo>
                  <a:cubicBezTo>
                    <a:pt x="4" y="5"/>
                    <a:pt x="2" y="6"/>
                    <a:pt x="1" y="3"/>
                  </a:cubicBezTo>
                  <a:close/>
                </a:path>
              </a:pathLst>
            </a:custGeom>
            <a:solidFill>
              <a:srgbClr val="949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98" name="Freeform 1759"/>
            <p:cNvSpPr>
              <a:spLocks/>
            </p:cNvSpPr>
            <p:nvPr/>
          </p:nvSpPr>
          <p:spPr bwMode="auto">
            <a:xfrm>
              <a:off x="4478" y="-7946"/>
              <a:ext cx="23" cy="22"/>
            </a:xfrm>
            <a:custGeom>
              <a:avLst/>
              <a:gdLst>
                <a:gd name="T0" fmla="*/ 564 w 4"/>
                <a:gd name="T1" fmla="*/ 336 h 4"/>
                <a:gd name="T2" fmla="*/ 397 w 4"/>
                <a:gd name="T3" fmla="*/ 517 h 4"/>
                <a:gd name="T4" fmla="*/ 0 w 4"/>
                <a:gd name="T5" fmla="*/ 182 h 4"/>
                <a:gd name="T6" fmla="*/ 397 w 4"/>
                <a:gd name="T7" fmla="*/ 0 h 4"/>
                <a:gd name="T8" fmla="*/ 564 w 4"/>
                <a:gd name="T9" fmla="*/ 33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2"/>
                  </a:moveTo>
                  <a:cubicBezTo>
                    <a:pt x="3" y="3"/>
                    <a:pt x="3" y="4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1" y="0"/>
                    <a:pt x="2" y="0"/>
                  </a:cubicBezTo>
                  <a:cubicBezTo>
                    <a:pt x="3" y="1"/>
                    <a:pt x="4" y="2"/>
                    <a:pt x="3" y="2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499" name="Freeform 1760"/>
            <p:cNvSpPr>
              <a:spLocks/>
            </p:cNvSpPr>
            <p:nvPr/>
          </p:nvSpPr>
          <p:spPr bwMode="auto">
            <a:xfrm>
              <a:off x="4489" y="-7940"/>
              <a:ext cx="6" cy="5"/>
            </a:xfrm>
            <a:custGeom>
              <a:avLst/>
              <a:gdLst>
                <a:gd name="T0" fmla="*/ 216 w 1"/>
                <a:gd name="T1" fmla="*/ 0 h 1"/>
                <a:gd name="T2" fmla="*/ 216 w 1"/>
                <a:gd name="T3" fmla="*/ 125 h 1"/>
                <a:gd name="T4" fmla="*/ 0 w 1"/>
                <a:gd name="T5" fmla="*/ 125 h 1"/>
                <a:gd name="T6" fmla="*/ 216 w 1"/>
                <a:gd name="T7" fmla="*/ 0 h 1"/>
                <a:gd name="T8" fmla="*/ 216 w 1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00" name="Freeform 1761"/>
            <p:cNvSpPr>
              <a:spLocks/>
            </p:cNvSpPr>
            <p:nvPr/>
          </p:nvSpPr>
          <p:spPr bwMode="auto">
            <a:xfrm>
              <a:off x="3436" y="-8110"/>
              <a:ext cx="248" cy="108"/>
            </a:xfrm>
            <a:custGeom>
              <a:avLst/>
              <a:gdLst>
                <a:gd name="T0" fmla="*/ 7147 w 44"/>
                <a:gd name="T1" fmla="*/ 0 h 19"/>
                <a:gd name="T2" fmla="*/ 2700 w 44"/>
                <a:gd name="T3" fmla="*/ 1455 h 19"/>
                <a:gd name="T4" fmla="*/ 349 w 44"/>
                <a:gd name="T5" fmla="*/ 2586 h 19"/>
                <a:gd name="T6" fmla="*/ 2858 w 44"/>
                <a:gd name="T7" fmla="*/ 1842 h 19"/>
                <a:gd name="T8" fmla="*/ 6256 w 44"/>
                <a:gd name="T9" fmla="*/ 551 h 19"/>
                <a:gd name="T10" fmla="*/ 7147 w 44"/>
                <a:gd name="T11" fmla="*/ 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19">
                  <a:moveTo>
                    <a:pt x="40" y="0"/>
                  </a:moveTo>
                  <a:cubicBezTo>
                    <a:pt x="40" y="0"/>
                    <a:pt x="25" y="3"/>
                    <a:pt x="15" y="8"/>
                  </a:cubicBezTo>
                  <a:cubicBezTo>
                    <a:pt x="15" y="8"/>
                    <a:pt x="2" y="12"/>
                    <a:pt x="2" y="14"/>
                  </a:cubicBezTo>
                  <a:cubicBezTo>
                    <a:pt x="2" y="14"/>
                    <a:pt x="0" y="19"/>
                    <a:pt x="16" y="10"/>
                  </a:cubicBezTo>
                  <a:cubicBezTo>
                    <a:pt x="16" y="10"/>
                    <a:pt x="30" y="5"/>
                    <a:pt x="35" y="3"/>
                  </a:cubicBezTo>
                  <a:cubicBezTo>
                    <a:pt x="35" y="3"/>
                    <a:pt x="44" y="0"/>
                    <a:pt x="4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01" name="Freeform 1762"/>
            <p:cNvSpPr>
              <a:spLocks/>
            </p:cNvSpPr>
            <p:nvPr/>
          </p:nvSpPr>
          <p:spPr bwMode="auto">
            <a:xfrm>
              <a:off x="3458" y="-8110"/>
              <a:ext cx="242" cy="102"/>
            </a:xfrm>
            <a:custGeom>
              <a:avLst/>
              <a:gdLst>
                <a:gd name="T0" fmla="*/ 1075 w 43"/>
                <a:gd name="T1" fmla="*/ 3083 h 18"/>
                <a:gd name="T2" fmla="*/ 2504 w 43"/>
                <a:gd name="T3" fmla="*/ 2731 h 18"/>
                <a:gd name="T4" fmla="*/ 7665 w 43"/>
                <a:gd name="T5" fmla="*/ 0 h 18"/>
                <a:gd name="T6" fmla="*/ 3039 w 43"/>
                <a:gd name="T7" fmla="*/ 2182 h 18"/>
                <a:gd name="T8" fmla="*/ 1075 w 43"/>
                <a:gd name="T9" fmla="*/ 3083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8">
                  <a:moveTo>
                    <a:pt x="6" y="17"/>
                  </a:moveTo>
                  <a:cubicBezTo>
                    <a:pt x="6" y="17"/>
                    <a:pt x="8" y="18"/>
                    <a:pt x="14" y="15"/>
                  </a:cubicBezTo>
                  <a:cubicBezTo>
                    <a:pt x="14" y="15"/>
                    <a:pt x="37" y="6"/>
                    <a:pt x="43" y="0"/>
                  </a:cubicBezTo>
                  <a:cubicBezTo>
                    <a:pt x="43" y="0"/>
                    <a:pt x="32" y="6"/>
                    <a:pt x="17" y="12"/>
                  </a:cubicBezTo>
                  <a:cubicBezTo>
                    <a:pt x="17" y="12"/>
                    <a:pt x="0" y="16"/>
                    <a:pt x="6" y="17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02" name="Freeform 1763"/>
            <p:cNvSpPr>
              <a:spLocks/>
            </p:cNvSpPr>
            <p:nvPr/>
          </p:nvSpPr>
          <p:spPr bwMode="auto">
            <a:xfrm>
              <a:off x="3554" y="-8104"/>
              <a:ext cx="163" cy="85"/>
            </a:xfrm>
            <a:custGeom>
              <a:avLst/>
              <a:gdLst>
                <a:gd name="T0" fmla="*/ 697 w 29"/>
                <a:gd name="T1" fmla="*/ 2539 h 15"/>
                <a:gd name="T2" fmla="*/ 1613 w 29"/>
                <a:gd name="T3" fmla="*/ 2374 h 15"/>
                <a:gd name="T4" fmla="*/ 5149 w 29"/>
                <a:gd name="T5" fmla="*/ 0 h 15"/>
                <a:gd name="T6" fmla="*/ 2496 w 29"/>
                <a:gd name="T7" fmla="*/ 1830 h 15"/>
                <a:gd name="T8" fmla="*/ 697 w 29"/>
                <a:gd name="T9" fmla="*/ 2539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5">
                  <a:moveTo>
                    <a:pt x="4" y="14"/>
                  </a:moveTo>
                  <a:cubicBezTo>
                    <a:pt x="4" y="14"/>
                    <a:pt x="7" y="15"/>
                    <a:pt x="9" y="13"/>
                  </a:cubicBezTo>
                  <a:cubicBezTo>
                    <a:pt x="9" y="13"/>
                    <a:pt x="25" y="6"/>
                    <a:pt x="29" y="0"/>
                  </a:cubicBezTo>
                  <a:cubicBezTo>
                    <a:pt x="29" y="0"/>
                    <a:pt x="20" y="6"/>
                    <a:pt x="14" y="10"/>
                  </a:cubicBezTo>
                  <a:cubicBezTo>
                    <a:pt x="14" y="10"/>
                    <a:pt x="0" y="15"/>
                    <a:pt x="4" y="14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03" name="Freeform 1764"/>
            <p:cNvSpPr>
              <a:spLocks/>
            </p:cNvSpPr>
            <p:nvPr/>
          </p:nvSpPr>
          <p:spPr bwMode="auto">
            <a:xfrm>
              <a:off x="3633" y="-8110"/>
              <a:ext cx="118" cy="85"/>
            </a:xfrm>
            <a:custGeom>
              <a:avLst/>
              <a:gdLst>
                <a:gd name="T0" fmla="*/ 697 w 21"/>
                <a:gd name="T1" fmla="*/ 2539 h 15"/>
                <a:gd name="T2" fmla="*/ 1770 w 21"/>
                <a:gd name="T3" fmla="*/ 1989 h 15"/>
                <a:gd name="T4" fmla="*/ 3725 w 21"/>
                <a:gd name="T5" fmla="*/ 0 h 15"/>
                <a:gd name="T6" fmla="*/ 1422 w 21"/>
                <a:gd name="T7" fmla="*/ 1830 h 15"/>
                <a:gd name="T8" fmla="*/ 697 w 21"/>
                <a:gd name="T9" fmla="*/ 2539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5">
                  <a:moveTo>
                    <a:pt x="4" y="14"/>
                  </a:moveTo>
                  <a:cubicBezTo>
                    <a:pt x="4" y="14"/>
                    <a:pt x="7" y="14"/>
                    <a:pt x="10" y="11"/>
                  </a:cubicBezTo>
                  <a:cubicBezTo>
                    <a:pt x="10" y="11"/>
                    <a:pt x="18" y="5"/>
                    <a:pt x="21" y="0"/>
                  </a:cubicBezTo>
                  <a:cubicBezTo>
                    <a:pt x="21" y="0"/>
                    <a:pt x="12" y="9"/>
                    <a:pt x="8" y="10"/>
                  </a:cubicBezTo>
                  <a:cubicBezTo>
                    <a:pt x="8" y="10"/>
                    <a:pt x="0" y="15"/>
                    <a:pt x="4" y="14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04" name="Freeform 1765"/>
            <p:cNvSpPr>
              <a:spLocks/>
            </p:cNvSpPr>
            <p:nvPr/>
          </p:nvSpPr>
          <p:spPr bwMode="auto">
            <a:xfrm>
              <a:off x="3678" y="-8098"/>
              <a:ext cx="101" cy="62"/>
            </a:xfrm>
            <a:custGeom>
              <a:avLst/>
              <a:gdLst>
                <a:gd name="T0" fmla="*/ 881 w 18"/>
                <a:gd name="T1" fmla="*/ 1967 h 11"/>
                <a:gd name="T2" fmla="*/ 1762 w 18"/>
                <a:gd name="T3" fmla="*/ 1432 h 11"/>
                <a:gd name="T4" fmla="*/ 3182 w 18"/>
                <a:gd name="T5" fmla="*/ 0 h 11"/>
                <a:gd name="T6" fmla="*/ 1605 w 18"/>
                <a:gd name="T7" fmla="*/ 1240 h 11"/>
                <a:gd name="T8" fmla="*/ 881 w 18"/>
                <a:gd name="T9" fmla="*/ 1967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1">
                  <a:moveTo>
                    <a:pt x="5" y="11"/>
                  </a:moveTo>
                  <a:cubicBezTo>
                    <a:pt x="5" y="11"/>
                    <a:pt x="8" y="11"/>
                    <a:pt x="10" y="8"/>
                  </a:cubicBezTo>
                  <a:cubicBezTo>
                    <a:pt x="10" y="8"/>
                    <a:pt x="15" y="5"/>
                    <a:pt x="18" y="0"/>
                  </a:cubicBezTo>
                  <a:cubicBezTo>
                    <a:pt x="18" y="0"/>
                    <a:pt x="12" y="6"/>
                    <a:pt x="9" y="7"/>
                  </a:cubicBezTo>
                  <a:cubicBezTo>
                    <a:pt x="9" y="7"/>
                    <a:pt x="0" y="11"/>
                    <a:pt x="5" y="1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05" name="Freeform 1766"/>
            <p:cNvSpPr>
              <a:spLocks/>
            </p:cNvSpPr>
            <p:nvPr/>
          </p:nvSpPr>
          <p:spPr bwMode="auto">
            <a:xfrm>
              <a:off x="3458" y="-8098"/>
              <a:ext cx="203" cy="73"/>
            </a:xfrm>
            <a:custGeom>
              <a:avLst/>
              <a:gdLst>
                <a:gd name="T0" fmla="*/ 891 w 36"/>
                <a:gd name="T1" fmla="*/ 2111 h 13"/>
                <a:gd name="T2" fmla="*/ 2160 w 36"/>
                <a:gd name="T3" fmla="*/ 1954 h 13"/>
                <a:gd name="T4" fmla="*/ 6457 w 36"/>
                <a:gd name="T5" fmla="*/ 0 h 13"/>
                <a:gd name="T6" fmla="*/ 2323 w 36"/>
                <a:gd name="T7" fmla="*/ 1606 h 13"/>
                <a:gd name="T8" fmla="*/ 891 w 36"/>
                <a:gd name="T9" fmla="*/ 2111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13">
                  <a:moveTo>
                    <a:pt x="5" y="12"/>
                  </a:moveTo>
                  <a:cubicBezTo>
                    <a:pt x="5" y="12"/>
                    <a:pt x="8" y="13"/>
                    <a:pt x="12" y="11"/>
                  </a:cubicBezTo>
                  <a:cubicBezTo>
                    <a:pt x="12" y="11"/>
                    <a:pt x="31" y="6"/>
                    <a:pt x="36" y="0"/>
                  </a:cubicBezTo>
                  <a:cubicBezTo>
                    <a:pt x="36" y="0"/>
                    <a:pt x="26" y="6"/>
                    <a:pt x="13" y="9"/>
                  </a:cubicBezTo>
                  <a:cubicBezTo>
                    <a:pt x="13" y="9"/>
                    <a:pt x="0" y="13"/>
                    <a:pt x="5" y="12"/>
                  </a:cubicBez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06" name="Freeform 1767"/>
            <p:cNvSpPr>
              <a:spLocks/>
            </p:cNvSpPr>
            <p:nvPr/>
          </p:nvSpPr>
          <p:spPr bwMode="auto">
            <a:xfrm>
              <a:off x="3554" y="-8115"/>
              <a:ext cx="175" cy="101"/>
            </a:xfrm>
            <a:custGeom>
              <a:avLst/>
              <a:gdLst>
                <a:gd name="T0" fmla="*/ 0 w 31"/>
                <a:gd name="T1" fmla="*/ 2643 h 18"/>
                <a:gd name="T2" fmla="*/ 1276 w 31"/>
                <a:gd name="T3" fmla="*/ 2643 h 18"/>
                <a:gd name="T4" fmla="*/ 5577 w 31"/>
                <a:gd name="T5" fmla="*/ 0 h 18"/>
                <a:gd name="T6" fmla="*/ 1434 w 31"/>
                <a:gd name="T7" fmla="*/ 2110 h 18"/>
                <a:gd name="T8" fmla="*/ 0 w 31"/>
                <a:gd name="T9" fmla="*/ 2643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18">
                  <a:moveTo>
                    <a:pt x="0" y="15"/>
                  </a:moveTo>
                  <a:cubicBezTo>
                    <a:pt x="0" y="15"/>
                    <a:pt x="0" y="18"/>
                    <a:pt x="7" y="15"/>
                  </a:cubicBezTo>
                  <a:cubicBezTo>
                    <a:pt x="7" y="15"/>
                    <a:pt x="25" y="7"/>
                    <a:pt x="31" y="0"/>
                  </a:cubicBezTo>
                  <a:cubicBezTo>
                    <a:pt x="31" y="0"/>
                    <a:pt x="19" y="9"/>
                    <a:pt x="8" y="12"/>
                  </a:cubicBezTo>
                  <a:cubicBezTo>
                    <a:pt x="8" y="12"/>
                    <a:pt x="1" y="14"/>
                    <a:pt x="0" y="15"/>
                  </a:cubicBez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07" name="Freeform 1768"/>
            <p:cNvSpPr>
              <a:spLocks/>
            </p:cNvSpPr>
            <p:nvPr/>
          </p:nvSpPr>
          <p:spPr bwMode="auto">
            <a:xfrm>
              <a:off x="3616" y="-8121"/>
              <a:ext cx="146" cy="85"/>
            </a:xfrm>
            <a:custGeom>
              <a:avLst/>
              <a:gdLst>
                <a:gd name="T0" fmla="*/ 882 w 26"/>
                <a:gd name="T1" fmla="*/ 2539 h 15"/>
                <a:gd name="T2" fmla="*/ 4605 w 26"/>
                <a:gd name="T3" fmla="*/ 0 h 15"/>
                <a:gd name="T4" fmla="*/ 2302 w 26"/>
                <a:gd name="T5" fmla="*/ 1638 h 15"/>
                <a:gd name="T6" fmla="*/ 882 w 26"/>
                <a:gd name="T7" fmla="*/ 2539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15">
                  <a:moveTo>
                    <a:pt x="5" y="14"/>
                  </a:moveTo>
                  <a:cubicBezTo>
                    <a:pt x="5" y="14"/>
                    <a:pt x="15" y="11"/>
                    <a:pt x="26" y="0"/>
                  </a:cubicBezTo>
                  <a:cubicBezTo>
                    <a:pt x="26" y="0"/>
                    <a:pt x="16" y="8"/>
                    <a:pt x="13" y="9"/>
                  </a:cubicBezTo>
                  <a:cubicBezTo>
                    <a:pt x="13" y="9"/>
                    <a:pt x="0" y="15"/>
                    <a:pt x="5" y="14"/>
                  </a:cubicBez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08" name="Freeform 1769"/>
            <p:cNvSpPr>
              <a:spLocks/>
            </p:cNvSpPr>
            <p:nvPr/>
          </p:nvSpPr>
          <p:spPr bwMode="auto">
            <a:xfrm>
              <a:off x="3684" y="-8121"/>
              <a:ext cx="118" cy="68"/>
            </a:xfrm>
            <a:custGeom>
              <a:avLst/>
              <a:gdLst>
                <a:gd name="T0" fmla="*/ 697 w 21"/>
                <a:gd name="T1" fmla="*/ 1989 h 12"/>
                <a:gd name="T2" fmla="*/ 3725 w 21"/>
                <a:gd name="T3" fmla="*/ 0 h 12"/>
                <a:gd name="T4" fmla="*/ 1770 w 21"/>
                <a:gd name="T5" fmla="*/ 1286 h 12"/>
                <a:gd name="T6" fmla="*/ 697 w 21"/>
                <a:gd name="T7" fmla="*/ 1989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2">
                  <a:moveTo>
                    <a:pt x="4" y="11"/>
                  </a:moveTo>
                  <a:cubicBezTo>
                    <a:pt x="4" y="11"/>
                    <a:pt x="12" y="12"/>
                    <a:pt x="21" y="0"/>
                  </a:cubicBezTo>
                  <a:cubicBezTo>
                    <a:pt x="21" y="0"/>
                    <a:pt x="16" y="5"/>
                    <a:pt x="10" y="7"/>
                  </a:cubicBezTo>
                  <a:cubicBezTo>
                    <a:pt x="10" y="7"/>
                    <a:pt x="0" y="12"/>
                    <a:pt x="4" y="11"/>
                  </a:cubicBez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509" name="Freeform 1770"/>
            <p:cNvSpPr>
              <a:spLocks/>
            </p:cNvSpPr>
            <p:nvPr/>
          </p:nvSpPr>
          <p:spPr bwMode="auto">
            <a:xfrm>
              <a:off x="3706" y="-8132"/>
              <a:ext cx="158" cy="90"/>
            </a:xfrm>
            <a:custGeom>
              <a:avLst/>
              <a:gdLst>
                <a:gd name="T0" fmla="*/ 1433 w 28"/>
                <a:gd name="T1" fmla="*/ 2661 h 16"/>
                <a:gd name="T2" fmla="*/ 5033 w 28"/>
                <a:gd name="T3" fmla="*/ 0 h 16"/>
                <a:gd name="T4" fmla="*/ 2709 w 28"/>
                <a:gd name="T5" fmla="*/ 1614 h 16"/>
                <a:gd name="T6" fmla="*/ 1433 w 28"/>
                <a:gd name="T7" fmla="*/ 2661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6">
                  <a:moveTo>
                    <a:pt x="8" y="15"/>
                  </a:moveTo>
                  <a:cubicBezTo>
                    <a:pt x="8" y="15"/>
                    <a:pt x="23" y="11"/>
                    <a:pt x="28" y="0"/>
                  </a:cubicBezTo>
                  <a:cubicBezTo>
                    <a:pt x="28" y="0"/>
                    <a:pt x="23" y="7"/>
                    <a:pt x="15" y="9"/>
                  </a:cubicBezTo>
                  <a:cubicBezTo>
                    <a:pt x="15" y="9"/>
                    <a:pt x="0" y="16"/>
                    <a:pt x="8" y="15"/>
                  </a:cubicBez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209696" name="Freeform 1824"/>
          <p:cNvSpPr>
            <a:spLocks/>
          </p:cNvSpPr>
          <p:nvPr/>
        </p:nvSpPr>
        <p:spPr bwMode="auto">
          <a:xfrm rot="180000" flipH="1">
            <a:off x="4486359" y="2254033"/>
            <a:ext cx="1897063" cy="3630215"/>
          </a:xfrm>
          <a:custGeom>
            <a:avLst/>
            <a:gdLst>
              <a:gd name="T0" fmla="*/ 2147483647 w 1316"/>
              <a:gd name="T1" fmla="*/ 2147483647 h 2732"/>
              <a:gd name="T2" fmla="*/ 2147483647 w 1316"/>
              <a:gd name="T3" fmla="*/ 2147483647 h 2732"/>
              <a:gd name="T4" fmla="*/ 2147483647 w 1316"/>
              <a:gd name="T5" fmla="*/ 2147483647 h 2732"/>
              <a:gd name="T6" fmla="*/ 2147483647 w 1316"/>
              <a:gd name="T7" fmla="*/ 2147483647 h 2732"/>
              <a:gd name="T8" fmla="*/ 2147483647 w 1316"/>
              <a:gd name="T9" fmla="*/ 2147483647 h 2732"/>
              <a:gd name="T10" fmla="*/ 2147483647 w 1316"/>
              <a:gd name="T11" fmla="*/ 2147483647 h 2732"/>
              <a:gd name="T12" fmla="*/ 2147483647 w 1316"/>
              <a:gd name="T13" fmla="*/ 2147483647 h 2732"/>
              <a:gd name="T14" fmla="*/ 2147483647 w 1316"/>
              <a:gd name="T15" fmla="*/ 2147483647 h 2732"/>
              <a:gd name="T16" fmla="*/ 2147483647 w 1316"/>
              <a:gd name="T17" fmla="*/ 2147483647 h 2732"/>
              <a:gd name="T18" fmla="*/ 2147483647 w 1316"/>
              <a:gd name="T19" fmla="*/ 2147483647 h 2732"/>
              <a:gd name="T20" fmla="*/ 2147483647 w 1316"/>
              <a:gd name="T21" fmla="*/ 2147483647 h 2732"/>
              <a:gd name="T22" fmla="*/ 2147483647 w 1316"/>
              <a:gd name="T23" fmla="*/ 2147483647 h 2732"/>
              <a:gd name="T24" fmla="*/ 2147483647 w 1316"/>
              <a:gd name="T25" fmla="*/ 2147483647 h 2732"/>
              <a:gd name="T26" fmla="*/ 2147483647 w 1316"/>
              <a:gd name="T27" fmla="*/ 2147483647 h 2732"/>
              <a:gd name="T28" fmla="*/ 2147483647 w 1316"/>
              <a:gd name="T29" fmla="*/ 2147483647 h 2732"/>
              <a:gd name="T30" fmla="*/ 2147483647 w 1316"/>
              <a:gd name="T31" fmla="*/ 2147483647 h 2732"/>
              <a:gd name="T32" fmla="*/ 2147483647 w 1316"/>
              <a:gd name="T33" fmla="*/ 2147483647 h 2732"/>
              <a:gd name="T34" fmla="*/ 2147483647 w 1316"/>
              <a:gd name="T35" fmla="*/ 2147483647 h 2732"/>
              <a:gd name="T36" fmla="*/ 2147483647 w 1316"/>
              <a:gd name="T37" fmla="*/ 2147483647 h 2732"/>
              <a:gd name="T38" fmla="*/ 2147483647 w 1316"/>
              <a:gd name="T39" fmla="*/ 2147483647 h 2732"/>
              <a:gd name="T40" fmla="*/ 2147483647 w 1316"/>
              <a:gd name="T41" fmla="*/ 2147483647 h 2732"/>
              <a:gd name="T42" fmla="*/ 2147483647 w 1316"/>
              <a:gd name="T43" fmla="*/ 2147483647 h 2732"/>
              <a:gd name="T44" fmla="*/ 2147483647 w 1316"/>
              <a:gd name="T45" fmla="*/ 2147483647 h 2732"/>
              <a:gd name="T46" fmla="*/ 2147483647 w 1316"/>
              <a:gd name="T47" fmla="*/ 0 h 2732"/>
              <a:gd name="T48" fmla="*/ 2147483647 w 1316"/>
              <a:gd name="T49" fmla="*/ 2147483647 h 2732"/>
              <a:gd name="T50" fmla="*/ 2147483647 w 1316"/>
              <a:gd name="T51" fmla="*/ 2147483647 h 2732"/>
              <a:gd name="T52" fmla="*/ 2147483647 w 1316"/>
              <a:gd name="T53" fmla="*/ 2147483647 h 2732"/>
              <a:gd name="T54" fmla="*/ 2147483647 w 1316"/>
              <a:gd name="T55" fmla="*/ 2147483647 h 2732"/>
              <a:gd name="T56" fmla="*/ 2147483647 w 1316"/>
              <a:gd name="T57" fmla="*/ 2147483647 h 2732"/>
              <a:gd name="T58" fmla="*/ 2147483647 w 1316"/>
              <a:gd name="T59" fmla="*/ 2147483647 h 2732"/>
              <a:gd name="T60" fmla="*/ 2147483647 w 1316"/>
              <a:gd name="T61" fmla="*/ 2147483647 h 2732"/>
              <a:gd name="T62" fmla="*/ 2147483647 w 1316"/>
              <a:gd name="T63" fmla="*/ 2147483647 h 2732"/>
              <a:gd name="T64" fmla="*/ 2147483647 w 1316"/>
              <a:gd name="T65" fmla="*/ 2147483647 h 2732"/>
              <a:gd name="T66" fmla="*/ 2147483647 w 1316"/>
              <a:gd name="T67" fmla="*/ 2147483647 h 2732"/>
              <a:gd name="T68" fmla="*/ 2147483647 w 1316"/>
              <a:gd name="T69" fmla="*/ 2147483647 h 2732"/>
              <a:gd name="T70" fmla="*/ 2147483647 w 1316"/>
              <a:gd name="T71" fmla="*/ 2147483647 h 2732"/>
              <a:gd name="T72" fmla="*/ 2147483647 w 1316"/>
              <a:gd name="T73" fmla="*/ 2147483647 h 2732"/>
              <a:gd name="T74" fmla="*/ 2147483647 w 1316"/>
              <a:gd name="T75" fmla="*/ 2147483647 h 2732"/>
              <a:gd name="T76" fmla="*/ 2147483647 w 1316"/>
              <a:gd name="T77" fmla="*/ 2147483647 h 2732"/>
              <a:gd name="T78" fmla="*/ 2147483647 w 1316"/>
              <a:gd name="T79" fmla="*/ 2147483647 h 2732"/>
              <a:gd name="T80" fmla="*/ 2147483647 w 1316"/>
              <a:gd name="T81" fmla="*/ 2147483647 h 2732"/>
              <a:gd name="T82" fmla="*/ 2147483647 w 1316"/>
              <a:gd name="T83" fmla="*/ 2147483647 h 2732"/>
              <a:gd name="T84" fmla="*/ 2147483647 w 1316"/>
              <a:gd name="T85" fmla="*/ 2147483647 h 2732"/>
              <a:gd name="T86" fmla="*/ 2147483647 w 1316"/>
              <a:gd name="T87" fmla="*/ 2147483647 h 2732"/>
              <a:gd name="T88" fmla="*/ 2147483647 w 1316"/>
              <a:gd name="T89" fmla="*/ 2147483647 h 2732"/>
              <a:gd name="T90" fmla="*/ 2147483647 w 1316"/>
              <a:gd name="T91" fmla="*/ 2147483647 h 2732"/>
              <a:gd name="T92" fmla="*/ 2147483647 w 1316"/>
              <a:gd name="T93" fmla="*/ 2147483647 h 2732"/>
              <a:gd name="T94" fmla="*/ 2147483647 w 1316"/>
              <a:gd name="T95" fmla="*/ 2147483647 h 2732"/>
              <a:gd name="T96" fmla="*/ 2147483647 w 1316"/>
              <a:gd name="T97" fmla="*/ 2147483647 h 2732"/>
              <a:gd name="T98" fmla="*/ 2147483647 w 1316"/>
              <a:gd name="T99" fmla="*/ 2147483647 h 2732"/>
              <a:gd name="T100" fmla="*/ 2147483647 w 1316"/>
              <a:gd name="T101" fmla="*/ 2147483647 h 2732"/>
              <a:gd name="T102" fmla="*/ 2147483647 w 1316"/>
              <a:gd name="T103" fmla="*/ 2147483647 h 2732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1316" h="2732">
                <a:moveTo>
                  <a:pt x="1194" y="2732"/>
                </a:moveTo>
                <a:lnTo>
                  <a:pt x="1194" y="2732"/>
                </a:lnTo>
                <a:lnTo>
                  <a:pt x="576" y="2732"/>
                </a:lnTo>
                <a:lnTo>
                  <a:pt x="664" y="2406"/>
                </a:lnTo>
                <a:lnTo>
                  <a:pt x="710" y="2244"/>
                </a:lnTo>
                <a:lnTo>
                  <a:pt x="758" y="2078"/>
                </a:lnTo>
                <a:lnTo>
                  <a:pt x="804" y="1920"/>
                </a:lnTo>
                <a:lnTo>
                  <a:pt x="852" y="1758"/>
                </a:lnTo>
                <a:lnTo>
                  <a:pt x="870" y="1698"/>
                </a:lnTo>
                <a:lnTo>
                  <a:pt x="886" y="1636"/>
                </a:lnTo>
                <a:lnTo>
                  <a:pt x="892" y="1602"/>
                </a:lnTo>
                <a:lnTo>
                  <a:pt x="898" y="1568"/>
                </a:lnTo>
                <a:lnTo>
                  <a:pt x="902" y="1532"/>
                </a:lnTo>
                <a:lnTo>
                  <a:pt x="904" y="1494"/>
                </a:lnTo>
                <a:lnTo>
                  <a:pt x="906" y="1470"/>
                </a:lnTo>
                <a:lnTo>
                  <a:pt x="910" y="1446"/>
                </a:lnTo>
                <a:lnTo>
                  <a:pt x="912" y="1422"/>
                </a:lnTo>
                <a:lnTo>
                  <a:pt x="914" y="1400"/>
                </a:lnTo>
                <a:lnTo>
                  <a:pt x="912" y="1390"/>
                </a:lnTo>
                <a:lnTo>
                  <a:pt x="908" y="1380"/>
                </a:lnTo>
                <a:lnTo>
                  <a:pt x="900" y="1362"/>
                </a:lnTo>
                <a:lnTo>
                  <a:pt x="888" y="1342"/>
                </a:lnTo>
                <a:lnTo>
                  <a:pt x="876" y="1324"/>
                </a:lnTo>
                <a:lnTo>
                  <a:pt x="858" y="1300"/>
                </a:lnTo>
                <a:lnTo>
                  <a:pt x="838" y="1278"/>
                </a:lnTo>
                <a:lnTo>
                  <a:pt x="816" y="1256"/>
                </a:lnTo>
                <a:lnTo>
                  <a:pt x="794" y="1234"/>
                </a:lnTo>
                <a:lnTo>
                  <a:pt x="750" y="1194"/>
                </a:lnTo>
                <a:lnTo>
                  <a:pt x="708" y="1154"/>
                </a:lnTo>
                <a:lnTo>
                  <a:pt x="678" y="1128"/>
                </a:lnTo>
                <a:lnTo>
                  <a:pt x="648" y="1102"/>
                </a:lnTo>
                <a:lnTo>
                  <a:pt x="616" y="1078"/>
                </a:lnTo>
                <a:lnTo>
                  <a:pt x="584" y="1052"/>
                </a:lnTo>
                <a:lnTo>
                  <a:pt x="554" y="1026"/>
                </a:lnTo>
                <a:lnTo>
                  <a:pt x="520" y="1002"/>
                </a:lnTo>
                <a:lnTo>
                  <a:pt x="490" y="976"/>
                </a:lnTo>
                <a:lnTo>
                  <a:pt x="476" y="962"/>
                </a:lnTo>
                <a:lnTo>
                  <a:pt x="464" y="946"/>
                </a:lnTo>
                <a:lnTo>
                  <a:pt x="452" y="924"/>
                </a:lnTo>
                <a:lnTo>
                  <a:pt x="442" y="902"/>
                </a:lnTo>
                <a:lnTo>
                  <a:pt x="424" y="854"/>
                </a:lnTo>
                <a:lnTo>
                  <a:pt x="404" y="810"/>
                </a:lnTo>
                <a:lnTo>
                  <a:pt x="392" y="788"/>
                </a:lnTo>
                <a:lnTo>
                  <a:pt x="380" y="768"/>
                </a:lnTo>
                <a:lnTo>
                  <a:pt x="364" y="746"/>
                </a:lnTo>
                <a:lnTo>
                  <a:pt x="346" y="724"/>
                </a:lnTo>
                <a:lnTo>
                  <a:pt x="328" y="702"/>
                </a:lnTo>
                <a:lnTo>
                  <a:pt x="312" y="680"/>
                </a:lnTo>
                <a:lnTo>
                  <a:pt x="286" y="630"/>
                </a:lnTo>
                <a:lnTo>
                  <a:pt x="260" y="578"/>
                </a:lnTo>
                <a:lnTo>
                  <a:pt x="244" y="560"/>
                </a:lnTo>
                <a:lnTo>
                  <a:pt x="228" y="540"/>
                </a:lnTo>
                <a:lnTo>
                  <a:pt x="220" y="526"/>
                </a:lnTo>
                <a:lnTo>
                  <a:pt x="214" y="512"/>
                </a:lnTo>
                <a:lnTo>
                  <a:pt x="204" y="482"/>
                </a:lnTo>
                <a:lnTo>
                  <a:pt x="196" y="450"/>
                </a:lnTo>
                <a:lnTo>
                  <a:pt x="186" y="416"/>
                </a:lnTo>
                <a:lnTo>
                  <a:pt x="174" y="384"/>
                </a:lnTo>
                <a:lnTo>
                  <a:pt x="164" y="354"/>
                </a:lnTo>
                <a:lnTo>
                  <a:pt x="152" y="322"/>
                </a:lnTo>
                <a:lnTo>
                  <a:pt x="144" y="292"/>
                </a:lnTo>
                <a:lnTo>
                  <a:pt x="132" y="268"/>
                </a:lnTo>
                <a:lnTo>
                  <a:pt x="116" y="244"/>
                </a:lnTo>
                <a:lnTo>
                  <a:pt x="98" y="222"/>
                </a:lnTo>
                <a:lnTo>
                  <a:pt x="82" y="200"/>
                </a:lnTo>
                <a:lnTo>
                  <a:pt x="68" y="176"/>
                </a:lnTo>
                <a:lnTo>
                  <a:pt x="62" y="162"/>
                </a:lnTo>
                <a:lnTo>
                  <a:pt x="56" y="148"/>
                </a:lnTo>
                <a:lnTo>
                  <a:pt x="54" y="138"/>
                </a:lnTo>
                <a:lnTo>
                  <a:pt x="52" y="128"/>
                </a:lnTo>
                <a:lnTo>
                  <a:pt x="52" y="116"/>
                </a:lnTo>
                <a:lnTo>
                  <a:pt x="48" y="106"/>
                </a:lnTo>
                <a:lnTo>
                  <a:pt x="42" y="94"/>
                </a:lnTo>
                <a:lnTo>
                  <a:pt x="34" y="82"/>
                </a:lnTo>
                <a:lnTo>
                  <a:pt x="26" y="70"/>
                </a:lnTo>
                <a:lnTo>
                  <a:pt x="18" y="58"/>
                </a:lnTo>
                <a:lnTo>
                  <a:pt x="12" y="44"/>
                </a:lnTo>
                <a:lnTo>
                  <a:pt x="6" y="30"/>
                </a:lnTo>
                <a:lnTo>
                  <a:pt x="2" y="16"/>
                </a:lnTo>
                <a:lnTo>
                  <a:pt x="0" y="10"/>
                </a:lnTo>
                <a:lnTo>
                  <a:pt x="2" y="4"/>
                </a:lnTo>
                <a:lnTo>
                  <a:pt x="4" y="2"/>
                </a:lnTo>
                <a:lnTo>
                  <a:pt x="4" y="4"/>
                </a:lnTo>
                <a:lnTo>
                  <a:pt x="6" y="6"/>
                </a:lnTo>
                <a:lnTo>
                  <a:pt x="10" y="8"/>
                </a:lnTo>
                <a:lnTo>
                  <a:pt x="12" y="6"/>
                </a:lnTo>
                <a:lnTo>
                  <a:pt x="18" y="10"/>
                </a:lnTo>
                <a:lnTo>
                  <a:pt x="14" y="12"/>
                </a:lnTo>
                <a:lnTo>
                  <a:pt x="20" y="14"/>
                </a:lnTo>
                <a:lnTo>
                  <a:pt x="26" y="12"/>
                </a:lnTo>
                <a:lnTo>
                  <a:pt x="38" y="8"/>
                </a:lnTo>
                <a:lnTo>
                  <a:pt x="48" y="4"/>
                </a:lnTo>
                <a:lnTo>
                  <a:pt x="60" y="0"/>
                </a:lnTo>
                <a:lnTo>
                  <a:pt x="80" y="0"/>
                </a:lnTo>
                <a:lnTo>
                  <a:pt x="100" y="2"/>
                </a:lnTo>
                <a:lnTo>
                  <a:pt x="116" y="8"/>
                </a:lnTo>
                <a:lnTo>
                  <a:pt x="132" y="16"/>
                </a:lnTo>
                <a:lnTo>
                  <a:pt x="146" y="26"/>
                </a:lnTo>
                <a:lnTo>
                  <a:pt x="158" y="38"/>
                </a:lnTo>
                <a:lnTo>
                  <a:pt x="168" y="48"/>
                </a:lnTo>
                <a:lnTo>
                  <a:pt x="178" y="60"/>
                </a:lnTo>
                <a:lnTo>
                  <a:pt x="198" y="64"/>
                </a:lnTo>
                <a:lnTo>
                  <a:pt x="216" y="70"/>
                </a:lnTo>
                <a:lnTo>
                  <a:pt x="232" y="76"/>
                </a:lnTo>
                <a:lnTo>
                  <a:pt x="246" y="84"/>
                </a:lnTo>
                <a:lnTo>
                  <a:pt x="258" y="96"/>
                </a:lnTo>
                <a:lnTo>
                  <a:pt x="268" y="106"/>
                </a:lnTo>
                <a:lnTo>
                  <a:pt x="290" y="132"/>
                </a:lnTo>
                <a:lnTo>
                  <a:pt x="310" y="156"/>
                </a:lnTo>
                <a:lnTo>
                  <a:pt x="318" y="170"/>
                </a:lnTo>
                <a:lnTo>
                  <a:pt x="328" y="184"/>
                </a:lnTo>
                <a:lnTo>
                  <a:pt x="342" y="216"/>
                </a:lnTo>
                <a:lnTo>
                  <a:pt x="350" y="232"/>
                </a:lnTo>
                <a:lnTo>
                  <a:pt x="354" y="238"/>
                </a:lnTo>
                <a:lnTo>
                  <a:pt x="358" y="244"/>
                </a:lnTo>
                <a:lnTo>
                  <a:pt x="364" y="246"/>
                </a:lnTo>
                <a:lnTo>
                  <a:pt x="370" y="248"/>
                </a:lnTo>
                <a:lnTo>
                  <a:pt x="384" y="254"/>
                </a:lnTo>
                <a:lnTo>
                  <a:pt x="400" y="262"/>
                </a:lnTo>
                <a:lnTo>
                  <a:pt x="414" y="272"/>
                </a:lnTo>
                <a:lnTo>
                  <a:pt x="430" y="282"/>
                </a:lnTo>
                <a:lnTo>
                  <a:pt x="442" y="294"/>
                </a:lnTo>
                <a:lnTo>
                  <a:pt x="458" y="312"/>
                </a:lnTo>
                <a:lnTo>
                  <a:pt x="470" y="332"/>
                </a:lnTo>
                <a:lnTo>
                  <a:pt x="484" y="354"/>
                </a:lnTo>
                <a:lnTo>
                  <a:pt x="498" y="376"/>
                </a:lnTo>
                <a:lnTo>
                  <a:pt x="508" y="390"/>
                </a:lnTo>
                <a:lnTo>
                  <a:pt x="520" y="404"/>
                </a:lnTo>
                <a:lnTo>
                  <a:pt x="544" y="432"/>
                </a:lnTo>
                <a:lnTo>
                  <a:pt x="554" y="446"/>
                </a:lnTo>
                <a:lnTo>
                  <a:pt x="562" y="462"/>
                </a:lnTo>
                <a:lnTo>
                  <a:pt x="580" y="496"/>
                </a:lnTo>
                <a:lnTo>
                  <a:pt x="596" y="530"/>
                </a:lnTo>
                <a:lnTo>
                  <a:pt x="616" y="562"/>
                </a:lnTo>
                <a:lnTo>
                  <a:pt x="636" y="594"/>
                </a:lnTo>
                <a:lnTo>
                  <a:pt x="644" y="612"/>
                </a:lnTo>
                <a:lnTo>
                  <a:pt x="652" y="628"/>
                </a:lnTo>
                <a:lnTo>
                  <a:pt x="654" y="638"/>
                </a:lnTo>
                <a:lnTo>
                  <a:pt x="656" y="646"/>
                </a:lnTo>
                <a:lnTo>
                  <a:pt x="658" y="656"/>
                </a:lnTo>
                <a:lnTo>
                  <a:pt x="662" y="664"/>
                </a:lnTo>
                <a:lnTo>
                  <a:pt x="668" y="672"/>
                </a:lnTo>
                <a:lnTo>
                  <a:pt x="676" y="676"/>
                </a:lnTo>
                <a:lnTo>
                  <a:pt x="686" y="682"/>
                </a:lnTo>
                <a:lnTo>
                  <a:pt x="692" y="688"/>
                </a:lnTo>
                <a:lnTo>
                  <a:pt x="712" y="710"/>
                </a:lnTo>
                <a:lnTo>
                  <a:pt x="732" y="736"/>
                </a:lnTo>
                <a:lnTo>
                  <a:pt x="754" y="758"/>
                </a:lnTo>
                <a:lnTo>
                  <a:pt x="764" y="770"/>
                </a:lnTo>
                <a:lnTo>
                  <a:pt x="774" y="782"/>
                </a:lnTo>
                <a:lnTo>
                  <a:pt x="780" y="794"/>
                </a:lnTo>
                <a:lnTo>
                  <a:pt x="782" y="800"/>
                </a:lnTo>
                <a:lnTo>
                  <a:pt x="786" y="804"/>
                </a:lnTo>
                <a:lnTo>
                  <a:pt x="796" y="816"/>
                </a:lnTo>
                <a:lnTo>
                  <a:pt x="808" y="824"/>
                </a:lnTo>
                <a:lnTo>
                  <a:pt x="836" y="840"/>
                </a:lnTo>
                <a:lnTo>
                  <a:pt x="858" y="848"/>
                </a:lnTo>
                <a:lnTo>
                  <a:pt x="882" y="858"/>
                </a:lnTo>
                <a:lnTo>
                  <a:pt x="894" y="864"/>
                </a:lnTo>
                <a:lnTo>
                  <a:pt x="906" y="868"/>
                </a:lnTo>
                <a:lnTo>
                  <a:pt x="916" y="870"/>
                </a:lnTo>
                <a:lnTo>
                  <a:pt x="926" y="870"/>
                </a:lnTo>
                <a:lnTo>
                  <a:pt x="944" y="872"/>
                </a:lnTo>
                <a:lnTo>
                  <a:pt x="970" y="878"/>
                </a:lnTo>
                <a:lnTo>
                  <a:pt x="996" y="888"/>
                </a:lnTo>
                <a:lnTo>
                  <a:pt x="1020" y="898"/>
                </a:lnTo>
                <a:lnTo>
                  <a:pt x="1044" y="910"/>
                </a:lnTo>
                <a:lnTo>
                  <a:pt x="1088" y="938"/>
                </a:lnTo>
                <a:lnTo>
                  <a:pt x="1130" y="968"/>
                </a:lnTo>
                <a:lnTo>
                  <a:pt x="1166" y="992"/>
                </a:lnTo>
                <a:lnTo>
                  <a:pt x="1200" y="1018"/>
                </a:lnTo>
                <a:lnTo>
                  <a:pt x="1216" y="1032"/>
                </a:lnTo>
                <a:lnTo>
                  <a:pt x="1232" y="1048"/>
                </a:lnTo>
                <a:lnTo>
                  <a:pt x="1246" y="1064"/>
                </a:lnTo>
                <a:lnTo>
                  <a:pt x="1260" y="1082"/>
                </a:lnTo>
                <a:lnTo>
                  <a:pt x="1276" y="1108"/>
                </a:lnTo>
                <a:lnTo>
                  <a:pt x="1284" y="1120"/>
                </a:lnTo>
                <a:lnTo>
                  <a:pt x="1290" y="1132"/>
                </a:lnTo>
                <a:lnTo>
                  <a:pt x="1294" y="1146"/>
                </a:lnTo>
                <a:lnTo>
                  <a:pt x="1298" y="1160"/>
                </a:lnTo>
                <a:lnTo>
                  <a:pt x="1302" y="1194"/>
                </a:lnTo>
                <a:lnTo>
                  <a:pt x="1306" y="1262"/>
                </a:lnTo>
                <a:lnTo>
                  <a:pt x="1314" y="1330"/>
                </a:lnTo>
                <a:lnTo>
                  <a:pt x="1316" y="1364"/>
                </a:lnTo>
                <a:lnTo>
                  <a:pt x="1316" y="1398"/>
                </a:lnTo>
                <a:lnTo>
                  <a:pt x="1316" y="1402"/>
                </a:lnTo>
                <a:lnTo>
                  <a:pt x="1316" y="1400"/>
                </a:lnTo>
                <a:lnTo>
                  <a:pt x="1314" y="1398"/>
                </a:lnTo>
                <a:lnTo>
                  <a:pt x="1314" y="1400"/>
                </a:lnTo>
                <a:lnTo>
                  <a:pt x="1310" y="1440"/>
                </a:lnTo>
                <a:lnTo>
                  <a:pt x="1304" y="1478"/>
                </a:lnTo>
                <a:lnTo>
                  <a:pt x="1286" y="1554"/>
                </a:lnTo>
                <a:lnTo>
                  <a:pt x="1268" y="1632"/>
                </a:lnTo>
                <a:lnTo>
                  <a:pt x="1260" y="1672"/>
                </a:lnTo>
                <a:lnTo>
                  <a:pt x="1254" y="1712"/>
                </a:lnTo>
                <a:lnTo>
                  <a:pt x="1248" y="1754"/>
                </a:lnTo>
                <a:lnTo>
                  <a:pt x="1244" y="1796"/>
                </a:lnTo>
                <a:lnTo>
                  <a:pt x="1238" y="1882"/>
                </a:lnTo>
                <a:lnTo>
                  <a:pt x="1230" y="1964"/>
                </a:lnTo>
                <a:lnTo>
                  <a:pt x="1222" y="2048"/>
                </a:lnTo>
                <a:lnTo>
                  <a:pt x="1212" y="2218"/>
                </a:lnTo>
                <a:lnTo>
                  <a:pt x="1206" y="2390"/>
                </a:lnTo>
                <a:lnTo>
                  <a:pt x="1194" y="27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round/>
                <a:headEnd/>
                <a:tailEnd/>
              </a14:hiddenLine>
            </a:ext>
          </a:extLst>
        </p:spPr>
        <p:txBody>
          <a:bodyPr lIns="61458" tIns="30732" rIns="61458" bIns="30732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9697" name="Freeform 1825"/>
          <p:cNvSpPr>
            <a:spLocks/>
          </p:cNvSpPr>
          <p:nvPr/>
        </p:nvSpPr>
        <p:spPr bwMode="auto">
          <a:xfrm rot="21089671">
            <a:off x="2676597" y="2308804"/>
            <a:ext cx="1897063" cy="3630215"/>
          </a:xfrm>
          <a:custGeom>
            <a:avLst/>
            <a:gdLst>
              <a:gd name="T0" fmla="*/ 2147483647 w 1316"/>
              <a:gd name="T1" fmla="*/ 2147483647 h 2732"/>
              <a:gd name="T2" fmla="*/ 2147483647 w 1316"/>
              <a:gd name="T3" fmla="*/ 2147483647 h 2732"/>
              <a:gd name="T4" fmla="*/ 2147483647 w 1316"/>
              <a:gd name="T5" fmla="*/ 2147483647 h 2732"/>
              <a:gd name="T6" fmla="*/ 2147483647 w 1316"/>
              <a:gd name="T7" fmla="*/ 2147483647 h 2732"/>
              <a:gd name="T8" fmla="*/ 2147483647 w 1316"/>
              <a:gd name="T9" fmla="*/ 2147483647 h 2732"/>
              <a:gd name="T10" fmla="*/ 2147483647 w 1316"/>
              <a:gd name="T11" fmla="*/ 2147483647 h 2732"/>
              <a:gd name="T12" fmla="*/ 2147483647 w 1316"/>
              <a:gd name="T13" fmla="*/ 2147483647 h 2732"/>
              <a:gd name="T14" fmla="*/ 2147483647 w 1316"/>
              <a:gd name="T15" fmla="*/ 2147483647 h 2732"/>
              <a:gd name="T16" fmla="*/ 2147483647 w 1316"/>
              <a:gd name="T17" fmla="*/ 2147483647 h 2732"/>
              <a:gd name="T18" fmla="*/ 2147483647 w 1316"/>
              <a:gd name="T19" fmla="*/ 2147483647 h 2732"/>
              <a:gd name="T20" fmla="*/ 2147483647 w 1316"/>
              <a:gd name="T21" fmla="*/ 2147483647 h 2732"/>
              <a:gd name="T22" fmla="*/ 2147483647 w 1316"/>
              <a:gd name="T23" fmla="*/ 2147483647 h 2732"/>
              <a:gd name="T24" fmla="*/ 2147483647 w 1316"/>
              <a:gd name="T25" fmla="*/ 2147483647 h 2732"/>
              <a:gd name="T26" fmla="*/ 2147483647 w 1316"/>
              <a:gd name="T27" fmla="*/ 2147483647 h 2732"/>
              <a:gd name="T28" fmla="*/ 2147483647 w 1316"/>
              <a:gd name="T29" fmla="*/ 2147483647 h 2732"/>
              <a:gd name="T30" fmla="*/ 2147483647 w 1316"/>
              <a:gd name="T31" fmla="*/ 2147483647 h 2732"/>
              <a:gd name="T32" fmla="*/ 2147483647 w 1316"/>
              <a:gd name="T33" fmla="*/ 2147483647 h 2732"/>
              <a:gd name="T34" fmla="*/ 2147483647 w 1316"/>
              <a:gd name="T35" fmla="*/ 2147483647 h 2732"/>
              <a:gd name="T36" fmla="*/ 2147483647 w 1316"/>
              <a:gd name="T37" fmla="*/ 2147483647 h 2732"/>
              <a:gd name="T38" fmla="*/ 2147483647 w 1316"/>
              <a:gd name="T39" fmla="*/ 2147483647 h 2732"/>
              <a:gd name="T40" fmla="*/ 2147483647 w 1316"/>
              <a:gd name="T41" fmla="*/ 2147483647 h 2732"/>
              <a:gd name="T42" fmla="*/ 2147483647 w 1316"/>
              <a:gd name="T43" fmla="*/ 2147483647 h 2732"/>
              <a:gd name="T44" fmla="*/ 2147483647 w 1316"/>
              <a:gd name="T45" fmla="*/ 2147483647 h 2732"/>
              <a:gd name="T46" fmla="*/ 2147483647 w 1316"/>
              <a:gd name="T47" fmla="*/ 0 h 2732"/>
              <a:gd name="T48" fmla="*/ 2147483647 w 1316"/>
              <a:gd name="T49" fmla="*/ 2147483647 h 2732"/>
              <a:gd name="T50" fmla="*/ 2147483647 w 1316"/>
              <a:gd name="T51" fmla="*/ 2147483647 h 2732"/>
              <a:gd name="T52" fmla="*/ 2147483647 w 1316"/>
              <a:gd name="T53" fmla="*/ 2147483647 h 2732"/>
              <a:gd name="T54" fmla="*/ 2147483647 w 1316"/>
              <a:gd name="T55" fmla="*/ 2147483647 h 2732"/>
              <a:gd name="T56" fmla="*/ 2147483647 w 1316"/>
              <a:gd name="T57" fmla="*/ 2147483647 h 2732"/>
              <a:gd name="T58" fmla="*/ 2147483647 w 1316"/>
              <a:gd name="T59" fmla="*/ 2147483647 h 2732"/>
              <a:gd name="T60" fmla="*/ 2147483647 w 1316"/>
              <a:gd name="T61" fmla="*/ 2147483647 h 2732"/>
              <a:gd name="T62" fmla="*/ 2147483647 w 1316"/>
              <a:gd name="T63" fmla="*/ 2147483647 h 2732"/>
              <a:gd name="T64" fmla="*/ 2147483647 w 1316"/>
              <a:gd name="T65" fmla="*/ 2147483647 h 2732"/>
              <a:gd name="T66" fmla="*/ 2147483647 w 1316"/>
              <a:gd name="T67" fmla="*/ 2147483647 h 2732"/>
              <a:gd name="T68" fmla="*/ 2147483647 w 1316"/>
              <a:gd name="T69" fmla="*/ 2147483647 h 2732"/>
              <a:gd name="T70" fmla="*/ 2147483647 w 1316"/>
              <a:gd name="T71" fmla="*/ 2147483647 h 2732"/>
              <a:gd name="T72" fmla="*/ 2147483647 w 1316"/>
              <a:gd name="T73" fmla="*/ 2147483647 h 2732"/>
              <a:gd name="T74" fmla="*/ 2147483647 w 1316"/>
              <a:gd name="T75" fmla="*/ 2147483647 h 2732"/>
              <a:gd name="T76" fmla="*/ 2147483647 w 1316"/>
              <a:gd name="T77" fmla="*/ 2147483647 h 2732"/>
              <a:gd name="T78" fmla="*/ 2147483647 w 1316"/>
              <a:gd name="T79" fmla="*/ 2147483647 h 2732"/>
              <a:gd name="T80" fmla="*/ 2147483647 w 1316"/>
              <a:gd name="T81" fmla="*/ 2147483647 h 2732"/>
              <a:gd name="T82" fmla="*/ 2147483647 w 1316"/>
              <a:gd name="T83" fmla="*/ 2147483647 h 2732"/>
              <a:gd name="T84" fmla="*/ 2147483647 w 1316"/>
              <a:gd name="T85" fmla="*/ 2147483647 h 2732"/>
              <a:gd name="T86" fmla="*/ 2147483647 w 1316"/>
              <a:gd name="T87" fmla="*/ 2147483647 h 2732"/>
              <a:gd name="T88" fmla="*/ 2147483647 w 1316"/>
              <a:gd name="T89" fmla="*/ 2147483647 h 2732"/>
              <a:gd name="T90" fmla="*/ 2147483647 w 1316"/>
              <a:gd name="T91" fmla="*/ 2147483647 h 2732"/>
              <a:gd name="T92" fmla="*/ 2147483647 w 1316"/>
              <a:gd name="T93" fmla="*/ 2147483647 h 2732"/>
              <a:gd name="T94" fmla="*/ 2147483647 w 1316"/>
              <a:gd name="T95" fmla="*/ 2147483647 h 2732"/>
              <a:gd name="T96" fmla="*/ 2147483647 w 1316"/>
              <a:gd name="T97" fmla="*/ 2147483647 h 2732"/>
              <a:gd name="T98" fmla="*/ 2147483647 w 1316"/>
              <a:gd name="T99" fmla="*/ 2147483647 h 2732"/>
              <a:gd name="T100" fmla="*/ 2147483647 w 1316"/>
              <a:gd name="T101" fmla="*/ 2147483647 h 2732"/>
              <a:gd name="T102" fmla="*/ 2147483647 w 1316"/>
              <a:gd name="T103" fmla="*/ 2147483647 h 2732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1316" h="2732">
                <a:moveTo>
                  <a:pt x="1194" y="2732"/>
                </a:moveTo>
                <a:lnTo>
                  <a:pt x="1194" y="2732"/>
                </a:lnTo>
                <a:lnTo>
                  <a:pt x="576" y="2732"/>
                </a:lnTo>
                <a:lnTo>
                  <a:pt x="664" y="2406"/>
                </a:lnTo>
                <a:lnTo>
                  <a:pt x="710" y="2244"/>
                </a:lnTo>
                <a:lnTo>
                  <a:pt x="758" y="2078"/>
                </a:lnTo>
                <a:lnTo>
                  <a:pt x="804" y="1920"/>
                </a:lnTo>
                <a:lnTo>
                  <a:pt x="852" y="1758"/>
                </a:lnTo>
                <a:lnTo>
                  <a:pt x="870" y="1698"/>
                </a:lnTo>
                <a:lnTo>
                  <a:pt x="886" y="1636"/>
                </a:lnTo>
                <a:lnTo>
                  <a:pt x="892" y="1602"/>
                </a:lnTo>
                <a:lnTo>
                  <a:pt x="898" y="1568"/>
                </a:lnTo>
                <a:lnTo>
                  <a:pt x="902" y="1532"/>
                </a:lnTo>
                <a:lnTo>
                  <a:pt x="904" y="1494"/>
                </a:lnTo>
                <a:lnTo>
                  <a:pt x="906" y="1470"/>
                </a:lnTo>
                <a:lnTo>
                  <a:pt x="910" y="1446"/>
                </a:lnTo>
                <a:lnTo>
                  <a:pt x="912" y="1422"/>
                </a:lnTo>
                <a:lnTo>
                  <a:pt x="914" y="1400"/>
                </a:lnTo>
                <a:lnTo>
                  <a:pt x="912" y="1390"/>
                </a:lnTo>
                <a:lnTo>
                  <a:pt x="908" y="1380"/>
                </a:lnTo>
                <a:lnTo>
                  <a:pt x="900" y="1362"/>
                </a:lnTo>
                <a:lnTo>
                  <a:pt x="888" y="1342"/>
                </a:lnTo>
                <a:lnTo>
                  <a:pt x="876" y="1324"/>
                </a:lnTo>
                <a:lnTo>
                  <a:pt x="858" y="1300"/>
                </a:lnTo>
                <a:lnTo>
                  <a:pt x="838" y="1278"/>
                </a:lnTo>
                <a:lnTo>
                  <a:pt x="816" y="1256"/>
                </a:lnTo>
                <a:lnTo>
                  <a:pt x="794" y="1234"/>
                </a:lnTo>
                <a:lnTo>
                  <a:pt x="750" y="1194"/>
                </a:lnTo>
                <a:lnTo>
                  <a:pt x="708" y="1154"/>
                </a:lnTo>
                <a:lnTo>
                  <a:pt x="678" y="1128"/>
                </a:lnTo>
                <a:lnTo>
                  <a:pt x="648" y="1102"/>
                </a:lnTo>
                <a:lnTo>
                  <a:pt x="616" y="1078"/>
                </a:lnTo>
                <a:lnTo>
                  <a:pt x="584" y="1052"/>
                </a:lnTo>
                <a:lnTo>
                  <a:pt x="554" y="1026"/>
                </a:lnTo>
                <a:lnTo>
                  <a:pt x="520" y="1002"/>
                </a:lnTo>
                <a:lnTo>
                  <a:pt x="490" y="976"/>
                </a:lnTo>
                <a:lnTo>
                  <a:pt x="476" y="962"/>
                </a:lnTo>
                <a:lnTo>
                  <a:pt x="464" y="946"/>
                </a:lnTo>
                <a:lnTo>
                  <a:pt x="452" y="924"/>
                </a:lnTo>
                <a:lnTo>
                  <a:pt x="442" y="902"/>
                </a:lnTo>
                <a:lnTo>
                  <a:pt x="424" y="854"/>
                </a:lnTo>
                <a:lnTo>
                  <a:pt x="404" y="810"/>
                </a:lnTo>
                <a:lnTo>
                  <a:pt x="392" y="788"/>
                </a:lnTo>
                <a:lnTo>
                  <a:pt x="380" y="768"/>
                </a:lnTo>
                <a:lnTo>
                  <a:pt x="364" y="746"/>
                </a:lnTo>
                <a:lnTo>
                  <a:pt x="346" y="724"/>
                </a:lnTo>
                <a:lnTo>
                  <a:pt x="328" y="702"/>
                </a:lnTo>
                <a:lnTo>
                  <a:pt x="312" y="680"/>
                </a:lnTo>
                <a:lnTo>
                  <a:pt x="286" y="630"/>
                </a:lnTo>
                <a:lnTo>
                  <a:pt x="260" y="578"/>
                </a:lnTo>
                <a:lnTo>
                  <a:pt x="244" y="560"/>
                </a:lnTo>
                <a:lnTo>
                  <a:pt x="228" y="540"/>
                </a:lnTo>
                <a:lnTo>
                  <a:pt x="220" y="526"/>
                </a:lnTo>
                <a:lnTo>
                  <a:pt x="214" y="512"/>
                </a:lnTo>
                <a:lnTo>
                  <a:pt x="204" y="482"/>
                </a:lnTo>
                <a:lnTo>
                  <a:pt x="196" y="450"/>
                </a:lnTo>
                <a:lnTo>
                  <a:pt x="186" y="416"/>
                </a:lnTo>
                <a:lnTo>
                  <a:pt x="174" y="384"/>
                </a:lnTo>
                <a:lnTo>
                  <a:pt x="164" y="354"/>
                </a:lnTo>
                <a:lnTo>
                  <a:pt x="152" y="322"/>
                </a:lnTo>
                <a:lnTo>
                  <a:pt x="144" y="292"/>
                </a:lnTo>
                <a:lnTo>
                  <a:pt x="132" y="268"/>
                </a:lnTo>
                <a:lnTo>
                  <a:pt x="116" y="244"/>
                </a:lnTo>
                <a:lnTo>
                  <a:pt x="98" y="222"/>
                </a:lnTo>
                <a:lnTo>
                  <a:pt x="82" y="200"/>
                </a:lnTo>
                <a:lnTo>
                  <a:pt x="68" y="176"/>
                </a:lnTo>
                <a:lnTo>
                  <a:pt x="62" y="162"/>
                </a:lnTo>
                <a:lnTo>
                  <a:pt x="56" y="148"/>
                </a:lnTo>
                <a:lnTo>
                  <a:pt x="54" y="138"/>
                </a:lnTo>
                <a:lnTo>
                  <a:pt x="52" y="128"/>
                </a:lnTo>
                <a:lnTo>
                  <a:pt x="52" y="116"/>
                </a:lnTo>
                <a:lnTo>
                  <a:pt x="48" y="106"/>
                </a:lnTo>
                <a:lnTo>
                  <a:pt x="42" y="94"/>
                </a:lnTo>
                <a:lnTo>
                  <a:pt x="34" y="82"/>
                </a:lnTo>
                <a:lnTo>
                  <a:pt x="26" y="70"/>
                </a:lnTo>
                <a:lnTo>
                  <a:pt x="18" y="58"/>
                </a:lnTo>
                <a:lnTo>
                  <a:pt x="12" y="44"/>
                </a:lnTo>
                <a:lnTo>
                  <a:pt x="6" y="30"/>
                </a:lnTo>
                <a:lnTo>
                  <a:pt x="2" y="16"/>
                </a:lnTo>
                <a:lnTo>
                  <a:pt x="0" y="10"/>
                </a:lnTo>
                <a:lnTo>
                  <a:pt x="2" y="4"/>
                </a:lnTo>
                <a:lnTo>
                  <a:pt x="4" y="2"/>
                </a:lnTo>
                <a:lnTo>
                  <a:pt x="4" y="4"/>
                </a:lnTo>
                <a:lnTo>
                  <a:pt x="6" y="6"/>
                </a:lnTo>
                <a:lnTo>
                  <a:pt x="10" y="8"/>
                </a:lnTo>
                <a:lnTo>
                  <a:pt x="12" y="6"/>
                </a:lnTo>
                <a:lnTo>
                  <a:pt x="18" y="10"/>
                </a:lnTo>
                <a:lnTo>
                  <a:pt x="14" y="12"/>
                </a:lnTo>
                <a:lnTo>
                  <a:pt x="20" y="14"/>
                </a:lnTo>
                <a:lnTo>
                  <a:pt x="26" y="12"/>
                </a:lnTo>
                <a:lnTo>
                  <a:pt x="38" y="8"/>
                </a:lnTo>
                <a:lnTo>
                  <a:pt x="48" y="4"/>
                </a:lnTo>
                <a:lnTo>
                  <a:pt x="60" y="0"/>
                </a:lnTo>
                <a:lnTo>
                  <a:pt x="80" y="0"/>
                </a:lnTo>
                <a:lnTo>
                  <a:pt x="100" y="2"/>
                </a:lnTo>
                <a:lnTo>
                  <a:pt x="116" y="8"/>
                </a:lnTo>
                <a:lnTo>
                  <a:pt x="132" y="16"/>
                </a:lnTo>
                <a:lnTo>
                  <a:pt x="146" y="26"/>
                </a:lnTo>
                <a:lnTo>
                  <a:pt x="158" y="38"/>
                </a:lnTo>
                <a:lnTo>
                  <a:pt x="168" y="48"/>
                </a:lnTo>
                <a:lnTo>
                  <a:pt x="178" y="60"/>
                </a:lnTo>
                <a:lnTo>
                  <a:pt x="198" y="64"/>
                </a:lnTo>
                <a:lnTo>
                  <a:pt x="216" y="70"/>
                </a:lnTo>
                <a:lnTo>
                  <a:pt x="232" y="76"/>
                </a:lnTo>
                <a:lnTo>
                  <a:pt x="246" y="84"/>
                </a:lnTo>
                <a:lnTo>
                  <a:pt x="258" y="96"/>
                </a:lnTo>
                <a:lnTo>
                  <a:pt x="268" y="106"/>
                </a:lnTo>
                <a:lnTo>
                  <a:pt x="290" y="132"/>
                </a:lnTo>
                <a:lnTo>
                  <a:pt x="310" y="156"/>
                </a:lnTo>
                <a:lnTo>
                  <a:pt x="318" y="170"/>
                </a:lnTo>
                <a:lnTo>
                  <a:pt x="328" y="184"/>
                </a:lnTo>
                <a:lnTo>
                  <a:pt x="342" y="216"/>
                </a:lnTo>
                <a:lnTo>
                  <a:pt x="350" y="232"/>
                </a:lnTo>
                <a:lnTo>
                  <a:pt x="354" y="238"/>
                </a:lnTo>
                <a:lnTo>
                  <a:pt x="358" y="244"/>
                </a:lnTo>
                <a:lnTo>
                  <a:pt x="364" y="246"/>
                </a:lnTo>
                <a:lnTo>
                  <a:pt x="370" y="248"/>
                </a:lnTo>
                <a:lnTo>
                  <a:pt x="384" y="254"/>
                </a:lnTo>
                <a:lnTo>
                  <a:pt x="400" y="262"/>
                </a:lnTo>
                <a:lnTo>
                  <a:pt x="414" y="272"/>
                </a:lnTo>
                <a:lnTo>
                  <a:pt x="430" y="282"/>
                </a:lnTo>
                <a:lnTo>
                  <a:pt x="442" y="294"/>
                </a:lnTo>
                <a:lnTo>
                  <a:pt x="458" y="312"/>
                </a:lnTo>
                <a:lnTo>
                  <a:pt x="470" y="332"/>
                </a:lnTo>
                <a:lnTo>
                  <a:pt x="484" y="354"/>
                </a:lnTo>
                <a:lnTo>
                  <a:pt x="498" y="376"/>
                </a:lnTo>
                <a:lnTo>
                  <a:pt x="508" y="390"/>
                </a:lnTo>
                <a:lnTo>
                  <a:pt x="520" y="404"/>
                </a:lnTo>
                <a:lnTo>
                  <a:pt x="544" y="432"/>
                </a:lnTo>
                <a:lnTo>
                  <a:pt x="554" y="446"/>
                </a:lnTo>
                <a:lnTo>
                  <a:pt x="562" y="462"/>
                </a:lnTo>
                <a:lnTo>
                  <a:pt x="580" y="496"/>
                </a:lnTo>
                <a:lnTo>
                  <a:pt x="596" y="530"/>
                </a:lnTo>
                <a:lnTo>
                  <a:pt x="616" y="562"/>
                </a:lnTo>
                <a:lnTo>
                  <a:pt x="636" y="594"/>
                </a:lnTo>
                <a:lnTo>
                  <a:pt x="644" y="612"/>
                </a:lnTo>
                <a:lnTo>
                  <a:pt x="652" y="628"/>
                </a:lnTo>
                <a:lnTo>
                  <a:pt x="654" y="638"/>
                </a:lnTo>
                <a:lnTo>
                  <a:pt x="656" y="646"/>
                </a:lnTo>
                <a:lnTo>
                  <a:pt x="658" y="656"/>
                </a:lnTo>
                <a:lnTo>
                  <a:pt x="662" y="664"/>
                </a:lnTo>
                <a:lnTo>
                  <a:pt x="668" y="672"/>
                </a:lnTo>
                <a:lnTo>
                  <a:pt x="676" y="676"/>
                </a:lnTo>
                <a:lnTo>
                  <a:pt x="686" y="682"/>
                </a:lnTo>
                <a:lnTo>
                  <a:pt x="692" y="688"/>
                </a:lnTo>
                <a:lnTo>
                  <a:pt x="712" y="710"/>
                </a:lnTo>
                <a:lnTo>
                  <a:pt x="732" y="736"/>
                </a:lnTo>
                <a:lnTo>
                  <a:pt x="754" y="758"/>
                </a:lnTo>
                <a:lnTo>
                  <a:pt x="764" y="770"/>
                </a:lnTo>
                <a:lnTo>
                  <a:pt x="774" y="782"/>
                </a:lnTo>
                <a:lnTo>
                  <a:pt x="780" y="794"/>
                </a:lnTo>
                <a:lnTo>
                  <a:pt x="782" y="800"/>
                </a:lnTo>
                <a:lnTo>
                  <a:pt x="786" y="804"/>
                </a:lnTo>
                <a:lnTo>
                  <a:pt x="796" y="816"/>
                </a:lnTo>
                <a:lnTo>
                  <a:pt x="808" y="824"/>
                </a:lnTo>
                <a:lnTo>
                  <a:pt x="836" y="840"/>
                </a:lnTo>
                <a:lnTo>
                  <a:pt x="858" y="848"/>
                </a:lnTo>
                <a:lnTo>
                  <a:pt x="882" y="858"/>
                </a:lnTo>
                <a:lnTo>
                  <a:pt x="894" y="864"/>
                </a:lnTo>
                <a:lnTo>
                  <a:pt x="906" y="868"/>
                </a:lnTo>
                <a:lnTo>
                  <a:pt x="916" y="870"/>
                </a:lnTo>
                <a:lnTo>
                  <a:pt x="926" y="870"/>
                </a:lnTo>
                <a:lnTo>
                  <a:pt x="944" y="872"/>
                </a:lnTo>
                <a:lnTo>
                  <a:pt x="970" y="878"/>
                </a:lnTo>
                <a:lnTo>
                  <a:pt x="996" y="888"/>
                </a:lnTo>
                <a:lnTo>
                  <a:pt x="1020" y="898"/>
                </a:lnTo>
                <a:lnTo>
                  <a:pt x="1044" y="910"/>
                </a:lnTo>
                <a:lnTo>
                  <a:pt x="1088" y="938"/>
                </a:lnTo>
                <a:lnTo>
                  <a:pt x="1130" y="968"/>
                </a:lnTo>
                <a:lnTo>
                  <a:pt x="1166" y="992"/>
                </a:lnTo>
                <a:lnTo>
                  <a:pt x="1200" y="1018"/>
                </a:lnTo>
                <a:lnTo>
                  <a:pt x="1216" y="1032"/>
                </a:lnTo>
                <a:lnTo>
                  <a:pt x="1232" y="1048"/>
                </a:lnTo>
                <a:lnTo>
                  <a:pt x="1246" y="1064"/>
                </a:lnTo>
                <a:lnTo>
                  <a:pt x="1260" y="1082"/>
                </a:lnTo>
                <a:lnTo>
                  <a:pt x="1276" y="1108"/>
                </a:lnTo>
                <a:lnTo>
                  <a:pt x="1284" y="1120"/>
                </a:lnTo>
                <a:lnTo>
                  <a:pt x="1290" y="1132"/>
                </a:lnTo>
                <a:lnTo>
                  <a:pt x="1294" y="1146"/>
                </a:lnTo>
                <a:lnTo>
                  <a:pt x="1298" y="1160"/>
                </a:lnTo>
                <a:lnTo>
                  <a:pt x="1302" y="1194"/>
                </a:lnTo>
                <a:lnTo>
                  <a:pt x="1306" y="1262"/>
                </a:lnTo>
                <a:lnTo>
                  <a:pt x="1314" y="1330"/>
                </a:lnTo>
                <a:lnTo>
                  <a:pt x="1316" y="1364"/>
                </a:lnTo>
                <a:lnTo>
                  <a:pt x="1316" y="1398"/>
                </a:lnTo>
                <a:lnTo>
                  <a:pt x="1316" y="1402"/>
                </a:lnTo>
                <a:lnTo>
                  <a:pt x="1316" y="1400"/>
                </a:lnTo>
                <a:lnTo>
                  <a:pt x="1314" y="1398"/>
                </a:lnTo>
                <a:lnTo>
                  <a:pt x="1314" y="1400"/>
                </a:lnTo>
                <a:lnTo>
                  <a:pt x="1310" y="1440"/>
                </a:lnTo>
                <a:lnTo>
                  <a:pt x="1304" y="1478"/>
                </a:lnTo>
                <a:lnTo>
                  <a:pt x="1286" y="1554"/>
                </a:lnTo>
                <a:lnTo>
                  <a:pt x="1268" y="1632"/>
                </a:lnTo>
                <a:lnTo>
                  <a:pt x="1260" y="1672"/>
                </a:lnTo>
                <a:lnTo>
                  <a:pt x="1254" y="1712"/>
                </a:lnTo>
                <a:lnTo>
                  <a:pt x="1248" y="1754"/>
                </a:lnTo>
                <a:lnTo>
                  <a:pt x="1244" y="1796"/>
                </a:lnTo>
                <a:lnTo>
                  <a:pt x="1238" y="1882"/>
                </a:lnTo>
                <a:lnTo>
                  <a:pt x="1230" y="1964"/>
                </a:lnTo>
                <a:lnTo>
                  <a:pt x="1222" y="2048"/>
                </a:lnTo>
                <a:lnTo>
                  <a:pt x="1212" y="2218"/>
                </a:lnTo>
                <a:lnTo>
                  <a:pt x="1206" y="2390"/>
                </a:lnTo>
                <a:lnTo>
                  <a:pt x="1194" y="27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round/>
                <a:headEnd/>
                <a:tailEnd/>
              </a14:hiddenLine>
            </a:ext>
          </a:extLst>
        </p:spPr>
        <p:txBody>
          <a:bodyPr lIns="61458" tIns="30732" rIns="61458" bIns="30732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9643" name="Text Box 1771"/>
          <p:cNvSpPr txBox="1">
            <a:spLocks noChangeArrowheads="1"/>
          </p:cNvSpPr>
          <p:nvPr/>
        </p:nvSpPr>
        <p:spPr bwMode="auto">
          <a:xfrm>
            <a:off x="2117725" y="1824037"/>
            <a:ext cx="5607050" cy="4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1449" tIns="30724" rIns="61449" bIns="30724">
            <a:spAutoFit/>
          </a:bodyPr>
          <a:lstStyle>
            <a:lvl1pPr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 smtClean="0">
                <a:solidFill>
                  <a:srgbClr val="FFFFFF"/>
                </a:solidFill>
                <a:ea typeface="黑体" pitchFamily="49" charset="-122"/>
              </a:rPr>
              <a:t>利用大数据分析技术</a:t>
            </a:r>
            <a:endParaRPr lang="zh-CN" altLang="en-US" sz="2800" dirty="0">
              <a:solidFill>
                <a:srgbClr val="FFFFFF"/>
              </a:solidFill>
              <a:ea typeface="黑体" pitchFamily="49" charset="-122"/>
            </a:endParaRPr>
          </a:p>
        </p:txBody>
      </p:sp>
      <p:sp>
        <p:nvSpPr>
          <p:cNvPr id="209736" name="Text Box 1864"/>
          <p:cNvSpPr txBox="1">
            <a:spLocks noChangeArrowheads="1"/>
          </p:cNvSpPr>
          <p:nvPr/>
        </p:nvSpPr>
        <p:spPr bwMode="auto">
          <a:xfrm>
            <a:off x="1005542" y="1552916"/>
            <a:ext cx="7652295" cy="1170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1449" tIns="30724" rIns="61449" bIns="30724">
            <a:spAutoFit/>
          </a:bodyPr>
          <a:lstStyle>
            <a:lvl1pPr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9826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982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/>
              <a:t>能够对商业环境中门店的门前人流量、进店客流量、进入跳出量、新老顾客数量及新增量、在店平均时长进行分析</a:t>
            </a:r>
            <a:endParaRPr lang="zh-CN" altLang="en-US" sz="2400" dirty="0">
              <a:solidFill>
                <a:srgbClr val="4D4D4D"/>
              </a:solidFill>
              <a:ea typeface="黑体" pitchFamily="49" charset="-122"/>
            </a:endParaRPr>
          </a:p>
        </p:txBody>
      </p:sp>
      <p:sp>
        <p:nvSpPr>
          <p:cNvPr id="209740" name="Freeform 1868"/>
          <p:cNvSpPr>
            <a:spLocks/>
          </p:cNvSpPr>
          <p:nvPr/>
        </p:nvSpPr>
        <p:spPr bwMode="auto">
          <a:xfrm rot="526641">
            <a:off x="9858375" y="3708797"/>
            <a:ext cx="1830388" cy="1838325"/>
          </a:xfrm>
          <a:custGeom>
            <a:avLst/>
            <a:gdLst>
              <a:gd name="T0" fmla="*/ 2147483647 w 788"/>
              <a:gd name="T1" fmla="*/ 2147483647 h 858"/>
              <a:gd name="T2" fmla="*/ 2147483647 w 788"/>
              <a:gd name="T3" fmla="*/ 2147483647 h 858"/>
              <a:gd name="T4" fmla="*/ 2147483647 w 788"/>
              <a:gd name="T5" fmla="*/ 2147483647 h 858"/>
              <a:gd name="T6" fmla="*/ 2147483647 w 788"/>
              <a:gd name="T7" fmla="*/ 2147483647 h 858"/>
              <a:gd name="T8" fmla="*/ 2147483647 w 788"/>
              <a:gd name="T9" fmla="*/ 2147483647 h 858"/>
              <a:gd name="T10" fmla="*/ 2147483647 w 788"/>
              <a:gd name="T11" fmla="*/ 2147483647 h 858"/>
              <a:gd name="T12" fmla="*/ 2147483647 w 788"/>
              <a:gd name="T13" fmla="*/ 2147483647 h 858"/>
              <a:gd name="T14" fmla="*/ 2147483647 w 788"/>
              <a:gd name="T15" fmla="*/ 2147483647 h 858"/>
              <a:gd name="T16" fmla="*/ 2147483647 w 788"/>
              <a:gd name="T17" fmla="*/ 2147483647 h 858"/>
              <a:gd name="T18" fmla="*/ 2147483647 w 788"/>
              <a:gd name="T19" fmla="*/ 2147483647 h 858"/>
              <a:gd name="T20" fmla="*/ 2147483647 w 788"/>
              <a:gd name="T21" fmla="*/ 2147483647 h 858"/>
              <a:gd name="T22" fmla="*/ 2147483647 w 788"/>
              <a:gd name="T23" fmla="*/ 2147483647 h 858"/>
              <a:gd name="T24" fmla="*/ 2147483647 w 788"/>
              <a:gd name="T25" fmla="*/ 2147483647 h 858"/>
              <a:gd name="T26" fmla="*/ 2147483647 w 788"/>
              <a:gd name="T27" fmla="*/ 2147483647 h 858"/>
              <a:gd name="T28" fmla="*/ 2147483647 w 788"/>
              <a:gd name="T29" fmla="*/ 2147483647 h 858"/>
              <a:gd name="T30" fmla="*/ 2147483647 w 788"/>
              <a:gd name="T31" fmla="*/ 2147483647 h 858"/>
              <a:gd name="T32" fmla="*/ 2147483647 w 788"/>
              <a:gd name="T33" fmla="*/ 2147483647 h 858"/>
              <a:gd name="T34" fmla="*/ 2147483647 w 788"/>
              <a:gd name="T35" fmla="*/ 2147483647 h 858"/>
              <a:gd name="T36" fmla="*/ 2147483647 w 788"/>
              <a:gd name="T37" fmla="*/ 2147483647 h 858"/>
              <a:gd name="T38" fmla="*/ 2147483647 w 788"/>
              <a:gd name="T39" fmla="*/ 2147483647 h 858"/>
              <a:gd name="T40" fmla="*/ 2147483647 w 788"/>
              <a:gd name="T41" fmla="*/ 2147483647 h 858"/>
              <a:gd name="T42" fmla="*/ 2147483647 w 788"/>
              <a:gd name="T43" fmla="*/ 2147483647 h 858"/>
              <a:gd name="T44" fmla="*/ 2147483647 w 788"/>
              <a:gd name="T45" fmla="*/ 2147483647 h 858"/>
              <a:gd name="T46" fmla="*/ 2147483647 w 788"/>
              <a:gd name="T47" fmla="*/ 2147483647 h 858"/>
              <a:gd name="T48" fmla="*/ 2147483647 w 788"/>
              <a:gd name="T49" fmla="*/ 2147483647 h 858"/>
              <a:gd name="T50" fmla="*/ 2147483647 w 788"/>
              <a:gd name="T51" fmla="*/ 2147483647 h 858"/>
              <a:gd name="T52" fmla="*/ 2147483647 w 788"/>
              <a:gd name="T53" fmla="*/ 2147483647 h 858"/>
              <a:gd name="T54" fmla="*/ 2147483647 w 788"/>
              <a:gd name="T55" fmla="*/ 2147483647 h 858"/>
              <a:gd name="T56" fmla="*/ 2147483647 w 788"/>
              <a:gd name="T57" fmla="*/ 2147483647 h 858"/>
              <a:gd name="T58" fmla="*/ 2147483647 w 788"/>
              <a:gd name="T59" fmla="*/ 2147483647 h 858"/>
              <a:gd name="T60" fmla="*/ 2147483647 w 788"/>
              <a:gd name="T61" fmla="*/ 2147483647 h 858"/>
              <a:gd name="T62" fmla="*/ 2147483647 w 788"/>
              <a:gd name="T63" fmla="*/ 2147483647 h 858"/>
              <a:gd name="T64" fmla="*/ 2147483647 w 788"/>
              <a:gd name="T65" fmla="*/ 2147483647 h 858"/>
              <a:gd name="T66" fmla="*/ 2147483647 w 788"/>
              <a:gd name="T67" fmla="*/ 2147483647 h 858"/>
              <a:gd name="T68" fmla="*/ 2147483647 w 788"/>
              <a:gd name="T69" fmla="*/ 2147483647 h 858"/>
              <a:gd name="T70" fmla="*/ 2147483647 w 788"/>
              <a:gd name="T71" fmla="*/ 2147483647 h 858"/>
              <a:gd name="T72" fmla="*/ 2147483647 w 788"/>
              <a:gd name="T73" fmla="*/ 2147483647 h 858"/>
              <a:gd name="T74" fmla="*/ 2147483647 w 788"/>
              <a:gd name="T75" fmla="*/ 2147483647 h 858"/>
              <a:gd name="T76" fmla="*/ 2147483647 w 788"/>
              <a:gd name="T77" fmla="*/ 2147483647 h 858"/>
              <a:gd name="T78" fmla="*/ 2147483647 w 788"/>
              <a:gd name="T79" fmla="*/ 2147483647 h 858"/>
              <a:gd name="T80" fmla="*/ 2147483647 w 788"/>
              <a:gd name="T81" fmla="*/ 2147483647 h 858"/>
              <a:gd name="T82" fmla="*/ 2147483647 w 788"/>
              <a:gd name="T83" fmla="*/ 2147483647 h 858"/>
              <a:gd name="T84" fmla="*/ 2147483647 w 788"/>
              <a:gd name="T85" fmla="*/ 2147483647 h 858"/>
              <a:gd name="T86" fmla="*/ 2147483647 w 788"/>
              <a:gd name="T87" fmla="*/ 2147483647 h 858"/>
              <a:gd name="T88" fmla="*/ 2147483647 w 788"/>
              <a:gd name="T89" fmla="*/ 2147483647 h 858"/>
              <a:gd name="T90" fmla="*/ 2147483647 w 788"/>
              <a:gd name="T91" fmla="*/ 2147483647 h 858"/>
              <a:gd name="T92" fmla="*/ 2147483647 w 788"/>
              <a:gd name="T93" fmla="*/ 2147483647 h 858"/>
              <a:gd name="T94" fmla="*/ 2147483647 w 788"/>
              <a:gd name="T95" fmla="*/ 2147483647 h 858"/>
              <a:gd name="T96" fmla="*/ 2147483647 w 788"/>
              <a:gd name="T97" fmla="*/ 2147483647 h 858"/>
              <a:gd name="T98" fmla="*/ 2147483647 w 788"/>
              <a:gd name="T99" fmla="*/ 2147483647 h 858"/>
              <a:gd name="T100" fmla="*/ 2147483647 w 788"/>
              <a:gd name="T101" fmla="*/ 2147483647 h 858"/>
              <a:gd name="T102" fmla="*/ 2147483647 w 788"/>
              <a:gd name="T103" fmla="*/ 2147483647 h 858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788" h="858">
                <a:moveTo>
                  <a:pt x="268" y="18"/>
                </a:moveTo>
                <a:cubicBezTo>
                  <a:pt x="252" y="2"/>
                  <a:pt x="243" y="0"/>
                  <a:pt x="274" y="50"/>
                </a:cubicBezTo>
                <a:cubicBezTo>
                  <a:pt x="264" y="53"/>
                  <a:pt x="295" y="85"/>
                  <a:pt x="311" y="113"/>
                </a:cubicBezTo>
                <a:cubicBezTo>
                  <a:pt x="308" y="114"/>
                  <a:pt x="315" y="127"/>
                  <a:pt x="324" y="145"/>
                </a:cubicBezTo>
                <a:cubicBezTo>
                  <a:pt x="332" y="162"/>
                  <a:pt x="338" y="178"/>
                  <a:pt x="357" y="205"/>
                </a:cubicBezTo>
                <a:cubicBezTo>
                  <a:pt x="389" y="251"/>
                  <a:pt x="415" y="292"/>
                  <a:pt x="439" y="334"/>
                </a:cubicBezTo>
                <a:cubicBezTo>
                  <a:pt x="462" y="372"/>
                  <a:pt x="477" y="418"/>
                  <a:pt x="483" y="439"/>
                </a:cubicBezTo>
                <a:cubicBezTo>
                  <a:pt x="490" y="459"/>
                  <a:pt x="480" y="462"/>
                  <a:pt x="475" y="467"/>
                </a:cubicBezTo>
                <a:cubicBezTo>
                  <a:pt x="470" y="472"/>
                  <a:pt x="449" y="494"/>
                  <a:pt x="441" y="498"/>
                </a:cubicBezTo>
                <a:cubicBezTo>
                  <a:pt x="433" y="502"/>
                  <a:pt x="420" y="507"/>
                  <a:pt x="411" y="511"/>
                </a:cubicBezTo>
                <a:cubicBezTo>
                  <a:pt x="402" y="515"/>
                  <a:pt x="412" y="521"/>
                  <a:pt x="418" y="523"/>
                </a:cubicBezTo>
                <a:cubicBezTo>
                  <a:pt x="402" y="524"/>
                  <a:pt x="376" y="526"/>
                  <a:pt x="364" y="524"/>
                </a:cubicBezTo>
                <a:cubicBezTo>
                  <a:pt x="351" y="522"/>
                  <a:pt x="209" y="496"/>
                  <a:pt x="161" y="487"/>
                </a:cubicBezTo>
                <a:cubicBezTo>
                  <a:pt x="113" y="478"/>
                  <a:pt x="29" y="459"/>
                  <a:pt x="15" y="455"/>
                </a:cubicBezTo>
                <a:cubicBezTo>
                  <a:pt x="0" y="450"/>
                  <a:pt x="6" y="458"/>
                  <a:pt x="16" y="462"/>
                </a:cubicBezTo>
                <a:cubicBezTo>
                  <a:pt x="25" y="467"/>
                  <a:pt x="126" y="490"/>
                  <a:pt x="132" y="493"/>
                </a:cubicBezTo>
                <a:cubicBezTo>
                  <a:pt x="137" y="496"/>
                  <a:pt x="152" y="510"/>
                  <a:pt x="177" y="519"/>
                </a:cubicBezTo>
                <a:cubicBezTo>
                  <a:pt x="201" y="529"/>
                  <a:pt x="220" y="538"/>
                  <a:pt x="222" y="542"/>
                </a:cubicBezTo>
                <a:cubicBezTo>
                  <a:pt x="224" y="546"/>
                  <a:pt x="225" y="549"/>
                  <a:pt x="220" y="550"/>
                </a:cubicBezTo>
                <a:cubicBezTo>
                  <a:pt x="209" y="554"/>
                  <a:pt x="155" y="553"/>
                  <a:pt x="141" y="557"/>
                </a:cubicBezTo>
                <a:cubicBezTo>
                  <a:pt x="130" y="558"/>
                  <a:pt x="37" y="548"/>
                  <a:pt x="24" y="544"/>
                </a:cubicBezTo>
                <a:cubicBezTo>
                  <a:pt x="12" y="540"/>
                  <a:pt x="14" y="546"/>
                  <a:pt x="26" y="551"/>
                </a:cubicBezTo>
                <a:cubicBezTo>
                  <a:pt x="39" y="556"/>
                  <a:pt x="113" y="566"/>
                  <a:pt x="129" y="570"/>
                </a:cubicBezTo>
                <a:cubicBezTo>
                  <a:pt x="144" y="573"/>
                  <a:pt x="261" y="589"/>
                  <a:pt x="284" y="595"/>
                </a:cubicBezTo>
                <a:cubicBezTo>
                  <a:pt x="307" y="601"/>
                  <a:pt x="358" y="608"/>
                  <a:pt x="365" y="611"/>
                </a:cubicBezTo>
                <a:cubicBezTo>
                  <a:pt x="371" y="614"/>
                  <a:pt x="395" y="627"/>
                  <a:pt x="401" y="629"/>
                </a:cubicBezTo>
                <a:cubicBezTo>
                  <a:pt x="407" y="630"/>
                  <a:pt x="418" y="648"/>
                  <a:pt x="426" y="653"/>
                </a:cubicBezTo>
                <a:cubicBezTo>
                  <a:pt x="412" y="658"/>
                  <a:pt x="391" y="675"/>
                  <a:pt x="383" y="679"/>
                </a:cubicBezTo>
                <a:cubicBezTo>
                  <a:pt x="375" y="683"/>
                  <a:pt x="257" y="752"/>
                  <a:pt x="249" y="759"/>
                </a:cubicBezTo>
                <a:cubicBezTo>
                  <a:pt x="240" y="766"/>
                  <a:pt x="213" y="777"/>
                  <a:pt x="206" y="785"/>
                </a:cubicBezTo>
                <a:cubicBezTo>
                  <a:pt x="188" y="790"/>
                  <a:pt x="155" y="806"/>
                  <a:pt x="146" y="813"/>
                </a:cubicBezTo>
                <a:cubicBezTo>
                  <a:pt x="130" y="819"/>
                  <a:pt x="85" y="827"/>
                  <a:pt x="77" y="830"/>
                </a:cubicBezTo>
                <a:cubicBezTo>
                  <a:pt x="68" y="833"/>
                  <a:pt x="61" y="839"/>
                  <a:pt x="68" y="844"/>
                </a:cubicBezTo>
                <a:cubicBezTo>
                  <a:pt x="48" y="847"/>
                  <a:pt x="20" y="852"/>
                  <a:pt x="33" y="855"/>
                </a:cubicBezTo>
                <a:cubicBezTo>
                  <a:pt x="47" y="858"/>
                  <a:pt x="140" y="857"/>
                  <a:pt x="216" y="849"/>
                </a:cubicBezTo>
                <a:cubicBezTo>
                  <a:pt x="292" y="841"/>
                  <a:pt x="359" y="828"/>
                  <a:pt x="406" y="815"/>
                </a:cubicBezTo>
                <a:cubicBezTo>
                  <a:pt x="464" y="800"/>
                  <a:pt x="546" y="772"/>
                  <a:pt x="558" y="766"/>
                </a:cubicBezTo>
                <a:cubicBezTo>
                  <a:pt x="574" y="759"/>
                  <a:pt x="647" y="733"/>
                  <a:pt x="640" y="701"/>
                </a:cubicBezTo>
                <a:cubicBezTo>
                  <a:pt x="668" y="682"/>
                  <a:pt x="688" y="695"/>
                  <a:pt x="710" y="690"/>
                </a:cubicBezTo>
                <a:cubicBezTo>
                  <a:pt x="725" y="686"/>
                  <a:pt x="754" y="674"/>
                  <a:pt x="765" y="665"/>
                </a:cubicBezTo>
                <a:cubicBezTo>
                  <a:pt x="770" y="660"/>
                  <a:pt x="778" y="661"/>
                  <a:pt x="781" y="664"/>
                </a:cubicBezTo>
                <a:cubicBezTo>
                  <a:pt x="786" y="670"/>
                  <a:pt x="788" y="661"/>
                  <a:pt x="784" y="655"/>
                </a:cubicBezTo>
                <a:cubicBezTo>
                  <a:pt x="780" y="649"/>
                  <a:pt x="779" y="653"/>
                  <a:pt x="778" y="642"/>
                </a:cubicBezTo>
                <a:cubicBezTo>
                  <a:pt x="778" y="635"/>
                  <a:pt x="766" y="608"/>
                  <a:pt x="753" y="596"/>
                </a:cubicBezTo>
                <a:cubicBezTo>
                  <a:pt x="740" y="584"/>
                  <a:pt x="709" y="571"/>
                  <a:pt x="690" y="569"/>
                </a:cubicBezTo>
                <a:cubicBezTo>
                  <a:pt x="670" y="567"/>
                  <a:pt x="670" y="571"/>
                  <a:pt x="664" y="563"/>
                </a:cubicBezTo>
                <a:cubicBezTo>
                  <a:pt x="658" y="555"/>
                  <a:pt x="658" y="551"/>
                  <a:pt x="657" y="542"/>
                </a:cubicBezTo>
                <a:cubicBezTo>
                  <a:pt x="682" y="537"/>
                  <a:pt x="689" y="512"/>
                  <a:pt x="689" y="499"/>
                </a:cubicBezTo>
                <a:cubicBezTo>
                  <a:pt x="689" y="486"/>
                  <a:pt x="672" y="406"/>
                  <a:pt x="640" y="370"/>
                </a:cubicBezTo>
                <a:cubicBezTo>
                  <a:pt x="607" y="334"/>
                  <a:pt x="559" y="271"/>
                  <a:pt x="521" y="233"/>
                </a:cubicBezTo>
                <a:cubicBezTo>
                  <a:pt x="482" y="196"/>
                  <a:pt x="414" y="137"/>
                  <a:pt x="379" y="111"/>
                </a:cubicBezTo>
                <a:cubicBezTo>
                  <a:pt x="345" y="84"/>
                  <a:pt x="284" y="34"/>
                  <a:pt x="268" y="1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1458" tIns="30732" rIns="61458" bIns="30732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76" name="TextBox 1075"/>
          <p:cNvSpPr txBox="1"/>
          <p:nvPr/>
        </p:nvSpPr>
        <p:spPr>
          <a:xfrm>
            <a:off x="557911" y="380404"/>
            <a:ext cx="190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一、背景介绍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8882778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1976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1976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 tmFilter="0, 0; .2, .5; .8, .5; 1, 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500" autoRev="1" fill="hold"/>
                                        <p:tgtEl>
                                          <p:spTgt spid="1976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 tmFilter="0, 0; .2, .5; .8, .5; 1, 0"/>
                                        <p:tgtEl>
                                          <p:spTgt spid="1976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500" autoRev="1" fill="hold"/>
                                        <p:tgtEl>
                                          <p:spTgt spid="1976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600" tmFilter="0, 0; .2, .5; .8, .5; 1, 0"/>
                                        <p:tgtEl>
                                          <p:spTgt spid="1976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300" autoRev="1" fill="hold"/>
                                        <p:tgtEl>
                                          <p:spTgt spid="1976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repeatCount="indefinite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 tmFilter="0, 0; .2, .5; .8, .5; 1, 0"/>
                                        <p:tgtEl>
                                          <p:spTgt spid="1976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500" autoRev="1" fill="hold"/>
                                        <p:tgtEl>
                                          <p:spTgt spid="1976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 tmFilter="0, 0; .2, .5; .8, .5; 1, 0"/>
                                        <p:tgtEl>
                                          <p:spTgt spid="1976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500" autoRev="1" fill="hold"/>
                                        <p:tgtEl>
                                          <p:spTgt spid="1976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600" tmFilter="0, 0; .2, .5; .8, .5; 1, 0"/>
                                        <p:tgtEl>
                                          <p:spTgt spid="1976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300" autoRev="1" fill="hold"/>
                                        <p:tgtEl>
                                          <p:spTgt spid="1976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 tmFilter="0, 0; .2, .5; .8, .5; 1, 0"/>
                                        <p:tgtEl>
                                          <p:spTgt spid="1976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500" autoRev="1" fill="hold"/>
                                        <p:tgtEl>
                                          <p:spTgt spid="1976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600" tmFilter="0, 0; .2, .5; .8, .5; 1, 0"/>
                                        <p:tgtEl>
                                          <p:spTgt spid="1976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300" autoRev="1" fill="hold"/>
                                        <p:tgtEl>
                                          <p:spTgt spid="1976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6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 tmFilter="0, 0; .2, .5; .8, .5; 1, 0"/>
                                        <p:tgtEl>
                                          <p:spTgt spid="1976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500" autoRev="1" fill="hold"/>
                                        <p:tgtEl>
                                          <p:spTgt spid="1976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6" presetClass="emp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 tmFilter="0, 0; .2, .5; .8, .5; 1, 0"/>
                                        <p:tgtEl>
                                          <p:spTgt spid="1976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500" autoRev="1" fill="hold"/>
                                        <p:tgtEl>
                                          <p:spTgt spid="1976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 tmFilter="0, 0; .2, .5; .8, .5; 1, 0"/>
                                        <p:tgtEl>
                                          <p:spTgt spid="1976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500" autoRev="1" fill="hold"/>
                                        <p:tgtEl>
                                          <p:spTgt spid="1976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 tmFilter="0, 0; .2, .5; .8, .5; 1, 0"/>
                                        <p:tgtEl>
                                          <p:spTgt spid="1976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500" autoRev="1" fill="hold"/>
                                        <p:tgtEl>
                                          <p:spTgt spid="1976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600" tmFilter="0, 0; .2, .5; .8, .5; 1, 0"/>
                                        <p:tgtEl>
                                          <p:spTgt spid="1976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300" autoRev="1" fill="hold"/>
                                        <p:tgtEl>
                                          <p:spTgt spid="1976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 tmFilter="0, 0; .2, .5; .8, .5; 1, 0"/>
                                        <p:tgtEl>
                                          <p:spTgt spid="1976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500" autoRev="1" fill="hold"/>
                                        <p:tgtEl>
                                          <p:spTgt spid="1976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26" presetClass="emp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 tmFilter="0, 0; .2, .5; .8, .5; 1, 0"/>
                                        <p:tgtEl>
                                          <p:spTgt spid="1976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500" autoRev="1" fill="hold"/>
                                        <p:tgtEl>
                                          <p:spTgt spid="1976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 tmFilter="0, 0; .2, .5; .8, .5; 1, 0"/>
                                        <p:tgtEl>
                                          <p:spTgt spid="1976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500" autoRev="1" fill="hold"/>
                                        <p:tgtEl>
                                          <p:spTgt spid="1976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 tmFilter="0, 0; .2, .5; .8, .5; 1, 0"/>
                                        <p:tgtEl>
                                          <p:spTgt spid="1976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500" autoRev="1" fill="hold"/>
                                        <p:tgtEl>
                                          <p:spTgt spid="1976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 tmFilter="0, 0; .2, .5; .8, .5; 1, 0"/>
                                        <p:tgtEl>
                                          <p:spTgt spid="1976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500" autoRev="1" fill="hold"/>
                                        <p:tgtEl>
                                          <p:spTgt spid="1976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 tmFilter="0, 0; .2, .5; .8, .5; 1, 0"/>
                                        <p:tgtEl>
                                          <p:spTgt spid="1976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500" autoRev="1" fill="hold"/>
                                        <p:tgtEl>
                                          <p:spTgt spid="1976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mp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00" tmFilter="0, 0; .2, .5; .8, .5; 1, 0"/>
                                        <p:tgtEl>
                                          <p:spTgt spid="1976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500" autoRev="1" fill="hold"/>
                                        <p:tgtEl>
                                          <p:spTgt spid="1976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1000" tmFilter="0, 0; .2, .5; .8, .5; 1, 0"/>
                                        <p:tgtEl>
                                          <p:spTgt spid="1976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500" autoRev="1" fill="hold"/>
                                        <p:tgtEl>
                                          <p:spTgt spid="1976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 tmFilter="0, 0; .2, .5; .8, .5; 1, 0"/>
                                        <p:tgtEl>
                                          <p:spTgt spid="1977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500" autoRev="1" fill="hold"/>
                                        <p:tgtEl>
                                          <p:spTgt spid="1977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 tmFilter="0, 0; .2, .5; .8, .5; 1, 0"/>
                                        <p:tgtEl>
                                          <p:spTgt spid="1977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500" autoRev="1" fill="hold"/>
                                        <p:tgtEl>
                                          <p:spTgt spid="1977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6" presetClass="emph" presetSubtype="0" repeatCount="indefinite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0" tmFilter="0, 0; .2, .5; .8, .5; 1, 0"/>
                                        <p:tgtEl>
                                          <p:spTgt spid="1977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500" autoRev="1" fill="hold"/>
                                        <p:tgtEl>
                                          <p:spTgt spid="1977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 tmFilter="0, 0; .2, .5; .8, .5; 1, 0"/>
                                        <p:tgtEl>
                                          <p:spTgt spid="1977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500" autoRev="1" fill="hold"/>
                                        <p:tgtEl>
                                          <p:spTgt spid="1977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6" presetClass="emp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 tmFilter="0, 0; .2, .5; .8, .5; 1, 0"/>
                                        <p:tgtEl>
                                          <p:spTgt spid="1977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500" autoRev="1" fill="hold"/>
                                        <p:tgtEl>
                                          <p:spTgt spid="1977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26" presetClass="emp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 tmFilter="0, 0; .2, .5; .8, .5; 1, 0"/>
                                        <p:tgtEl>
                                          <p:spTgt spid="1977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500" autoRev="1" fill="hold"/>
                                        <p:tgtEl>
                                          <p:spTgt spid="1977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6" presetClass="emph" presetSubtype="0" repeatCount="indefinite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1500" tmFilter="0, 0; .2, .5; .8, .5; 1, 0"/>
                                        <p:tgtEl>
                                          <p:spTgt spid="1977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750" autoRev="1" fill="hold"/>
                                        <p:tgtEl>
                                          <p:spTgt spid="1977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1000" tmFilter="0, 0; .2, .5; .8, .5; 1, 0"/>
                                        <p:tgtEl>
                                          <p:spTgt spid="1977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500" autoRev="1" fill="hold"/>
                                        <p:tgtEl>
                                          <p:spTgt spid="1977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1500" tmFilter="0, 0; .2, .5; .8, .5; 1, 0"/>
                                        <p:tgtEl>
                                          <p:spTgt spid="1977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750" autoRev="1" fill="hold"/>
                                        <p:tgtEl>
                                          <p:spTgt spid="1977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26" presetClass="emp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1000" tmFilter="0, 0; .2, .5; .8, .5; 1, 0"/>
                                        <p:tgtEl>
                                          <p:spTgt spid="1977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0" dur="500" autoRev="1" fill="hold"/>
                                        <p:tgtEl>
                                          <p:spTgt spid="1977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1000" tmFilter="0, 0; .2, .5; .8, .5; 1, 0"/>
                                        <p:tgtEl>
                                          <p:spTgt spid="1977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500" autoRev="1" fill="hold"/>
                                        <p:tgtEl>
                                          <p:spTgt spid="1977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4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1500" tmFilter="0, 0; .2, .5; .8, .5; 1, 0"/>
                                        <p:tgtEl>
                                          <p:spTgt spid="1977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750" autoRev="1" fill="hold"/>
                                        <p:tgtEl>
                                          <p:spTgt spid="1977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000" tmFilter="0, 0; .2, .5; .8, .5; 1, 0"/>
                                        <p:tgtEl>
                                          <p:spTgt spid="1977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9" dur="500" autoRev="1" fill="hold"/>
                                        <p:tgtEl>
                                          <p:spTgt spid="1977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0" presetID="26" presetClass="emp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 tmFilter="0, 0; .2, .5; .8, .5; 1, 0"/>
                                        <p:tgtEl>
                                          <p:spTgt spid="1977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500" autoRev="1" fill="hold"/>
                                        <p:tgtEl>
                                          <p:spTgt spid="1977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26" presetClass="emph" presetSubtype="0" repeatCount="indefinite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500" tmFilter="0, 0; .2, .5; .8, .5; 1, 0"/>
                                        <p:tgtEl>
                                          <p:spTgt spid="1977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750" autoRev="1" fill="hold"/>
                                        <p:tgtEl>
                                          <p:spTgt spid="1977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000" tmFilter="0, 0; .2, .5; .8, .5; 1, 0"/>
                                        <p:tgtEl>
                                          <p:spTgt spid="1977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500" autoRev="1" fill="hold"/>
                                        <p:tgtEl>
                                          <p:spTgt spid="1977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26" presetClass="emp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000" tmFilter="0, 0; .2, .5; .8, .5; 1, 0"/>
                                        <p:tgtEl>
                                          <p:spTgt spid="1977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500" autoRev="1" fill="hold"/>
                                        <p:tgtEl>
                                          <p:spTgt spid="1977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" presetID="26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1000" tmFilter="0, 0; .2, .5; .8, .5; 1, 0"/>
                                        <p:tgtEl>
                                          <p:spTgt spid="1977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500" autoRev="1" fill="hold"/>
                                        <p:tgtEl>
                                          <p:spTgt spid="1977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 tmFilter="0, 0; .2, .5; .8, .5; 1, 0"/>
                                        <p:tgtEl>
                                          <p:spTgt spid="1977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" dur="500" autoRev="1" fill="hold"/>
                                        <p:tgtEl>
                                          <p:spTgt spid="1977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" presetID="26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1000" tmFilter="0, 0; .2, .5; .8, .5; 1, 0"/>
                                        <p:tgtEl>
                                          <p:spTgt spid="1977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500" autoRev="1" fill="hold"/>
                                        <p:tgtEl>
                                          <p:spTgt spid="1977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26" presetClass="emph" presetSubtype="0" repeatCount="indefinite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1300" tmFilter="0, 0; .2, .5; .8, .5; 1, 0"/>
                                        <p:tgtEl>
                                          <p:spTgt spid="1977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650" autoRev="1" fill="hold"/>
                                        <p:tgtEl>
                                          <p:spTgt spid="1977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1000" tmFilter="0, 0; .2, .5; .8, .5; 1, 0"/>
                                        <p:tgtEl>
                                          <p:spTgt spid="1977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" dur="500" autoRev="1" fill="hold"/>
                                        <p:tgtEl>
                                          <p:spTgt spid="1977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1000" tmFilter="0, 0; .2, .5; .8, .5; 1, 0"/>
                                        <p:tgtEl>
                                          <p:spTgt spid="1977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9" dur="500" autoRev="1" fill="hold"/>
                                        <p:tgtEl>
                                          <p:spTgt spid="1977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1500" tmFilter="0, 0; .2, .5; .8, .5; 1, 0"/>
                                        <p:tgtEl>
                                          <p:spTgt spid="1977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2" dur="750" autoRev="1" fill="hold"/>
                                        <p:tgtEl>
                                          <p:spTgt spid="1977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3" presetID="26" presetClass="emph" presetSubtype="0" repeatCount="indefinite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1300" tmFilter="0, 0; .2, .5; .8, .5; 1, 0"/>
                                        <p:tgtEl>
                                          <p:spTgt spid="1977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5" dur="650" autoRev="1" fill="hold"/>
                                        <p:tgtEl>
                                          <p:spTgt spid="1977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6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1000" tmFilter="0, 0; .2, .5; .8, .5; 1, 0"/>
                                        <p:tgtEl>
                                          <p:spTgt spid="1977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8" dur="500" autoRev="1" fill="hold"/>
                                        <p:tgtEl>
                                          <p:spTgt spid="1977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00" tmFilter="0, 0; .2, .5; .8, .5; 1, 0"/>
                                        <p:tgtEl>
                                          <p:spTgt spid="1977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500" autoRev="1" fill="hold"/>
                                        <p:tgtEl>
                                          <p:spTgt spid="1977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26" presetClass="emph" presetSubtype="0" repeatCount="indefinite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1300" tmFilter="0, 0; .2, .5; .8, .5; 1, 0"/>
                                        <p:tgtEl>
                                          <p:spTgt spid="1977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4" dur="650" autoRev="1" fill="hold"/>
                                        <p:tgtEl>
                                          <p:spTgt spid="1977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1500" tmFilter="0, 0; .2, .5; .8, .5; 1, 0"/>
                                        <p:tgtEl>
                                          <p:spTgt spid="1977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7" dur="750" autoRev="1" fill="hold"/>
                                        <p:tgtEl>
                                          <p:spTgt spid="1977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1000" tmFilter="0, 0; .2, .5; .8, .5; 1, 0"/>
                                        <p:tgtEl>
                                          <p:spTgt spid="1977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0" dur="500" autoRev="1" fill="hold"/>
                                        <p:tgtEl>
                                          <p:spTgt spid="1977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1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1000" tmFilter="0, 0; .2, .5; .8, .5; 1, 0"/>
                                        <p:tgtEl>
                                          <p:spTgt spid="1977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3" dur="500" autoRev="1" fill="hold"/>
                                        <p:tgtEl>
                                          <p:spTgt spid="1977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1000" tmFilter="0, 0; .2, .5; .8, .5; 1, 0"/>
                                        <p:tgtEl>
                                          <p:spTgt spid="1977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6" dur="500" autoRev="1" fill="hold"/>
                                        <p:tgtEl>
                                          <p:spTgt spid="1977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26" presetClass="emp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1000" tmFilter="0, 0; .2, .5; .8, .5; 1, 0"/>
                                        <p:tgtEl>
                                          <p:spTgt spid="1977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9" dur="500" autoRev="1" fill="hold"/>
                                        <p:tgtEl>
                                          <p:spTgt spid="1977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0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1000" tmFilter="0, 0; .2, .5; .8, .5; 1, 0"/>
                                        <p:tgtEl>
                                          <p:spTgt spid="1977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2" dur="500" autoRev="1" fill="hold"/>
                                        <p:tgtEl>
                                          <p:spTgt spid="1977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26" presetClass="emp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1000" tmFilter="0, 0; .2, .5; .8, .5; 1, 0"/>
                                        <p:tgtEl>
                                          <p:spTgt spid="1978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5" dur="500" autoRev="1" fill="hold"/>
                                        <p:tgtEl>
                                          <p:spTgt spid="1978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6" presetID="26" presetClass="emph" presetSubtype="0" repeatCount="indefinite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1500" tmFilter="0, 0; .2, .5; .8, .5; 1, 0"/>
                                        <p:tgtEl>
                                          <p:spTgt spid="1978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8" dur="750" autoRev="1" fill="hold"/>
                                        <p:tgtEl>
                                          <p:spTgt spid="1978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1000" tmFilter="0, 0; .2, .5; .8, .5; 1, 0"/>
                                        <p:tgtEl>
                                          <p:spTgt spid="1978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1" dur="500" autoRev="1" fill="hold"/>
                                        <p:tgtEl>
                                          <p:spTgt spid="1978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2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600" tmFilter="0, 0; .2, .5; .8, .5; 1, 0"/>
                                        <p:tgtEl>
                                          <p:spTgt spid="1978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4" dur="300" autoRev="1" fill="hold"/>
                                        <p:tgtEl>
                                          <p:spTgt spid="1978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5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600" tmFilter="0, 0; .2, .5; .8, .5; 1, 0"/>
                                        <p:tgtEl>
                                          <p:spTgt spid="1978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7" dur="300" autoRev="1" fill="hold"/>
                                        <p:tgtEl>
                                          <p:spTgt spid="1978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8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600" tmFilter="0, 0; .2, .5; .8, .5; 1, 0"/>
                                        <p:tgtEl>
                                          <p:spTgt spid="1978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0" dur="300" autoRev="1" fill="hold"/>
                                        <p:tgtEl>
                                          <p:spTgt spid="1978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1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1000" tmFilter="0, 0; .2, .5; .8, .5; 1, 0"/>
                                        <p:tgtEl>
                                          <p:spTgt spid="1978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3" dur="500" autoRev="1" fill="hold"/>
                                        <p:tgtEl>
                                          <p:spTgt spid="1978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4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600" tmFilter="0, 0; .2, .5; .8, .5; 1, 0"/>
                                        <p:tgtEl>
                                          <p:spTgt spid="1978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6" dur="300" autoRev="1" fill="hold"/>
                                        <p:tgtEl>
                                          <p:spTgt spid="1978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7" presetID="26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1000" tmFilter="0, 0; .2, .5; .8, .5; 1, 0"/>
                                        <p:tgtEl>
                                          <p:spTgt spid="1978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9" dur="500" autoRev="1" fill="hold"/>
                                        <p:tgtEl>
                                          <p:spTgt spid="1978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0" presetID="26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1000" tmFilter="0, 0; .2, .5; .8, .5; 1, 0"/>
                                        <p:tgtEl>
                                          <p:spTgt spid="1978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2" dur="500" autoRev="1" fill="hold"/>
                                        <p:tgtEl>
                                          <p:spTgt spid="1978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3" presetID="26" presetClass="emph" presetSubtype="0" repeatCount="indefinite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1300" tmFilter="0, 0; .2, .5; .8, .5; 1, 0"/>
                                        <p:tgtEl>
                                          <p:spTgt spid="1978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5" dur="650" autoRev="1" fill="hold"/>
                                        <p:tgtEl>
                                          <p:spTgt spid="1978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6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1500" tmFilter="0, 0; .2, .5; .8, .5; 1, 0"/>
                                        <p:tgtEl>
                                          <p:spTgt spid="1978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8" dur="750" autoRev="1" fill="hold"/>
                                        <p:tgtEl>
                                          <p:spTgt spid="1978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1000" tmFilter="0, 0; .2, .5; .8, .5; 1, 0"/>
                                        <p:tgtEl>
                                          <p:spTgt spid="1978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1" dur="500" autoRev="1" fill="hold"/>
                                        <p:tgtEl>
                                          <p:spTgt spid="1978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2" presetID="26" presetClass="emph" presetSubtype="0" repeatCount="indefinite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1300" tmFilter="0, 0; .2, .5; .8, .5; 1, 0"/>
                                        <p:tgtEl>
                                          <p:spTgt spid="1978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4" dur="650" autoRev="1" fill="hold"/>
                                        <p:tgtEl>
                                          <p:spTgt spid="1978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1000" tmFilter="0, 0; .2, .5; .8, .5; 1, 0"/>
                                        <p:tgtEl>
                                          <p:spTgt spid="1978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7" dur="500" autoRev="1" fill="hold"/>
                                        <p:tgtEl>
                                          <p:spTgt spid="1978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1000" tmFilter="0, 0; .2, .5; .8, .5; 1, 0"/>
                                        <p:tgtEl>
                                          <p:spTgt spid="1978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0" dur="500" autoRev="1" fill="hold"/>
                                        <p:tgtEl>
                                          <p:spTgt spid="1978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1" presetID="26" presetClass="emph" presetSubtype="0" repeatCount="indefinite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1300" tmFilter="0, 0; .2, .5; .8, .5; 1, 0"/>
                                        <p:tgtEl>
                                          <p:spTgt spid="1978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3" dur="650" autoRev="1" fill="hold"/>
                                        <p:tgtEl>
                                          <p:spTgt spid="1978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1500" tmFilter="0, 0; .2, .5; .8, .5; 1, 0"/>
                                        <p:tgtEl>
                                          <p:spTgt spid="1978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6" dur="750" autoRev="1" fill="hold"/>
                                        <p:tgtEl>
                                          <p:spTgt spid="1978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7" presetID="26" presetClass="emph" presetSubtype="0" repeatCount="indefinite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1300" tmFilter="0, 0; .2, .5; .8, .5; 1, 0"/>
                                        <p:tgtEl>
                                          <p:spTgt spid="1978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9" dur="650" autoRev="1" fill="hold"/>
                                        <p:tgtEl>
                                          <p:spTgt spid="1978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1000" tmFilter="0, 0; .2, .5; .8, .5; 1, 0"/>
                                        <p:tgtEl>
                                          <p:spTgt spid="1978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2" dur="500" autoRev="1" fill="hold"/>
                                        <p:tgtEl>
                                          <p:spTgt spid="1978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 tmFilter="0, 0; .2, .5; .8, .5; 1, 0"/>
                                        <p:tgtEl>
                                          <p:spTgt spid="1978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5" dur="1000" autoRev="1" fill="hold"/>
                                        <p:tgtEl>
                                          <p:spTgt spid="1978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6" presetID="26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1500" tmFilter="0, 0; .2, .5; .8, .5; 1, 0"/>
                                        <p:tgtEl>
                                          <p:spTgt spid="1978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8" dur="750" autoRev="1" fill="hold"/>
                                        <p:tgtEl>
                                          <p:spTgt spid="1978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1000" tmFilter="0, 0; .2, .5; .8, .5; 1, 0"/>
                                        <p:tgtEl>
                                          <p:spTgt spid="1978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1" dur="500" autoRev="1" fill="hold"/>
                                        <p:tgtEl>
                                          <p:spTgt spid="1978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2" presetID="26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1600" tmFilter="0, 0; .2, .5; .8, .5; 1, 0"/>
                                        <p:tgtEl>
                                          <p:spTgt spid="1978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4" dur="800" autoRev="1" fill="hold"/>
                                        <p:tgtEl>
                                          <p:spTgt spid="1978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5" presetID="26" presetClass="emph" presetSubtype="0" repeatCount="indefinite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1000" tmFilter="0, 0; .2, .5; .8, .5; 1, 0"/>
                                        <p:tgtEl>
                                          <p:spTgt spid="1978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7" dur="500" autoRev="1" fill="hold"/>
                                        <p:tgtEl>
                                          <p:spTgt spid="1978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1000" tmFilter="0, 0; .2, .5; .8, .5; 1, 0"/>
                                        <p:tgtEl>
                                          <p:spTgt spid="1978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0" dur="500" autoRev="1" fill="hold"/>
                                        <p:tgtEl>
                                          <p:spTgt spid="1978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1000" tmFilter="0, 0; .2, .5; .8, .5; 1, 0"/>
                                        <p:tgtEl>
                                          <p:spTgt spid="1978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3" dur="500" autoRev="1" fill="hold"/>
                                        <p:tgtEl>
                                          <p:spTgt spid="1978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4" presetID="26" presetClass="emph" presetSubtype="0" repeatCount="indefinite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1500" tmFilter="0, 0; .2, .5; .8, .5; 1, 0"/>
                                        <p:tgtEl>
                                          <p:spTgt spid="1978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6" dur="750" autoRev="1" fill="hold"/>
                                        <p:tgtEl>
                                          <p:spTgt spid="1978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1000" tmFilter="0, 0; .2, .5; .8, .5; 1, 0"/>
                                        <p:tgtEl>
                                          <p:spTgt spid="1978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9" dur="500" autoRev="1" fill="hold"/>
                                        <p:tgtEl>
                                          <p:spTgt spid="1978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0" presetID="26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1400" tmFilter="0, 0; .2, .5; .8, .5; 1, 0"/>
                                        <p:tgtEl>
                                          <p:spTgt spid="1978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2" dur="700" autoRev="1" fill="hold"/>
                                        <p:tgtEl>
                                          <p:spTgt spid="1978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1000" tmFilter="0, 0; .2, .5; .8, .5; 1, 0"/>
                                        <p:tgtEl>
                                          <p:spTgt spid="1978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5" dur="500" autoRev="1" fill="hold"/>
                                        <p:tgtEl>
                                          <p:spTgt spid="1978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6" presetID="26" presetClass="emph" presetSubtype="0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1000" tmFilter="0, 0; .2, .5; .8, .5; 1, 0"/>
                                        <p:tgtEl>
                                          <p:spTgt spid="1978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8" dur="500" autoRev="1" fill="hold"/>
                                        <p:tgtEl>
                                          <p:spTgt spid="1978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9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1000" tmFilter="0, 0; .2, .5; .8, .5; 1, 0"/>
                                        <p:tgtEl>
                                          <p:spTgt spid="1978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1" dur="500" autoRev="1" fill="hold"/>
                                        <p:tgtEl>
                                          <p:spTgt spid="1978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2" presetID="26" presetClass="emph" presetSubtype="0" repeatCount="indefinite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1000" tmFilter="0, 0; .2, .5; .8, .5; 1, 0"/>
                                        <p:tgtEl>
                                          <p:spTgt spid="1978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4" dur="500" autoRev="1" fill="hold"/>
                                        <p:tgtEl>
                                          <p:spTgt spid="1978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5" presetID="26" presetClass="emph" presetSubtype="0" repeatCount="indefinite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1300" tmFilter="0, 0; .2, .5; .8, .5; 1, 0"/>
                                        <p:tgtEl>
                                          <p:spTgt spid="19789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7" dur="650" autoRev="1" fill="hold"/>
                                        <p:tgtEl>
                                          <p:spTgt spid="19789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8" presetID="26" presetClass="emph" presetSubtype="0" repeatCount="indefinite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1300" tmFilter="0, 0; .2, .5; .8, .5; 1, 0"/>
                                        <p:tgtEl>
                                          <p:spTgt spid="1978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0" dur="650" autoRev="1" fill="hold"/>
                                        <p:tgtEl>
                                          <p:spTgt spid="1978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1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2" dur="1000" tmFilter="0, 0; .2, .5; .8, .5; 1, 0"/>
                                        <p:tgtEl>
                                          <p:spTgt spid="1978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3" dur="500" autoRev="1" fill="hold"/>
                                        <p:tgtEl>
                                          <p:spTgt spid="19789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4" presetID="26" presetClass="emph" presetSubtype="0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1000" tmFilter="0, 0; .2, .5; .8, .5; 1, 0"/>
                                        <p:tgtEl>
                                          <p:spTgt spid="1978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6" dur="500" autoRev="1" fill="hold"/>
                                        <p:tgtEl>
                                          <p:spTgt spid="1978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7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8" dur="1000" tmFilter="0, 0; .2, .5; .8, .5; 1, 0"/>
                                        <p:tgtEl>
                                          <p:spTgt spid="1979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9" dur="500" autoRev="1" fill="hold"/>
                                        <p:tgtEl>
                                          <p:spTgt spid="1979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0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1000" tmFilter="0, 0; .2, .5; .8, .5; 1, 0"/>
                                        <p:tgtEl>
                                          <p:spTgt spid="19790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2" dur="500" autoRev="1" fill="hold"/>
                                        <p:tgtEl>
                                          <p:spTgt spid="19790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3" presetID="26" presetClass="emph" presetSubtype="0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4" dur="1000" tmFilter="0, 0; .2, .5; .8, .5; 1, 0"/>
                                        <p:tgtEl>
                                          <p:spTgt spid="1979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5" dur="500" autoRev="1" fill="hold"/>
                                        <p:tgtEl>
                                          <p:spTgt spid="1979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6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1000" tmFilter="0, 0; .2, .5; .8, .5; 1, 0"/>
                                        <p:tgtEl>
                                          <p:spTgt spid="1979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8" dur="500" autoRev="1" fill="hold"/>
                                        <p:tgtEl>
                                          <p:spTgt spid="1979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9" presetID="26" presetClass="emph" presetSubtype="0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1000" tmFilter="0, 0; .2, .5; .8, .5; 1, 0"/>
                                        <p:tgtEl>
                                          <p:spTgt spid="1979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1" dur="500" autoRev="1" fill="hold"/>
                                        <p:tgtEl>
                                          <p:spTgt spid="1979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2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1000" tmFilter="0, 0; .2, .5; .8, .5; 1, 0"/>
                                        <p:tgtEl>
                                          <p:spTgt spid="19790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4" dur="500" autoRev="1" fill="hold"/>
                                        <p:tgtEl>
                                          <p:spTgt spid="19790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1000" tmFilter="0, 0; .2, .5; .8, .5; 1, 0"/>
                                        <p:tgtEl>
                                          <p:spTgt spid="1979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7" dur="500" autoRev="1" fill="hold"/>
                                        <p:tgtEl>
                                          <p:spTgt spid="1979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8" presetID="26" presetClass="emph" presetSubtype="0" repeatCount="indefinite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1000" tmFilter="0, 0; .2, .5; .8, .5; 1, 0"/>
                                        <p:tgtEl>
                                          <p:spTgt spid="19790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0" dur="500" autoRev="1" fill="hold"/>
                                        <p:tgtEl>
                                          <p:spTgt spid="19790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1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1000" tmFilter="0, 0; .2, .5; .8, .5; 1, 0"/>
                                        <p:tgtEl>
                                          <p:spTgt spid="19790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3" dur="500" autoRev="1" fill="hold"/>
                                        <p:tgtEl>
                                          <p:spTgt spid="19790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4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5" dur="1000" tmFilter="0, 0; .2, .5; .8, .5; 1, 0"/>
                                        <p:tgtEl>
                                          <p:spTgt spid="1979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6" dur="500" autoRev="1" fill="hold"/>
                                        <p:tgtEl>
                                          <p:spTgt spid="1979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7" presetID="26" presetClass="emph" presetSubtype="0" repeatCount="indefinite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8" dur="1000" tmFilter="0, 0; .2, .5; .8, .5; 1, 0"/>
                                        <p:tgtEl>
                                          <p:spTgt spid="1979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9" dur="500" autoRev="1" fill="hold"/>
                                        <p:tgtEl>
                                          <p:spTgt spid="1979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0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1" dur="2000" tmFilter="0, 0; .2, .5; .8, .5; 1, 0"/>
                                        <p:tgtEl>
                                          <p:spTgt spid="1979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2" dur="1000" autoRev="1" fill="hold"/>
                                        <p:tgtEl>
                                          <p:spTgt spid="1979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3" presetID="26" presetClass="emph" presetSubtype="0" repeatCount="indefinite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4" dur="1000" tmFilter="0, 0; .2, .5; .8, .5; 1, 0"/>
                                        <p:tgtEl>
                                          <p:spTgt spid="1979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5" dur="500" autoRev="1" fill="hold"/>
                                        <p:tgtEl>
                                          <p:spTgt spid="1979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6" presetID="26" presetClass="emph" presetSubtype="0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1000" tmFilter="0, 0; .2, .5; .8, .5; 1, 0"/>
                                        <p:tgtEl>
                                          <p:spTgt spid="1979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8" dur="500" autoRev="1" fill="hold"/>
                                        <p:tgtEl>
                                          <p:spTgt spid="1979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9" presetID="26" presetClass="emph" presetSubtype="0" repeatCount="indefinite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1100" tmFilter="0, 0; .2, .5; .8, .5; 1, 0"/>
                                        <p:tgtEl>
                                          <p:spTgt spid="1979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1" dur="550" autoRev="1" fill="hold"/>
                                        <p:tgtEl>
                                          <p:spTgt spid="1979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2" presetID="26" presetClass="emph" presetSubtype="0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3" dur="1000" tmFilter="0, 0; .2, .5; .8, .5; 1, 0"/>
                                        <p:tgtEl>
                                          <p:spTgt spid="1979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4" dur="500" autoRev="1" fill="hold"/>
                                        <p:tgtEl>
                                          <p:spTgt spid="1979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6" dur="1500" tmFilter="0, 0; .2, .5; .8, .5; 1, 0"/>
                                        <p:tgtEl>
                                          <p:spTgt spid="1979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7" dur="750" autoRev="1" fill="hold"/>
                                        <p:tgtEl>
                                          <p:spTgt spid="1979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8" presetID="26" presetClass="emph" presetSubtype="0" repeatCount="indefinite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9" dur="1000" tmFilter="0, 0; .2, .5; .8, .5; 1, 0"/>
                                        <p:tgtEl>
                                          <p:spTgt spid="1979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0" dur="500" autoRev="1" fill="hold"/>
                                        <p:tgtEl>
                                          <p:spTgt spid="1979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1" presetID="26" presetClass="emph" presetSubtype="0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2" dur="1000" tmFilter="0, 0; .2, .5; .8, .5; 1, 0"/>
                                        <p:tgtEl>
                                          <p:spTgt spid="1979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3" dur="500" autoRev="1" fill="hold"/>
                                        <p:tgtEl>
                                          <p:spTgt spid="1979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4" presetID="26" presetClass="emph" presetSubtype="0" repeatCount="indefinite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5" dur="1500" tmFilter="0, 0; .2, .5; .8, .5; 1, 0"/>
                                        <p:tgtEl>
                                          <p:spTgt spid="1979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6" dur="750" autoRev="1" fill="hold"/>
                                        <p:tgtEl>
                                          <p:spTgt spid="1979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7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1000" tmFilter="0, 0; .2, .5; .8, .5; 1, 0"/>
                                        <p:tgtEl>
                                          <p:spTgt spid="1979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9" dur="500" autoRev="1" fill="hold"/>
                                        <p:tgtEl>
                                          <p:spTgt spid="1979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0" presetID="26" presetClass="emph" presetSubtype="0" repeatCount="indefinite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1100" tmFilter="0, 0; .2, .5; .8, .5; 1, 0"/>
                                        <p:tgtEl>
                                          <p:spTgt spid="1979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2" dur="550" autoRev="1" fill="hold"/>
                                        <p:tgtEl>
                                          <p:spTgt spid="1979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3" presetID="26" presetClass="emph" presetSubtype="0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1000" tmFilter="0, 0; .2, .5; .8, .5; 1, 0"/>
                                        <p:tgtEl>
                                          <p:spTgt spid="1979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5" dur="500" autoRev="1" fill="hold"/>
                                        <p:tgtEl>
                                          <p:spTgt spid="1979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6" presetID="26" presetClass="emph" presetSubtype="0" repeatCount="indefinite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1500" tmFilter="0, 0; .2, .5; .8, .5; 1, 0"/>
                                        <p:tgtEl>
                                          <p:spTgt spid="1979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8" dur="750" autoRev="1" fill="hold"/>
                                        <p:tgtEl>
                                          <p:spTgt spid="1979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9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0" dur="2000" tmFilter="0, 0; .2, .5; .8, .5; 1, 0"/>
                                        <p:tgtEl>
                                          <p:spTgt spid="1979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1" dur="1000" autoRev="1" fill="hold"/>
                                        <p:tgtEl>
                                          <p:spTgt spid="1979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2" presetID="26" presetClass="emph" presetSubtype="0" repeatCount="indefinite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900" tmFilter="0, 0; .2, .5; .8, .5; 1, 0"/>
                                        <p:tgtEl>
                                          <p:spTgt spid="1979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4" dur="450" autoRev="1" fill="hold"/>
                                        <p:tgtEl>
                                          <p:spTgt spid="1979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5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1000" tmFilter="0, 0; .2, .5; .8, .5; 1, 0"/>
                                        <p:tgtEl>
                                          <p:spTgt spid="1982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7" dur="500" autoRev="1" fill="hold"/>
                                        <p:tgtEl>
                                          <p:spTgt spid="1982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8" presetID="26" presetClass="emph" presetSubtype="0" repeatCount="indefinite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1300" tmFilter="0, 0; .2, .5; .8, .5; 1, 0"/>
                                        <p:tgtEl>
                                          <p:spTgt spid="1982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0" dur="650" autoRev="1" fill="hold"/>
                                        <p:tgtEl>
                                          <p:spTgt spid="1982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1" presetID="26" presetClass="emph" presetSubtype="0" repeatCount="indefinite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1500" tmFilter="0, 0; .2, .5; .8, .5; 1, 0"/>
                                        <p:tgtEl>
                                          <p:spTgt spid="1982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3" dur="750" autoRev="1" fill="hold"/>
                                        <p:tgtEl>
                                          <p:spTgt spid="1982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4" presetID="26" presetClass="emph" presetSubtype="0" repeatCount="indefinite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5" dur="1300" tmFilter="0, 0; .2, .5; .8, .5; 1, 0"/>
                                        <p:tgtEl>
                                          <p:spTgt spid="1982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6" dur="650" autoRev="1" fill="hold"/>
                                        <p:tgtEl>
                                          <p:spTgt spid="1982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7" presetID="26" presetClass="emph" presetSubtype="0" repeatCount="indefinite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8" dur="1500" tmFilter="0, 0; .2, .5; .8, .5; 1, 0"/>
                                        <p:tgtEl>
                                          <p:spTgt spid="1982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9" dur="750" autoRev="1" fill="hold"/>
                                        <p:tgtEl>
                                          <p:spTgt spid="1982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1" dur="1000" tmFilter="0, 0; .2, .5; .8, .5; 1, 0"/>
                                        <p:tgtEl>
                                          <p:spTgt spid="1982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2" dur="500" autoRev="1" fill="hold"/>
                                        <p:tgtEl>
                                          <p:spTgt spid="1982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83" presetID="26" presetClass="emph" presetSubtype="0" repeatCount="indefinite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4" dur="1500" tmFilter="0, 0; .2, .5; .8, .5; 1, 0"/>
                                        <p:tgtEl>
                                          <p:spTgt spid="1982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5" dur="750" autoRev="1" fill="hold"/>
                                        <p:tgtEl>
                                          <p:spTgt spid="1982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86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8" dur="700" fill="hold"/>
                                        <p:tgtEl>
                                          <p:spTgt spid="209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700" fill="hold"/>
                                        <p:tgtEl>
                                          <p:spTgt spid="209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700" fill="hold"/>
                                        <p:tgtEl>
                                          <p:spTgt spid="209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1" dur="700" fill="hold"/>
                                        <p:tgtEl>
                                          <p:spTgt spid="209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2" presetID="23" presetClass="entr" presetSubtype="52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4" dur="700" fill="hold"/>
                                        <p:tgtEl>
                                          <p:spTgt spid="209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5" dur="700" fill="hold"/>
                                        <p:tgtEl>
                                          <p:spTgt spid="209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700" fill="hold"/>
                                        <p:tgtEl>
                                          <p:spTgt spid="209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7" dur="700" fill="hold"/>
                                        <p:tgtEl>
                                          <p:spTgt spid="209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8" presetID="23" presetClass="entr" presetSubtype="52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209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500" fill="hold"/>
                                        <p:tgtEl>
                                          <p:spTgt spid="209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500" fill="hold"/>
                                        <p:tgtEl>
                                          <p:spTgt spid="209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00" fill="hold"/>
                                        <p:tgtEl>
                                          <p:spTgt spid="209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98"/>
                                            </p:cond>
                                          </p:stCondLst>
                                        </p:cTn>
                                        <p:tgtEl>
                                          <p:spTgt spid="20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0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23" presetClass="exit" presetSubtype="2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7" dur="300"/>
                                        <p:tgtEl>
                                          <p:spTgt spid="209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(6*min(max(ppt_w*ppt_h,.3),1)-7.4)/-.7*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300"/>
                                        <p:tgtEl>
                                          <p:spTgt spid="209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(6*min(max(ppt_w*ppt_h,.3),1)-7.4)/-.7*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300"/>
                                        <p:tgtEl>
                                          <p:spTgt spid="209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(6*min(max(ppt_w*ppt_h,.3),1)-7.4)/-.7*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23" presetClass="entr" presetSubtype="52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00" fill="hold"/>
                                        <p:tgtEl>
                                          <p:spTgt spid="209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00" fill="hold"/>
                                        <p:tgtEl>
                                          <p:spTgt spid="209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5" dur="500" fill="hold"/>
                                        <p:tgtEl>
                                          <p:spTgt spid="209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6" dur="500" fill="hold"/>
                                        <p:tgtEl>
                                          <p:spTgt spid="209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9" dur="500" fill="hold"/>
                                        <p:tgtEl>
                                          <p:spTgt spid="198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0" dur="500" fill="hold"/>
                                        <p:tgtEl>
                                          <p:spTgt spid="198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500" fill="hold"/>
                                        <p:tgtEl>
                                          <p:spTgt spid="198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98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3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5" dur="500" fill="hold"/>
                                        <p:tgtEl>
                                          <p:spTgt spid="209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6" dur="500" fill="hold"/>
                                        <p:tgtEl>
                                          <p:spTgt spid="209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209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209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9" presetID="23" presetClass="entr" presetSubtype="52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1" dur="500" fill="hold"/>
                                        <p:tgtEl>
                                          <p:spTgt spid="209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2" dur="500" fill="hold"/>
                                        <p:tgtEl>
                                          <p:spTgt spid="209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500" fill="hold"/>
                                        <p:tgtEl>
                                          <p:spTgt spid="209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4" dur="500" fill="hold"/>
                                        <p:tgtEl>
                                          <p:spTgt spid="209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5" presetID="23" presetClass="entr" presetSubtype="52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7" dur="700" fill="hold"/>
                                        <p:tgtEl>
                                          <p:spTgt spid="209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700" fill="hold"/>
                                        <p:tgtEl>
                                          <p:spTgt spid="209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9" dur="700" fill="hold"/>
                                        <p:tgtEl>
                                          <p:spTgt spid="209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0" dur="700" fill="hold"/>
                                        <p:tgtEl>
                                          <p:spTgt spid="209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1" presetID="23" presetClass="entr" presetSubtype="52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3" dur="500" fill="hold"/>
                                        <p:tgtEl>
                                          <p:spTgt spid="2089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4" dur="500" fill="hold"/>
                                        <p:tgtEl>
                                          <p:spTgt spid="2089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500" fill="hold"/>
                                        <p:tgtEl>
                                          <p:spTgt spid="208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6" dur="500" fill="hold"/>
                                        <p:tgtEl>
                                          <p:spTgt spid="208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7" presetID="2" presetClass="exit" presetSubtype="3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8" dur="300"/>
                                        <p:tgtEl>
                                          <p:spTgt spid="208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9" dur="300"/>
                                        <p:tgtEl>
                                          <p:spTgt spid="208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23" presetClass="entr" presetSubtype="52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3" dur="700" fill="hold"/>
                                        <p:tgtEl>
                                          <p:spTgt spid="208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4" dur="700" fill="hold"/>
                                        <p:tgtEl>
                                          <p:spTgt spid="208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5" dur="700" fill="hold"/>
                                        <p:tgtEl>
                                          <p:spTgt spid="208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700" fill="hold"/>
                                        <p:tgtEl>
                                          <p:spTgt spid="208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7" presetID="23" presetClass="entr" presetSubtype="52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9" dur="700" fill="hold"/>
                                        <p:tgtEl>
                                          <p:spTgt spid="209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0" dur="700" fill="hold"/>
                                        <p:tgtEl>
                                          <p:spTgt spid="209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1" dur="700" fill="hold"/>
                                        <p:tgtEl>
                                          <p:spTgt spid="209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2" dur="700" fill="hold"/>
                                        <p:tgtEl>
                                          <p:spTgt spid="209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4" dur="2000"/>
                                        <p:tgtEl>
                                          <p:spTgt spid="2096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2" presetClass="exit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7" dur="1000"/>
                                        <p:tgtEl>
                                          <p:spTgt spid="209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8" dur="1000"/>
                                        <p:tgtEl>
                                          <p:spTgt spid="209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2" presetClass="exit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1" dur="1000"/>
                                        <p:tgtEl>
                                          <p:spTgt spid="209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2" dur="1000"/>
                                        <p:tgtEl>
                                          <p:spTgt spid="209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3000000">
                                      <p:cBhvr>
                                        <p:cTn id="475" dur="1000" fill="hold"/>
                                        <p:tgtEl>
                                          <p:spTgt spid="2096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6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-3000000">
                                      <p:cBhvr>
                                        <p:cTn id="477" dur="1000" fill="hold"/>
                                        <p:tgtEl>
                                          <p:spTgt spid="2096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0" dur="1800"/>
                                        <p:tgtEl>
                                          <p:spTgt spid="20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1000"/>
                                        <p:tgtEl>
                                          <p:spTgt spid="20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6" dur="2000"/>
                                        <p:tgtEl>
                                          <p:spTgt spid="20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2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9" dur="700" fill="hold"/>
                                        <p:tgtEl>
                                          <p:spTgt spid="209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0" dur="700" fill="hold"/>
                                        <p:tgtEl>
                                          <p:spTgt spid="209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700" fill="hold"/>
                                        <p:tgtEl>
                                          <p:spTgt spid="209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2" dur="700" fill="hold"/>
                                        <p:tgtEl>
                                          <p:spTgt spid="209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733" grpId="0" animBg="1"/>
      <p:bldP spid="197893" grpId="0" animBg="1"/>
      <p:bldP spid="197894" grpId="0" animBg="1"/>
      <p:bldP spid="197895" grpId="0" animBg="1"/>
      <p:bldP spid="197896" grpId="0" animBg="1"/>
      <p:bldP spid="197897" grpId="0" animBg="1"/>
      <p:bldP spid="197898" grpId="0" animBg="1"/>
      <p:bldP spid="197899" grpId="0" animBg="1"/>
      <p:bldP spid="197900" grpId="0" animBg="1"/>
      <p:bldP spid="197901" grpId="0" animBg="1"/>
      <p:bldP spid="197902" grpId="0" animBg="1"/>
      <p:bldP spid="197903" grpId="0" animBg="1"/>
      <p:bldP spid="197904" grpId="0" animBg="1"/>
      <p:bldP spid="197905" grpId="0" animBg="1"/>
      <p:bldP spid="197906" grpId="0" animBg="1"/>
      <p:bldP spid="197907" grpId="0" animBg="1"/>
      <p:bldP spid="197908" grpId="0" animBg="1"/>
      <p:bldP spid="197909" grpId="0" animBg="1"/>
      <p:bldP spid="197910" grpId="0" animBg="1"/>
      <p:bldP spid="197911" grpId="0" animBg="1"/>
      <p:bldP spid="197912" grpId="0" animBg="1"/>
      <p:bldP spid="197913" grpId="0" animBg="1"/>
      <p:bldP spid="197914" grpId="0" animBg="1"/>
      <p:bldP spid="197915" grpId="0" animBg="1"/>
      <p:bldP spid="197916" grpId="0" animBg="1"/>
      <p:bldP spid="197917" grpId="0" animBg="1"/>
      <p:bldP spid="197918" grpId="0" animBg="1"/>
      <p:bldP spid="197919" grpId="0" animBg="1"/>
      <p:bldP spid="197920" grpId="0" animBg="1"/>
      <p:bldP spid="197921" grpId="0" animBg="1"/>
      <p:bldP spid="197922" grpId="0" animBg="1"/>
      <p:bldP spid="197923" grpId="0" animBg="1"/>
      <p:bldP spid="197924" grpId="0" animBg="1"/>
      <p:bldP spid="197925" grpId="0" animBg="1"/>
      <p:bldP spid="209733" grpId="0" animBg="1"/>
      <p:bldP spid="209696" grpId="0" animBg="1"/>
      <p:bldP spid="209696" grpId="1" animBg="1"/>
      <p:bldP spid="209697" grpId="0" animBg="1"/>
      <p:bldP spid="209697" grpId="1" animBg="1"/>
      <p:bldP spid="209736" grpId="0"/>
      <p:bldP spid="2097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164131" y="4068681"/>
            <a:ext cx="7486632" cy="369094"/>
            <a:chOff x="1178739" y="4072110"/>
            <a:chExt cx="7486632" cy="369094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1362118" y="4212604"/>
              <a:ext cx="7141369" cy="88106"/>
            </a:xfrm>
            <a:custGeom>
              <a:avLst/>
              <a:gdLst>
                <a:gd name="T0" fmla="*/ 0 w 5998"/>
                <a:gd name="T1" fmla="*/ 0 h 74"/>
                <a:gd name="T2" fmla="*/ 5998 w 5998"/>
                <a:gd name="T3" fmla="*/ 0 h 74"/>
                <a:gd name="T4" fmla="*/ 5998 w 5998"/>
                <a:gd name="T5" fmla="*/ 74 h 74"/>
                <a:gd name="T6" fmla="*/ 0 w 5998"/>
                <a:gd name="T7" fmla="*/ 74 h 74"/>
                <a:gd name="T8" fmla="*/ 0 w 5998"/>
                <a:gd name="T9" fmla="*/ 0 h 74"/>
                <a:gd name="T10" fmla="*/ 0 w 5998"/>
                <a:gd name="T11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98" h="74">
                  <a:moveTo>
                    <a:pt x="0" y="0"/>
                  </a:moveTo>
                  <a:lnTo>
                    <a:pt x="5998" y="0"/>
                  </a:lnTo>
                  <a:lnTo>
                    <a:pt x="5998" y="74"/>
                  </a:lnTo>
                  <a:lnTo>
                    <a:pt x="0" y="7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16" name="Oval 6"/>
            <p:cNvSpPr>
              <a:spLocks noChangeArrowheads="1"/>
            </p:cNvSpPr>
            <p:nvPr/>
          </p:nvSpPr>
          <p:spPr bwMode="auto">
            <a:xfrm>
              <a:off x="1178739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0" name="Oval 9"/>
            <p:cNvSpPr>
              <a:spLocks noChangeArrowheads="1"/>
            </p:cNvSpPr>
            <p:nvPr/>
          </p:nvSpPr>
          <p:spPr bwMode="auto">
            <a:xfrm>
              <a:off x="2366979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3" name="Oval 12"/>
            <p:cNvSpPr>
              <a:spLocks noChangeArrowheads="1"/>
            </p:cNvSpPr>
            <p:nvPr/>
          </p:nvSpPr>
          <p:spPr bwMode="auto">
            <a:xfrm>
              <a:off x="3556440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6" name="Oval 15"/>
            <p:cNvSpPr>
              <a:spLocks noChangeArrowheads="1"/>
            </p:cNvSpPr>
            <p:nvPr/>
          </p:nvSpPr>
          <p:spPr bwMode="auto">
            <a:xfrm>
              <a:off x="4737499" y="4072110"/>
              <a:ext cx="367904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9" name="Oval 18"/>
            <p:cNvSpPr>
              <a:spLocks noChangeArrowheads="1"/>
            </p:cNvSpPr>
            <p:nvPr/>
          </p:nvSpPr>
          <p:spPr bwMode="auto">
            <a:xfrm>
              <a:off x="5926971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53" name="Oval 21"/>
            <p:cNvSpPr>
              <a:spLocks noChangeArrowheads="1"/>
            </p:cNvSpPr>
            <p:nvPr/>
          </p:nvSpPr>
          <p:spPr bwMode="auto">
            <a:xfrm>
              <a:off x="7109265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71" name="Oval 24"/>
            <p:cNvSpPr>
              <a:spLocks noChangeArrowheads="1"/>
            </p:cNvSpPr>
            <p:nvPr/>
          </p:nvSpPr>
          <p:spPr bwMode="auto">
            <a:xfrm>
              <a:off x="8297467" y="4072110"/>
              <a:ext cx="367904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</p:grpSp>
      <p:sp>
        <p:nvSpPr>
          <p:cNvPr id="72" name="Oval 25"/>
          <p:cNvSpPr>
            <a:spLocks noChangeArrowheads="1"/>
          </p:cNvSpPr>
          <p:nvPr/>
        </p:nvSpPr>
        <p:spPr bwMode="auto">
          <a:xfrm>
            <a:off x="8371285" y="4146153"/>
            <a:ext cx="213122" cy="21431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16" tIns="34289" rIns="68516" bIns="34289" numCol="1" anchor="t" anchorCtr="0" compatLnSpc="1">
            <a:prstTxWarp prst="textNoShape">
              <a:avLst/>
            </a:prstTxWarp>
          </a:bodyPr>
          <a:lstStyle/>
          <a:p>
            <a:pPr defTabSz="685069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73" name="Oval 26"/>
          <p:cNvSpPr>
            <a:spLocks noChangeArrowheads="1"/>
          </p:cNvSpPr>
          <p:nvPr/>
        </p:nvSpPr>
        <p:spPr bwMode="auto">
          <a:xfrm>
            <a:off x="8408472" y="4182940"/>
            <a:ext cx="146447" cy="147638"/>
          </a:xfrm>
          <a:prstGeom prst="ellipse">
            <a:avLst/>
          </a:prstGeom>
          <a:solidFill>
            <a:srgbClr val="7B60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16" tIns="34289" rIns="68516" bIns="34289" numCol="1" anchor="t" anchorCtr="0" compatLnSpc="1">
            <a:prstTxWarp prst="textNoShape">
              <a:avLst/>
            </a:prstTxWarp>
          </a:bodyPr>
          <a:lstStyle/>
          <a:p>
            <a:pPr defTabSz="685069"/>
            <a:endParaRPr lang="zh-CN" altLang="en-US" sz="1400">
              <a:solidFill>
                <a:prstClr val="black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188994" y="3260102"/>
            <a:ext cx="213122" cy="1100181"/>
            <a:chOff x="7188994" y="3260101"/>
            <a:chExt cx="213122" cy="1100181"/>
          </a:xfrm>
          <a:solidFill>
            <a:schemeClr val="accent2"/>
          </a:solidFill>
        </p:grpSpPr>
        <p:sp>
          <p:nvSpPr>
            <p:cNvPr id="61" name="Oval 22"/>
            <p:cNvSpPr>
              <a:spLocks noChangeArrowheads="1"/>
            </p:cNvSpPr>
            <p:nvPr/>
          </p:nvSpPr>
          <p:spPr bwMode="auto">
            <a:xfrm>
              <a:off x="7188994" y="4145969"/>
              <a:ext cx="213122" cy="2143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7218803" y="3260101"/>
              <a:ext cx="146447" cy="1070375"/>
              <a:chOff x="7218803" y="3260101"/>
              <a:chExt cx="146447" cy="1070375"/>
            </a:xfrm>
            <a:grpFill/>
          </p:grpSpPr>
          <p:sp>
            <p:nvSpPr>
              <p:cNvPr id="70" name="Oval 23"/>
              <p:cNvSpPr>
                <a:spLocks noChangeArrowheads="1"/>
              </p:cNvSpPr>
              <p:nvPr/>
            </p:nvSpPr>
            <p:spPr bwMode="auto">
              <a:xfrm>
                <a:off x="7218803" y="4182838"/>
                <a:ext cx="146447" cy="147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28"/>
              <p:cNvSpPr>
                <a:spLocks/>
              </p:cNvSpPr>
              <p:nvPr/>
            </p:nvSpPr>
            <p:spPr bwMode="auto">
              <a:xfrm>
                <a:off x="7269958" y="3260101"/>
                <a:ext cx="44054" cy="996554"/>
              </a:xfrm>
              <a:custGeom>
                <a:avLst/>
                <a:gdLst>
                  <a:gd name="T0" fmla="*/ 37 w 37"/>
                  <a:gd name="T1" fmla="*/ 837 h 837"/>
                  <a:gd name="T2" fmla="*/ 0 w 37"/>
                  <a:gd name="T3" fmla="*/ 837 h 837"/>
                  <a:gd name="T4" fmla="*/ 0 w 37"/>
                  <a:gd name="T5" fmla="*/ 0 h 837"/>
                  <a:gd name="T6" fmla="*/ 37 w 37"/>
                  <a:gd name="T7" fmla="*/ 0 h 837"/>
                  <a:gd name="T8" fmla="*/ 37 w 37"/>
                  <a:gd name="T9" fmla="*/ 837 h 837"/>
                  <a:gd name="T10" fmla="*/ 37 w 37"/>
                  <a:gd name="T11" fmla="*/ 837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837">
                    <a:moveTo>
                      <a:pt x="37" y="837"/>
                    </a:moveTo>
                    <a:lnTo>
                      <a:pt x="0" y="837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837"/>
                    </a:lnTo>
                    <a:lnTo>
                      <a:pt x="37" y="8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3630329" y="2242118"/>
            <a:ext cx="211931" cy="2118165"/>
            <a:chOff x="3630260" y="2242117"/>
            <a:chExt cx="211931" cy="2118165"/>
          </a:xfrm>
        </p:grpSpPr>
        <p:sp>
          <p:nvSpPr>
            <p:cNvPr id="24" name="Oval 13"/>
            <p:cNvSpPr>
              <a:spLocks noChangeArrowheads="1"/>
            </p:cNvSpPr>
            <p:nvPr/>
          </p:nvSpPr>
          <p:spPr bwMode="auto">
            <a:xfrm>
              <a:off x="3630260" y="4145969"/>
              <a:ext cx="211931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665937" y="2242117"/>
              <a:ext cx="140494" cy="2088359"/>
              <a:chOff x="3665937" y="2242117"/>
              <a:chExt cx="140494" cy="2088359"/>
            </a:xfrm>
          </p:grpSpPr>
          <p:sp>
            <p:nvSpPr>
              <p:cNvPr id="25" name="Oval 14"/>
              <p:cNvSpPr>
                <a:spLocks noChangeArrowheads="1"/>
              </p:cNvSpPr>
              <p:nvPr/>
            </p:nvSpPr>
            <p:spPr bwMode="auto">
              <a:xfrm>
                <a:off x="3665937" y="4182838"/>
                <a:ext cx="140494" cy="147638"/>
              </a:xfrm>
              <a:prstGeom prst="ellipse">
                <a:avLst/>
              </a:prstGeom>
              <a:solidFill>
                <a:srgbClr val="EA50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Freeform 36"/>
              <p:cNvSpPr>
                <a:spLocks/>
              </p:cNvSpPr>
              <p:nvPr/>
            </p:nvSpPr>
            <p:spPr bwMode="auto">
              <a:xfrm>
                <a:off x="3709987" y="2242117"/>
                <a:ext cx="52388" cy="2014538"/>
              </a:xfrm>
              <a:custGeom>
                <a:avLst/>
                <a:gdLst>
                  <a:gd name="T0" fmla="*/ 44 w 44"/>
                  <a:gd name="T1" fmla="*/ 1692 h 1692"/>
                  <a:gd name="T2" fmla="*/ 0 w 44"/>
                  <a:gd name="T3" fmla="*/ 1692 h 1692"/>
                  <a:gd name="T4" fmla="*/ 0 w 44"/>
                  <a:gd name="T5" fmla="*/ 0 h 1692"/>
                  <a:gd name="T6" fmla="*/ 44 w 44"/>
                  <a:gd name="T7" fmla="*/ 0 h 1692"/>
                  <a:gd name="T8" fmla="*/ 44 w 44"/>
                  <a:gd name="T9" fmla="*/ 1692 h 1692"/>
                  <a:gd name="T10" fmla="*/ 44 w 44"/>
                  <a:gd name="T11" fmla="*/ 1692 h 1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1692">
                    <a:moveTo>
                      <a:pt x="44" y="1692"/>
                    </a:moveTo>
                    <a:lnTo>
                      <a:pt x="0" y="1692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44" y="1692"/>
                    </a:lnTo>
                    <a:lnTo>
                      <a:pt x="44" y="1692"/>
                    </a:lnTo>
                    <a:close/>
                  </a:path>
                </a:pathLst>
              </a:custGeom>
              <a:solidFill>
                <a:srgbClr val="EA50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1214618" y="2513061"/>
            <a:ext cx="272352" cy="1787744"/>
            <a:chOff x="1258492" y="1976624"/>
            <a:chExt cx="213120" cy="2383661"/>
          </a:xfrm>
        </p:grpSpPr>
        <p:sp>
          <p:nvSpPr>
            <p:cNvPr id="17" name="Oval 7"/>
            <p:cNvSpPr>
              <a:spLocks noChangeArrowheads="1"/>
            </p:cNvSpPr>
            <p:nvPr/>
          </p:nvSpPr>
          <p:spPr bwMode="auto">
            <a:xfrm>
              <a:off x="1258492" y="4145971"/>
              <a:ext cx="213120" cy="2143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288301" y="1976624"/>
              <a:ext cx="146446" cy="2353855"/>
              <a:chOff x="1288301" y="1976624"/>
              <a:chExt cx="146446" cy="2353855"/>
            </a:xfrm>
          </p:grpSpPr>
          <p:sp>
            <p:nvSpPr>
              <p:cNvPr id="19" name="Oval 8"/>
              <p:cNvSpPr>
                <a:spLocks noChangeArrowheads="1"/>
              </p:cNvSpPr>
              <p:nvPr/>
            </p:nvSpPr>
            <p:spPr bwMode="auto">
              <a:xfrm>
                <a:off x="1288301" y="4182842"/>
                <a:ext cx="146446" cy="147637"/>
              </a:xfrm>
              <a:prstGeom prst="ellipse">
                <a:avLst/>
              </a:prstGeom>
              <a:solidFill>
                <a:srgbClr val="74A7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Freeform 38"/>
              <p:cNvSpPr>
                <a:spLocks/>
              </p:cNvSpPr>
              <p:nvPr/>
            </p:nvSpPr>
            <p:spPr bwMode="auto">
              <a:xfrm>
                <a:off x="1339452" y="1976624"/>
                <a:ext cx="44053" cy="2280048"/>
              </a:xfrm>
              <a:custGeom>
                <a:avLst/>
                <a:gdLst>
                  <a:gd name="T0" fmla="*/ 37 w 37"/>
                  <a:gd name="T1" fmla="*/ 1915 h 1915"/>
                  <a:gd name="T2" fmla="*/ 0 w 37"/>
                  <a:gd name="T3" fmla="*/ 1915 h 1915"/>
                  <a:gd name="T4" fmla="*/ 0 w 37"/>
                  <a:gd name="T5" fmla="*/ 0 h 1915"/>
                  <a:gd name="T6" fmla="*/ 37 w 37"/>
                  <a:gd name="T7" fmla="*/ 0 h 1915"/>
                  <a:gd name="T8" fmla="*/ 37 w 37"/>
                  <a:gd name="T9" fmla="*/ 1915 h 1915"/>
                  <a:gd name="T10" fmla="*/ 37 w 37"/>
                  <a:gd name="T11" fmla="*/ 1915 h 1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915">
                    <a:moveTo>
                      <a:pt x="37" y="1915"/>
                    </a:moveTo>
                    <a:lnTo>
                      <a:pt x="0" y="1915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1915"/>
                    </a:lnTo>
                    <a:lnTo>
                      <a:pt x="37" y="1915"/>
                    </a:lnTo>
                    <a:close/>
                  </a:path>
                </a:pathLst>
              </a:custGeom>
              <a:solidFill>
                <a:srgbClr val="74A7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569912" y="2242118"/>
            <a:ext cx="2032397" cy="817108"/>
            <a:chOff x="827354" y="2129211"/>
            <a:chExt cx="2032397" cy="817108"/>
          </a:xfrm>
        </p:grpSpPr>
        <p:sp>
          <p:nvSpPr>
            <p:cNvPr id="78" name="Freeform 31"/>
            <p:cNvSpPr>
              <a:spLocks/>
            </p:cNvSpPr>
            <p:nvPr/>
          </p:nvSpPr>
          <p:spPr bwMode="auto">
            <a:xfrm>
              <a:off x="827354" y="2164078"/>
              <a:ext cx="2032397" cy="782241"/>
            </a:xfrm>
            <a:custGeom>
              <a:avLst/>
              <a:gdLst>
                <a:gd name="T0" fmla="*/ 0 w 1707"/>
                <a:gd name="T1" fmla="*/ 657 h 657"/>
                <a:gd name="T2" fmla="*/ 1707 w 1707"/>
                <a:gd name="T3" fmla="*/ 657 h 657"/>
                <a:gd name="T4" fmla="*/ 1707 w 1707"/>
                <a:gd name="T5" fmla="*/ 0 h 657"/>
                <a:gd name="T6" fmla="*/ 0 w 1707"/>
                <a:gd name="T7" fmla="*/ 0 h 657"/>
                <a:gd name="T8" fmla="*/ 0 w 1707"/>
                <a:gd name="T9" fmla="*/ 657 h 657"/>
                <a:gd name="T10" fmla="*/ 0 w 1707"/>
                <a:gd name="T11" fmla="*/ 657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7" h="657">
                  <a:moveTo>
                    <a:pt x="0" y="657"/>
                  </a:moveTo>
                  <a:lnTo>
                    <a:pt x="1707" y="657"/>
                  </a:lnTo>
                  <a:lnTo>
                    <a:pt x="1707" y="0"/>
                  </a:lnTo>
                  <a:lnTo>
                    <a:pt x="0" y="0"/>
                  </a:lnTo>
                  <a:lnTo>
                    <a:pt x="0" y="657"/>
                  </a:lnTo>
                  <a:lnTo>
                    <a:pt x="0" y="657"/>
                  </a:lnTo>
                  <a:close/>
                </a:path>
              </a:pathLst>
            </a:custGeom>
            <a:solidFill>
              <a:srgbClr val="74A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955941" y="2129211"/>
              <a:ext cx="1903810" cy="807911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一是通过探针设备采集可监测范围内的手机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MAC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地址、地理位置、与探针距离、时间等信息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179827" y="2017698"/>
            <a:ext cx="2033588" cy="1109879"/>
            <a:chOff x="3179827" y="1959818"/>
            <a:chExt cx="2033588" cy="782241"/>
          </a:xfrm>
        </p:grpSpPr>
        <p:sp>
          <p:nvSpPr>
            <p:cNvPr id="80" name="Freeform 33"/>
            <p:cNvSpPr>
              <a:spLocks/>
            </p:cNvSpPr>
            <p:nvPr/>
          </p:nvSpPr>
          <p:spPr bwMode="auto">
            <a:xfrm>
              <a:off x="3179827" y="1959818"/>
              <a:ext cx="2033588" cy="782241"/>
            </a:xfrm>
            <a:custGeom>
              <a:avLst/>
              <a:gdLst>
                <a:gd name="T0" fmla="*/ 0 w 1708"/>
                <a:gd name="T1" fmla="*/ 657 h 657"/>
                <a:gd name="T2" fmla="*/ 1708 w 1708"/>
                <a:gd name="T3" fmla="*/ 657 h 657"/>
                <a:gd name="T4" fmla="*/ 1708 w 1708"/>
                <a:gd name="T5" fmla="*/ 0 h 657"/>
                <a:gd name="T6" fmla="*/ 0 w 1708"/>
                <a:gd name="T7" fmla="*/ 0 h 657"/>
                <a:gd name="T8" fmla="*/ 0 w 1708"/>
                <a:gd name="T9" fmla="*/ 657 h 657"/>
                <a:gd name="T10" fmla="*/ 0 w 1708"/>
                <a:gd name="T11" fmla="*/ 657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8" h="657">
                  <a:moveTo>
                    <a:pt x="0" y="657"/>
                  </a:moveTo>
                  <a:lnTo>
                    <a:pt x="1708" y="657"/>
                  </a:lnTo>
                  <a:lnTo>
                    <a:pt x="1708" y="0"/>
                  </a:lnTo>
                  <a:lnTo>
                    <a:pt x="0" y="0"/>
                  </a:lnTo>
                  <a:lnTo>
                    <a:pt x="0" y="657"/>
                  </a:lnTo>
                  <a:lnTo>
                    <a:pt x="0" y="657"/>
                  </a:lnTo>
                  <a:close/>
                </a:path>
              </a:pathLst>
            </a:custGeom>
            <a:solidFill>
              <a:srgbClr val="EA50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3315573" y="2063023"/>
              <a:ext cx="1775222" cy="504338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二是探针采集的数据可以定时发送到服务端保存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265191" y="2681643"/>
            <a:ext cx="2032397" cy="951137"/>
            <a:chOff x="6265112" y="2913674"/>
            <a:chExt cx="2032397" cy="775097"/>
          </a:xfrm>
          <a:solidFill>
            <a:schemeClr val="accent2"/>
          </a:solidFill>
        </p:grpSpPr>
        <p:sp>
          <p:nvSpPr>
            <p:cNvPr id="76" name="Freeform 29"/>
            <p:cNvSpPr>
              <a:spLocks/>
            </p:cNvSpPr>
            <p:nvPr/>
          </p:nvSpPr>
          <p:spPr bwMode="auto">
            <a:xfrm>
              <a:off x="6265112" y="2913674"/>
              <a:ext cx="2032397" cy="775097"/>
            </a:xfrm>
            <a:custGeom>
              <a:avLst/>
              <a:gdLst>
                <a:gd name="T0" fmla="*/ 0 w 1707"/>
                <a:gd name="T1" fmla="*/ 651 h 651"/>
                <a:gd name="T2" fmla="*/ 1707 w 1707"/>
                <a:gd name="T3" fmla="*/ 651 h 651"/>
                <a:gd name="T4" fmla="*/ 1707 w 1707"/>
                <a:gd name="T5" fmla="*/ 0 h 651"/>
                <a:gd name="T6" fmla="*/ 0 w 1707"/>
                <a:gd name="T7" fmla="*/ 0 h 651"/>
                <a:gd name="T8" fmla="*/ 0 w 1707"/>
                <a:gd name="T9" fmla="*/ 651 h 651"/>
                <a:gd name="T10" fmla="*/ 0 w 1707"/>
                <a:gd name="T11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7" h="651">
                  <a:moveTo>
                    <a:pt x="0" y="651"/>
                  </a:moveTo>
                  <a:lnTo>
                    <a:pt x="1707" y="651"/>
                  </a:lnTo>
                  <a:lnTo>
                    <a:pt x="1707" y="0"/>
                  </a:lnTo>
                  <a:lnTo>
                    <a:pt x="0" y="0"/>
                  </a:lnTo>
                  <a:lnTo>
                    <a:pt x="0" y="651"/>
                  </a:lnTo>
                  <a:lnTo>
                    <a:pt x="0" y="6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6363469" y="2978923"/>
              <a:ext cx="1775222" cy="583136"/>
            </a:xfrm>
            <a:prstGeom prst="rect">
              <a:avLst/>
            </a:prstGeom>
            <a:grp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三是利用大数据技术对数据进行人流量等指标的分析</a:t>
              </a:r>
            </a:p>
          </p:txBody>
        </p:sp>
      </p:grpSp>
      <p:sp>
        <p:nvSpPr>
          <p:cNvPr id="90" name="椭圆 33"/>
          <p:cNvSpPr>
            <a:spLocks noChangeArrowheads="1"/>
          </p:cNvSpPr>
          <p:nvPr/>
        </p:nvSpPr>
        <p:spPr bwMode="auto">
          <a:xfrm>
            <a:off x="639182" y="771550"/>
            <a:ext cx="1689098" cy="1027510"/>
          </a:xfrm>
          <a:prstGeom prst="ellipse">
            <a:avLst/>
          </a:prstGeom>
          <a:solidFill>
            <a:srgbClr val="FFFFFF">
              <a:alpha val="32156"/>
            </a:srgbClr>
          </a:solidFill>
          <a:ln w="12700">
            <a:solidFill>
              <a:schemeClr val="bg1"/>
            </a:solidFill>
            <a:bevel/>
            <a:headEnd/>
            <a:tailEnd/>
          </a:ln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itchFamily="66" charset="0"/>
                <a:sym typeface="宋体" pitchFamily="2" charset="-122"/>
              </a:rPr>
              <a:t>功能性需求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Comic Sans MS" pitchFamily="66" charset="0"/>
              <a:sym typeface="宋体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31071" y="197309"/>
            <a:ext cx="190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二、设计原理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8192114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90" grpId="0" bldLvl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5359" y="2011362"/>
            <a:ext cx="1478358" cy="118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3794125" y="2074863"/>
            <a:ext cx="1554163" cy="10239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17925" y="2011363"/>
            <a:ext cx="1709738" cy="1125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19500" y="1954213"/>
            <a:ext cx="1881188" cy="12398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535363" y="1900238"/>
            <a:ext cx="2038350" cy="13414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33763" y="1838325"/>
            <a:ext cx="2241550" cy="14763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19463" y="1773238"/>
            <a:ext cx="2466975" cy="16240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19450" y="1695450"/>
            <a:ext cx="2713038" cy="17843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074988" y="1622425"/>
            <a:ext cx="2984500" cy="19637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32113" y="1528763"/>
            <a:ext cx="3282950" cy="21605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87650" y="1409700"/>
            <a:ext cx="3611563" cy="2374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595563" y="1290638"/>
            <a:ext cx="3971925" cy="2613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09825" y="1171575"/>
            <a:ext cx="4370388" cy="28733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187575" y="1025525"/>
            <a:ext cx="4806950" cy="31623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24050" y="854075"/>
            <a:ext cx="5286375" cy="3478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651000" y="650875"/>
            <a:ext cx="5815013" cy="3827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65250" y="481013"/>
            <a:ext cx="6396038" cy="42084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32638" y="111161"/>
            <a:ext cx="2109873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 smtClean="0">
                <a:solidFill>
                  <a:schemeClr val="bg2">
                    <a:lumMod val="25000"/>
                  </a:schemeClr>
                </a:solidFill>
                <a:latin typeface="方正兰亭超细黑简体"/>
                <a:ea typeface="方正兰亭超细黑简体"/>
                <a:cs typeface="方正兰亭超细黑简体"/>
              </a:rPr>
              <a:t>WIFI</a:t>
            </a:r>
            <a:r>
              <a:rPr kumimoji="1" lang="zh-CN" altLang="en-US" sz="3600" b="1" dirty="0" smtClean="0">
                <a:solidFill>
                  <a:schemeClr val="bg2">
                    <a:lumMod val="25000"/>
                  </a:schemeClr>
                </a:solidFill>
                <a:latin typeface="方正兰亭超细黑简体"/>
                <a:ea typeface="方正兰亭超细黑简体"/>
                <a:cs typeface="方正兰亭超细黑简体"/>
              </a:rPr>
              <a:t>探针</a:t>
            </a:r>
            <a:endParaRPr kumimoji="1" lang="zh-CN" altLang="en-US" sz="3600" b="1" dirty="0">
              <a:solidFill>
                <a:schemeClr val="bg2">
                  <a:lumMod val="25000"/>
                </a:schemeClr>
              </a:solidFill>
              <a:latin typeface="方正兰亭超细黑简体"/>
              <a:ea typeface="方正兰亭超细黑简体"/>
              <a:cs typeface="方正兰亭超细黑简体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20528" y="3903663"/>
            <a:ext cx="684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探针</a:t>
            </a:r>
            <a:r>
              <a:rPr lang="zh-CN" altLang="en-US" dirty="0" smtClean="0"/>
              <a:t>设备是通过淘宝进行购买的，对</a:t>
            </a:r>
            <a:r>
              <a:rPr lang="zh-CN" altLang="en-US" dirty="0"/>
              <a:t>服务</a:t>
            </a:r>
            <a:r>
              <a:rPr lang="zh-CN" altLang="en-US" dirty="0" smtClean="0"/>
              <a:t>端进行了相关配置，能够正常采集</a:t>
            </a:r>
            <a:r>
              <a:rPr lang="zh-CN" altLang="en-US" dirty="0"/>
              <a:t>能够采集</a:t>
            </a:r>
            <a:r>
              <a:rPr lang="en-US" altLang="zh-CN" dirty="0"/>
              <a:t>MAC</a:t>
            </a:r>
            <a:r>
              <a:rPr lang="zh-CN" altLang="en-US" dirty="0"/>
              <a:t>地址、地理信息、与探针大概距离、采集时间等</a:t>
            </a:r>
            <a:r>
              <a:rPr lang="zh-CN" altLang="en-US" dirty="0" smtClean="0"/>
              <a:t>信息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128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7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3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6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9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42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48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10"/>
                            </p:stCondLst>
                            <p:childTnLst>
                              <p:par>
                                <p:cTn id="73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60"/>
                            </p:stCondLst>
                            <p:childTnLst>
                              <p:par>
                                <p:cTn id="79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610"/>
                            </p:stCondLst>
                            <p:childTnLst>
                              <p:par>
                                <p:cTn id="85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660"/>
                            </p:stCondLst>
                            <p:childTnLst>
                              <p:par>
                                <p:cTn id="91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4" dur="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710"/>
                            </p:stCondLst>
                            <p:childTnLst>
                              <p:par>
                                <p:cTn id="97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0" dur="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760"/>
                            </p:stCondLst>
                            <p:childTnLst>
                              <p:par>
                                <p:cTn id="103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4" dur="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6" dur="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810"/>
                            </p:stCondLst>
                            <p:childTnLst>
                              <p:par>
                                <p:cTn id="109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2" dur="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860"/>
                            </p:stCondLst>
                            <p:childTnLst>
                              <p:par>
                                <p:cTn id="115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8" dur="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910"/>
                            </p:stCondLst>
                            <p:childTnLst>
                              <p:par>
                                <p:cTn id="121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2" dur="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4" dur="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960"/>
                            </p:stCondLst>
                            <p:childTnLst>
                              <p:par>
                                <p:cTn id="127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8" dur="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0" dur="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010"/>
                            </p:stCondLst>
                            <p:childTnLst>
                              <p:par>
                                <p:cTn id="133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4" dur="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6" dur="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060"/>
                            </p:stCondLst>
                            <p:childTnLst>
                              <p:par>
                                <p:cTn id="139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0" dur="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2" dur="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110"/>
                            </p:stCondLst>
                            <p:childTnLst>
                              <p:par>
                                <p:cTn id="145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1160"/>
                            </p:stCondLst>
                            <p:childTnLst>
                              <p:par>
                                <p:cTn id="151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2" dur="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4" dur="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210"/>
                            </p:stCondLst>
                            <p:childTnLst>
                              <p:par>
                                <p:cTn id="157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8" dur="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0" dur="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1260"/>
                            </p:stCondLst>
                            <p:childTnLst>
                              <p:par>
                                <p:cTn id="163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4" dur="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6" dur="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310"/>
                            </p:stCondLst>
                            <p:childTnLst>
                              <p:par>
                                <p:cTn id="16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164131" y="4068681"/>
            <a:ext cx="7486632" cy="369094"/>
            <a:chOff x="1178739" y="4072110"/>
            <a:chExt cx="7486632" cy="369094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1362118" y="4212604"/>
              <a:ext cx="7141369" cy="88106"/>
            </a:xfrm>
            <a:custGeom>
              <a:avLst/>
              <a:gdLst>
                <a:gd name="T0" fmla="*/ 0 w 5998"/>
                <a:gd name="T1" fmla="*/ 0 h 74"/>
                <a:gd name="T2" fmla="*/ 5998 w 5998"/>
                <a:gd name="T3" fmla="*/ 0 h 74"/>
                <a:gd name="T4" fmla="*/ 5998 w 5998"/>
                <a:gd name="T5" fmla="*/ 74 h 74"/>
                <a:gd name="T6" fmla="*/ 0 w 5998"/>
                <a:gd name="T7" fmla="*/ 74 h 74"/>
                <a:gd name="T8" fmla="*/ 0 w 5998"/>
                <a:gd name="T9" fmla="*/ 0 h 74"/>
                <a:gd name="T10" fmla="*/ 0 w 5998"/>
                <a:gd name="T11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98" h="74">
                  <a:moveTo>
                    <a:pt x="0" y="0"/>
                  </a:moveTo>
                  <a:lnTo>
                    <a:pt x="5998" y="0"/>
                  </a:lnTo>
                  <a:lnTo>
                    <a:pt x="5998" y="74"/>
                  </a:lnTo>
                  <a:lnTo>
                    <a:pt x="0" y="7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16" name="Oval 6"/>
            <p:cNvSpPr>
              <a:spLocks noChangeArrowheads="1"/>
            </p:cNvSpPr>
            <p:nvPr/>
          </p:nvSpPr>
          <p:spPr bwMode="auto">
            <a:xfrm>
              <a:off x="1178739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0" name="Oval 9"/>
            <p:cNvSpPr>
              <a:spLocks noChangeArrowheads="1"/>
            </p:cNvSpPr>
            <p:nvPr/>
          </p:nvSpPr>
          <p:spPr bwMode="auto">
            <a:xfrm>
              <a:off x="2366979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3" name="Oval 12"/>
            <p:cNvSpPr>
              <a:spLocks noChangeArrowheads="1"/>
            </p:cNvSpPr>
            <p:nvPr/>
          </p:nvSpPr>
          <p:spPr bwMode="auto">
            <a:xfrm>
              <a:off x="3556440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6" name="Oval 15"/>
            <p:cNvSpPr>
              <a:spLocks noChangeArrowheads="1"/>
            </p:cNvSpPr>
            <p:nvPr/>
          </p:nvSpPr>
          <p:spPr bwMode="auto">
            <a:xfrm>
              <a:off x="4737499" y="4072110"/>
              <a:ext cx="367904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9" name="Oval 18"/>
            <p:cNvSpPr>
              <a:spLocks noChangeArrowheads="1"/>
            </p:cNvSpPr>
            <p:nvPr/>
          </p:nvSpPr>
          <p:spPr bwMode="auto">
            <a:xfrm>
              <a:off x="5926971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53" name="Oval 21"/>
            <p:cNvSpPr>
              <a:spLocks noChangeArrowheads="1"/>
            </p:cNvSpPr>
            <p:nvPr/>
          </p:nvSpPr>
          <p:spPr bwMode="auto">
            <a:xfrm>
              <a:off x="7109265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71" name="Oval 24"/>
            <p:cNvSpPr>
              <a:spLocks noChangeArrowheads="1"/>
            </p:cNvSpPr>
            <p:nvPr/>
          </p:nvSpPr>
          <p:spPr bwMode="auto">
            <a:xfrm>
              <a:off x="8297467" y="4072110"/>
              <a:ext cx="367904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</p:grpSp>
      <p:sp>
        <p:nvSpPr>
          <p:cNvPr id="72" name="Oval 25"/>
          <p:cNvSpPr>
            <a:spLocks noChangeArrowheads="1"/>
          </p:cNvSpPr>
          <p:nvPr/>
        </p:nvSpPr>
        <p:spPr bwMode="auto">
          <a:xfrm>
            <a:off x="8371285" y="4146153"/>
            <a:ext cx="213122" cy="21431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16" tIns="34289" rIns="68516" bIns="34289" numCol="1" anchor="t" anchorCtr="0" compatLnSpc="1">
            <a:prstTxWarp prst="textNoShape">
              <a:avLst/>
            </a:prstTxWarp>
          </a:bodyPr>
          <a:lstStyle/>
          <a:p>
            <a:pPr defTabSz="685069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73" name="Oval 26"/>
          <p:cNvSpPr>
            <a:spLocks noChangeArrowheads="1"/>
          </p:cNvSpPr>
          <p:nvPr/>
        </p:nvSpPr>
        <p:spPr bwMode="auto">
          <a:xfrm>
            <a:off x="8408472" y="4182940"/>
            <a:ext cx="146447" cy="147638"/>
          </a:xfrm>
          <a:prstGeom prst="ellipse">
            <a:avLst/>
          </a:prstGeom>
          <a:solidFill>
            <a:srgbClr val="7B60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16" tIns="34289" rIns="68516" bIns="34289" numCol="1" anchor="t" anchorCtr="0" compatLnSpc="1">
            <a:prstTxWarp prst="textNoShape">
              <a:avLst/>
            </a:prstTxWarp>
          </a:bodyPr>
          <a:lstStyle/>
          <a:p>
            <a:pPr defTabSz="685069"/>
            <a:endParaRPr lang="zh-CN" altLang="en-US" sz="1400">
              <a:solidFill>
                <a:prstClr val="black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188994" y="3260102"/>
            <a:ext cx="213122" cy="1100181"/>
            <a:chOff x="7188994" y="3260101"/>
            <a:chExt cx="213122" cy="1100181"/>
          </a:xfrm>
        </p:grpSpPr>
        <p:sp>
          <p:nvSpPr>
            <p:cNvPr id="61" name="Oval 22"/>
            <p:cNvSpPr>
              <a:spLocks noChangeArrowheads="1"/>
            </p:cNvSpPr>
            <p:nvPr/>
          </p:nvSpPr>
          <p:spPr bwMode="auto">
            <a:xfrm>
              <a:off x="7188994" y="4145969"/>
              <a:ext cx="213122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7218803" y="3260101"/>
              <a:ext cx="146447" cy="1070375"/>
              <a:chOff x="7218803" y="3260101"/>
              <a:chExt cx="146447" cy="1070375"/>
            </a:xfrm>
          </p:grpSpPr>
          <p:sp>
            <p:nvSpPr>
              <p:cNvPr id="70" name="Oval 23"/>
              <p:cNvSpPr>
                <a:spLocks noChangeArrowheads="1"/>
              </p:cNvSpPr>
              <p:nvPr/>
            </p:nvSpPr>
            <p:spPr bwMode="auto">
              <a:xfrm>
                <a:off x="7218803" y="4182838"/>
                <a:ext cx="146447" cy="147638"/>
              </a:xfrm>
              <a:prstGeom prst="ellipse">
                <a:avLst/>
              </a:prstGeom>
              <a:solidFill>
                <a:srgbClr val="EA50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28"/>
              <p:cNvSpPr>
                <a:spLocks/>
              </p:cNvSpPr>
              <p:nvPr/>
            </p:nvSpPr>
            <p:spPr bwMode="auto">
              <a:xfrm>
                <a:off x="7269958" y="3260101"/>
                <a:ext cx="44054" cy="996554"/>
              </a:xfrm>
              <a:custGeom>
                <a:avLst/>
                <a:gdLst>
                  <a:gd name="T0" fmla="*/ 37 w 37"/>
                  <a:gd name="T1" fmla="*/ 837 h 837"/>
                  <a:gd name="T2" fmla="*/ 0 w 37"/>
                  <a:gd name="T3" fmla="*/ 837 h 837"/>
                  <a:gd name="T4" fmla="*/ 0 w 37"/>
                  <a:gd name="T5" fmla="*/ 0 h 837"/>
                  <a:gd name="T6" fmla="*/ 37 w 37"/>
                  <a:gd name="T7" fmla="*/ 0 h 837"/>
                  <a:gd name="T8" fmla="*/ 37 w 37"/>
                  <a:gd name="T9" fmla="*/ 837 h 837"/>
                  <a:gd name="T10" fmla="*/ 37 w 37"/>
                  <a:gd name="T11" fmla="*/ 837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837">
                    <a:moveTo>
                      <a:pt x="37" y="837"/>
                    </a:moveTo>
                    <a:lnTo>
                      <a:pt x="0" y="837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837"/>
                    </a:lnTo>
                    <a:lnTo>
                      <a:pt x="37" y="837"/>
                    </a:lnTo>
                    <a:close/>
                  </a:path>
                </a:pathLst>
              </a:custGeom>
              <a:solidFill>
                <a:srgbClr val="EA50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6000751" y="2375468"/>
            <a:ext cx="213122" cy="1984815"/>
            <a:chOff x="6000751" y="2375467"/>
            <a:chExt cx="213122" cy="1984815"/>
          </a:xfrm>
        </p:grpSpPr>
        <p:sp>
          <p:nvSpPr>
            <p:cNvPr id="30" name="Oval 19"/>
            <p:cNvSpPr>
              <a:spLocks noChangeArrowheads="1"/>
            </p:cNvSpPr>
            <p:nvPr/>
          </p:nvSpPr>
          <p:spPr bwMode="auto">
            <a:xfrm>
              <a:off x="6000751" y="4145969"/>
              <a:ext cx="213122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6037668" y="2375467"/>
              <a:ext cx="146447" cy="1955009"/>
              <a:chOff x="6037668" y="2375467"/>
              <a:chExt cx="146447" cy="1955009"/>
            </a:xfrm>
          </p:grpSpPr>
          <p:sp>
            <p:nvSpPr>
              <p:cNvPr id="31" name="Oval 20"/>
              <p:cNvSpPr>
                <a:spLocks noChangeArrowheads="1"/>
              </p:cNvSpPr>
              <p:nvPr/>
            </p:nvSpPr>
            <p:spPr bwMode="auto">
              <a:xfrm>
                <a:off x="6037668" y="4182838"/>
                <a:ext cx="146447" cy="147638"/>
              </a:xfrm>
              <a:prstGeom prst="ellipse">
                <a:avLst/>
              </a:prstGeom>
              <a:solidFill>
                <a:srgbClr val="74A7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Freeform 34"/>
              <p:cNvSpPr>
                <a:spLocks/>
              </p:cNvSpPr>
              <p:nvPr/>
            </p:nvSpPr>
            <p:spPr bwMode="auto">
              <a:xfrm>
                <a:off x="6088858" y="2375467"/>
                <a:ext cx="44054" cy="1881188"/>
              </a:xfrm>
              <a:custGeom>
                <a:avLst/>
                <a:gdLst>
                  <a:gd name="T0" fmla="*/ 37 w 37"/>
                  <a:gd name="T1" fmla="*/ 1580 h 1580"/>
                  <a:gd name="T2" fmla="*/ 0 w 37"/>
                  <a:gd name="T3" fmla="*/ 1580 h 1580"/>
                  <a:gd name="T4" fmla="*/ 0 w 37"/>
                  <a:gd name="T5" fmla="*/ 0 h 1580"/>
                  <a:gd name="T6" fmla="*/ 37 w 37"/>
                  <a:gd name="T7" fmla="*/ 0 h 1580"/>
                  <a:gd name="T8" fmla="*/ 37 w 37"/>
                  <a:gd name="T9" fmla="*/ 1580 h 1580"/>
                  <a:gd name="T10" fmla="*/ 37 w 37"/>
                  <a:gd name="T11" fmla="*/ 1580 h 1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580">
                    <a:moveTo>
                      <a:pt x="37" y="1580"/>
                    </a:moveTo>
                    <a:lnTo>
                      <a:pt x="0" y="1580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1580"/>
                    </a:lnTo>
                    <a:lnTo>
                      <a:pt x="37" y="1580"/>
                    </a:lnTo>
                    <a:close/>
                  </a:path>
                </a:pathLst>
              </a:custGeom>
              <a:solidFill>
                <a:srgbClr val="74A7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4818460" y="3260102"/>
            <a:ext cx="213122" cy="1100181"/>
            <a:chOff x="4818460" y="3260101"/>
            <a:chExt cx="213122" cy="1100181"/>
          </a:xfrm>
        </p:grpSpPr>
        <p:sp>
          <p:nvSpPr>
            <p:cNvPr id="27" name="Oval 16"/>
            <p:cNvSpPr>
              <a:spLocks noChangeArrowheads="1"/>
            </p:cNvSpPr>
            <p:nvPr/>
          </p:nvSpPr>
          <p:spPr bwMode="auto">
            <a:xfrm>
              <a:off x="4818460" y="4145969"/>
              <a:ext cx="213122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4848269" y="3260101"/>
              <a:ext cx="146447" cy="1070375"/>
              <a:chOff x="4848269" y="3260101"/>
              <a:chExt cx="146447" cy="1070375"/>
            </a:xfrm>
          </p:grpSpPr>
          <p:sp>
            <p:nvSpPr>
              <p:cNvPr id="28" name="Oval 17"/>
              <p:cNvSpPr>
                <a:spLocks noChangeArrowheads="1"/>
              </p:cNvSpPr>
              <p:nvPr/>
            </p:nvSpPr>
            <p:spPr bwMode="auto">
              <a:xfrm>
                <a:off x="4848269" y="4182838"/>
                <a:ext cx="146447" cy="147638"/>
              </a:xfrm>
              <a:prstGeom prst="ellipse">
                <a:avLst/>
              </a:prstGeom>
              <a:solidFill>
                <a:srgbClr val="7B60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Freeform 35"/>
              <p:cNvSpPr>
                <a:spLocks/>
              </p:cNvSpPr>
              <p:nvPr/>
            </p:nvSpPr>
            <p:spPr bwMode="auto">
              <a:xfrm>
                <a:off x="4899424" y="3260101"/>
                <a:ext cx="44054" cy="996554"/>
              </a:xfrm>
              <a:custGeom>
                <a:avLst/>
                <a:gdLst>
                  <a:gd name="T0" fmla="*/ 37 w 37"/>
                  <a:gd name="T1" fmla="*/ 837 h 837"/>
                  <a:gd name="T2" fmla="*/ 0 w 37"/>
                  <a:gd name="T3" fmla="*/ 837 h 837"/>
                  <a:gd name="T4" fmla="*/ 0 w 37"/>
                  <a:gd name="T5" fmla="*/ 0 h 837"/>
                  <a:gd name="T6" fmla="*/ 37 w 37"/>
                  <a:gd name="T7" fmla="*/ 0 h 837"/>
                  <a:gd name="T8" fmla="*/ 37 w 37"/>
                  <a:gd name="T9" fmla="*/ 837 h 837"/>
                  <a:gd name="T10" fmla="*/ 37 w 37"/>
                  <a:gd name="T11" fmla="*/ 837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837">
                    <a:moveTo>
                      <a:pt x="37" y="837"/>
                    </a:moveTo>
                    <a:lnTo>
                      <a:pt x="0" y="837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837"/>
                    </a:lnTo>
                    <a:lnTo>
                      <a:pt x="37" y="837"/>
                    </a:lnTo>
                    <a:close/>
                  </a:path>
                </a:pathLst>
              </a:custGeom>
              <a:solidFill>
                <a:srgbClr val="7B60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3630329" y="2242118"/>
            <a:ext cx="211931" cy="2118165"/>
            <a:chOff x="3630260" y="2242117"/>
            <a:chExt cx="211931" cy="2118165"/>
          </a:xfrm>
        </p:grpSpPr>
        <p:sp>
          <p:nvSpPr>
            <p:cNvPr id="24" name="Oval 13"/>
            <p:cNvSpPr>
              <a:spLocks noChangeArrowheads="1"/>
            </p:cNvSpPr>
            <p:nvPr/>
          </p:nvSpPr>
          <p:spPr bwMode="auto">
            <a:xfrm>
              <a:off x="3630260" y="4145969"/>
              <a:ext cx="211931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665937" y="2242117"/>
              <a:ext cx="140494" cy="2088359"/>
              <a:chOff x="3665937" y="2242117"/>
              <a:chExt cx="140494" cy="2088359"/>
            </a:xfrm>
          </p:grpSpPr>
          <p:sp>
            <p:nvSpPr>
              <p:cNvPr id="25" name="Oval 14"/>
              <p:cNvSpPr>
                <a:spLocks noChangeArrowheads="1"/>
              </p:cNvSpPr>
              <p:nvPr/>
            </p:nvSpPr>
            <p:spPr bwMode="auto">
              <a:xfrm>
                <a:off x="3665937" y="4182838"/>
                <a:ext cx="140494" cy="147638"/>
              </a:xfrm>
              <a:prstGeom prst="ellipse">
                <a:avLst/>
              </a:prstGeom>
              <a:solidFill>
                <a:srgbClr val="EA50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Freeform 36"/>
              <p:cNvSpPr>
                <a:spLocks/>
              </p:cNvSpPr>
              <p:nvPr/>
            </p:nvSpPr>
            <p:spPr bwMode="auto">
              <a:xfrm>
                <a:off x="3709987" y="2242117"/>
                <a:ext cx="52388" cy="2014538"/>
              </a:xfrm>
              <a:custGeom>
                <a:avLst/>
                <a:gdLst>
                  <a:gd name="T0" fmla="*/ 44 w 44"/>
                  <a:gd name="T1" fmla="*/ 1692 h 1692"/>
                  <a:gd name="T2" fmla="*/ 0 w 44"/>
                  <a:gd name="T3" fmla="*/ 1692 h 1692"/>
                  <a:gd name="T4" fmla="*/ 0 w 44"/>
                  <a:gd name="T5" fmla="*/ 0 h 1692"/>
                  <a:gd name="T6" fmla="*/ 44 w 44"/>
                  <a:gd name="T7" fmla="*/ 0 h 1692"/>
                  <a:gd name="T8" fmla="*/ 44 w 44"/>
                  <a:gd name="T9" fmla="*/ 1692 h 1692"/>
                  <a:gd name="T10" fmla="*/ 44 w 44"/>
                  <a:gd name="T11" fmla="*/ 1692 h 1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1692">
                    <a:moveTo>
                      <a:pt x="44" y="1692"/>
                    </a:moveTo>
                    <a:lnTo>
                      <a:pt x="0" y="1692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44" y="1692"/>
                    </a:lnTo>
                    <a:lnTo>
                      <a:pt x="44" y="1692"/>
                    </a:lnTo>
                    <a:close/>
                  </a:path>
                </a:pathLst>
              </a:custGeom>
              <a:solidFill>
                <a:srgbClr val="EA50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2440781" y="2994815"/>
            <a:ext cx="220266" cy="1365647"/>
            <a:chOff x="2440781" y="2994635"/>
            <a:chExt cx="220266" cy="1365647"/>
          </a:xfrm>
        </p:grpSpPr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2440781" y="4145969"/>
              <a:ext cx="220266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477709" y="2994635"/>
              <a:ext cx="146447" cy="1335841"/>
              <a:chOff x="2477709" y="2994635"/>
              <a:chExt cx="146447" cy="1335841"/>
            </a:xfrm>
          </p:grpSpPr>
          <p:sp>
            <p:nvSpPr>
              <p:cNvPr id="22" name="Oval 11"/>
              <p:cNvSpPr>
                <a:spLocks noChangeArrowheads="1"/>
              </p:cNvSpPr>
              <p:nvPr/>
            </p:nvSpPr>
            <p:spPr bwMode="auto">
              <a:xfrm>
                <a:off x="2477709" y="4182838"/>
                <a:ext cx="146447" cy="147638"/>
              </a:xfrm>
              <a:prstGeom prst="ellipse">
                <a:avLst/>
              </a:prstGeom>
              <a:solidFill>
                <a:srgbClr val="CCB7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Freeform 37"/>
              <p:cNvSpPr>
                <a:spLocks/>
              </p:cNvSpPr>
              <p:nvPr/>
            </p:nvSpPr>
            <p:spPr bwMode="auto">
              <a:xfrm>
                <a:off x="2528887" y="2994635"/>
                <a:ext cx="44054" cy="1262063"/>
              </a:xfrm>
              <a:custGeom>
                <a:avLst/>
                <a:gdLst>
                  <a:gd name="T0" fmla="*/ 37 w 37"/>
                  <a:gd name="T1" fmla="*/ 1060 h 1060"/>
                  <a:gd name="T2" fmla="*/ 0 w 37"/>
                  <a:gd name="T3" fmla="*/ 1060 h 1060"/>
                  <a:gd name="T4" fmla="*/ 0 w 37"/>
                  <a:gd name="T5" fmla="*/ 0 h 1060"/>
                  <a:gd name="T6" fmla="*/ 37 w 37"/>
                  <a:gd name="T7" fmla="*/ 0 h 1060"/>
                  <a:gd name="T8" fmla="*/ 37 w 37"/>
                  <a:gd name="T9" fmla="*/ 1060 h 1060"/>
                  <a:gd name="T10" fmla="*/ 37 w 37"/>
                  <a:gd name="T11" fmla="*/ 1060 h 10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060">
                    <a:moveTo>
                      <a:pt x="37" y="1060"/>
                    </a:moveTo>
                    <a:lnTo>
                      <a:pt x="0" y="1060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1060"/>
                    </a:lnTo>
                    <a:lnTo>
                      <a:pt x="37" y="1060"/>
                    </a:lnTo>
                    <a:close/>
                  </a:path>
                </a:pathLst>
              </a:custGeom>
              <a:solidFill>
                <a:srgbClr val="CCB7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1258492" y="1976721"/>
            <a:ext cx="213122" cy="2383660"/>
            <a:chOff x="1258492" y="1976622"/>
            <a:chExt cx="213122" cy="2383660"/>
          </a:xfrm>
        </p:grpSpPr>
        <p:sp>
          <p:nvSpPr>
            <p:cNvPr id="17" name="Oval 7"/>
            <p:cNvSpPr>
              <a:spLocks noChangeArrowheads="1"/>
            </p:cNvSpPr>
            <p:nvPr/>
          </p:nvSpPr>
          <p:spPr bwMode="auto">
            <a:xfrm>
              <a:off x="1258492" y="4145969"/>
              <a:ext cx="213122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288300" y="1976622"/>
              <a:ext cx="146447" cy="2353854"/>
              <a:chOff x="1288300" y="1976622"/>
              <a:chExt cx="146447" cy="2353854"/>
            </a:xfrm>
          </p:grpSpPr>
          <p:sp>
            <p:nvSpPr>
              <p:cNvPr id="19" name="Oval 8"/>
              <p:cNvSpPr>
                <a:spLocks noChangeArrowheads="1"/>
              </p:cNvSpPr>
              <p:nvPr/>
            </p:nvSpPr>
            <p:spPr bwMode="auto">
              <a:xfrm>
                <a:off x="1288300" y="4182838"/>
                <a:ext cx="146447" cy="147638"/>
              </a:xfrm>
              <a:prstGeom prst="ellipse">
                <a:avLst/>
              </a:prstGeom>
              <a:solidFill>
                <a:srgbClr val="74A7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Freeform 38"/>
              <p:cNvSpPr>
                <a:spLocks/>
              </p:cNvSpPr>
              <p:nvPr/>
            </p:nvSpPr>
            <p:spPr bwMode="auto">
              <a:xfrm>
                <a:off x="1339453" y="1976622"/>
                <a:ext cx="44054" cy="2280047"/>
              </a:xfrm>
              <a:custGeom>
                <a:avLst/>
                <a:gdLst>
                  <a:gd name="T0" fmla="*/ 37 w 37"/>
                  <a:gd name="T1" fmla="*/ 1915 h 1915"/>
                  <a:gd name="T2" fmla="*/ 0 w 37"/>
                  <a:gd name="T3" fmla="*/ 1915 h 1915"/>
                  <a:gd name="T4" fmla="*/ 0 w 37"/>
                  <a:gd name="T5" fmla="*/ 0 h 1915"/>
                  <a:gd name="T6" fmla="*/ 37 w 37"/>
                  <a:gd name="T7" fmla="*/ 0 h 1915"/>
                  <a:gd name="T8" fmla="*/ 37 w 37"/>
                  <a:gd name="T9" fmla="*/ 1915 h 1915"/>
                  <a:gd name="T10" fmla="*/ 37 w 37"/>
                  <a:gd name="T11" fmla="*/ 1915 h 1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915">
                    <a:moveTo>
                      <a:pt x="37" y="1915"/>
                    </a:moveTo>
                    <a:lnTo>
                      <a:pt x="0" y="1915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1915"/>
                    </a:lnTo>
                    <a:lnTo>
                      <a:pt x="37" y="1915"/>
                    </a:lnTo>
                    <a:close/>
                  </a:path>
                </a:pathLst>
              </a:custGeom>
              <a:solidFill>
                <a:srgbClr val="74A7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1178992" y="1821878"/>
            <a:ext cx="2032397" cy="849898"/>
            <a:chOff x="1178762" y="1821827"/>
            <a:chExt cx="2032397" cy="849898"/>
          </a:xfrm>
        </p:grpSpPr>
        <p:sp>
          <p:nvSpPr>
            <p:cNvPr id="78" name="Freeform 31"/>
            <p:cNvSpPr>
              <a:spLocks/>
            </p:cNvSpPr>
            <p:nvPr/>
          </p:nvSpPr>
          <p:spPr bwMode="auto">
            <a:xfrm>
              <a:off x="1178762" y="1821827"/>
              <a:ext cx="2032397" cy="782241"/>
            </a:xfrm>
            <a:custGeom>
              <a:avLst/>
              <a:gdLst>
                <a:gd name="T0" fmla="*/ 0 w 1707"/>
                <a:gd name="T1" fmla="*/ 657 h 657"/>
                <a:gd name="T2" fmla="*/ 1707 w 1707"/>
                <a:gd name="T3" fmla="*/ 657 h 657"/>
                <a:gd name="T4" fmla="*/ 1707 w 1707"/>
                <a:gd name="T5" fmla="*/ 0 h 657"/>
                <a:gd name="T6" fmla="*/ 0 w 1707"/>
                <a:gd name="T7" fmla="*/ 0 h 657"/>
                <a:gd name="T8" fmla="*/ 0 w 1707"/>
                <a:gd name="T9" fmla="*/ 657 h 657"/>
                <a:gd name="T10" fmla="*/ 0 w 1707"/>
                <a:gd name="T11" fmla="*/ 657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7" h="657">
                  <a:moveTo>
                    <a:pt x="0" y="657"/>
                  </a:moveTo>
                  <a:lnTo>
                    <a:pt x="1707" y="657"/>
                  </a:lnTo>
                  <a:lnTo>
                    <a:pt x="1707" y="0"/>
                  </a:lnTo>
                  <a:lnTo>
                    <a:pt x="0" y="0"/>
                  </a:lnTo>
                  <a:lnTo>
                    <a:pt x="0" y="657"/>
                  </a:lnTo>
                  <a:lnTo>
                    <a:pt x="0" y="657"/>
                  </a:lnTo>
                  <a:close/>
                </a:path>
              </a:pathLst>
            </a:custGeom>
            <a:solidFill>
              <a:srgbClr val="74A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1307349" y="1863814"/>
              <a:ext cx="1903810" cy="807911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服务器端接受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POST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请求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, 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并写入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HDFS, 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后台不断读取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HDFS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中的文件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, 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进行分析操作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570685" y="1821911"/>
            <a:ext cx="2033588" cy="782241"/>
            <a:chOff x="3570685" y="1821827"/>
            <a:chExt cx="2033588" cy="782241"/>
          </a:xfrm>
        </p:grpSpPr>
        <p:sp>
          <p:nvSpPr>
            <p:cNvPr id="80" name="Freeform 33"/>
            <p:cNvSpPr>
              <a:spLocks/>
            </p:cNvSpPr>
            <p:nvPr/>
          </p:nvSpPr>
          <p:spPr bwMode="auto">
            <a:xfrm>
              <a:off x="3570685" y="1821827"/>
              <a:ext cx="2033588" cy="782241"/>
            </a:xfrm>
            <a:custGeom>
              <a:avLst/>
              <a:gdLst>
                <a:gd name="T0" fmla="*/ 0 w 1708"/>
                <a:gd name="T1" fmla="*/ 657 h 657"/>
                <a:gd name="T2" fmla="*/ 1708 w 1708"/>
                <a:gd name="T3" fmla="*/ 657 h 657"/>
                <a:gd name="T4" fmla="*/ 1708 w 1708"/>
                <a:gd name="T5" fmla="*/ 0 h 657"/>
                <a:gd name="T6" fmla="*/ 0 w 1708"/>
                <a:gd name="T7" fmla="*/ 0 h 657"/>
                <a:gd name="T8" fmla="*/ 0 w 1708"/>
                <a:gd name="T9" fmla="*/ 657 h 657"/>
                <a:gd name="T10" fmla="*/ 0 w 1708"/>
                <a:gd name="T11" fmla="*/ 657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8" h="657">
                  <a:moveTo>
                    <a:pt x="0" y="657"/>
                  </a:moveTo>
                  <a:lnTo>
                    <a:pt x="1708" y="657"/>
                  </a:lnTo>
                  <a:lnTo>
                    <a:pt x="1708" y="0"/>
                  </a:lnTo>
                  <a:lnTo>
                    <a:pt x="0" y="0"/>
                  </a:lnTo>
                  <a:lnTo>
                    <a:pt x="0" y="657"/>
                  </a:lnTo>
                  <a:lnTo>
                    <a:pt x="0" y="657"/>
                  </a:lnTo>
                  <a:close/>
                </a:path>
              </a:pathLst>
            </a:custGeom>
            <a:solidFill>
              <a:srgbClr val="EA50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3676420" y="1821828"/>
              <a:ext cx="1775222" cy="715578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 对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JOSN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的处理：去除“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data=”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只留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JSON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主体部分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5949680" y="1821876"/>
            <a:ext cx="2032397" cy="782241"/>
            <a:chOff x="5949597" y="1821827"/>
            <a:chExt cx="2032397" cy="782241"/>
          </a:xfrm>
        </p:grpSpPr>
        <p:sp>
          <p:nvSpPr>
            <p:cNvPr id="79" name="Freeform 32"/>
            <p:cNvSpPr>
              <a:spLocks/>
            </p:cNvSpPr>
            <p:nvPr/>
          </p:nvSpPr>
          <p:spPr bwMode="auto">
            <a:xfrm>
              <a:off x="5949597" y="1821827"/>
              <a:ext cx="2032397" cy="782241"/>
            </a:xfrm>
            <a:custGeom>
              <a:avLst/>
              <a:gdLst>
                <a:gd name="T0" fmla="*/ 0 w 1707"/>
                <a:gd name="T1" fmla="*/ 657 h 657"/>
                <a:gd name="T2" fmla="*/ 1707 w 1707"/>
                <a:gd name="T3" fmla="*/ 657 h 657"/>
                <a:gd name="T4" fmla="*/ 1707 w 1707"/>
                <a:gd name="T5" fmla="*/ 0 h 657"/>
                <a:gd name="T6" fmla="*/ 0 w 1707"/>
                <a:gd name="T7" fmla="*/ 0 h 657"/>
                <a:gd name="T8" fmla="*/ 0 w 1707"/>
                <a:gd name="T9" fmla="*/ 657 h 657"/>
                <a:gd name="T10" fmla="*/ 0 w 1707"/>
                <a:gd name="T11" fmla="*/ 657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7" h="657">
                  <a:moveTo>
                    <a:pt x="0" y="657"/>
                  </a:moveTo>
                  <a:lnTo>
                    <a:pt x="1707" y="657"/>
                  </a:lnTo>
                  <a:lnTo>
                    <a:pt x="1707" y="0"/>
                  </a:lnTo>
                  <a:lnTo>
                    <a:pt x="0" y="0"/>
                  </a:lnTo>
                  <a:lnTo>
                    <a:pt x="0" y="657"/>
                  </a:lnTo>
                  <a:lnTo>
                    <a:pt x="0" y="657"/>
                  </a:lnTo>
                  <a:close/>
                </a:path>
              </a:pathLst>
            </a:custGeom>
            <a:solidFill>
              <a:srgbClr val="74A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6059434" y="1929584"/>
              <a:ext cx="1775222" cy="500135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Thrift 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实现 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Python 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对 </a:t>
              </a:r>
              <a:r>
                <a:rPr lang="en-US" altLang="zh-CN" sz="1400" dirty="0" err="1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Hbase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的操作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529955" y="2913880"/>
            <a:ext cx="2026444" cy="775096"/>
            <a:chOff x="1529955" y="2913674"/>
            <a:chExt cx="2026444" cy="775097"/>
          </a:xfrm>
        </p:grpSpPr>
        <p:sp>
          <p:nvSpPr>
            <p:cNvPr id="74" name="Freeform 27"/>
            <p:cNvSpPr>
              <a:spLocks/>
            </p:cNvSpPr>
            <p:nvPr/>
          </p:nvSpPr>
          <p:spPr bwMode="auto">
            <a:xfrm>
              <a:off x="1529955" y="2913674"/>
              <a:ext cx="2026444" cy="775097"/>
            </a:xfrm>
            <a:custGeom>
              <a:avLst/>
              <a:gdLst>
                <a:gd name="T0" fmla="*/ 0 w 1702"/>
                <a:gd name="T1" fmla="*/ 651 h 651"/>
                <a:gd name="T2" fmla="*/ 1702 w 1702"/>
                <a:gd name="T3" fmla="*/ 651 h 651"/>
                <a:gd name="T4" fmla="*/ 1702 w 1702"/>
                <a:gd name="T5" fmla="*/ 0 h 651"/>
                <a:gd name="T6" fmla="*/ 0 w 1702"/>
                <a:gd name="T7" fmla="*/ 0 h 651"/>
                <a:gd name="T8" fmla="*/ 0 w 1702"/>
                <a:gd name="T9" fmla="*/ 651 h 651"/>
                <a:gd name="T10" fmla="*/ 0 w 1702"/>
                <a:gd name="T11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2" h="651">
                  <a:moveTo>
                    <a:pt x="0" y="651"/>
                  </a:moveTo>
                  <a:lnTo>
                    <a:pt x="1702" y="651"/>
                  </a:lnTo>
                  <a:lnTo>
                    <a:pt x="1702" y="0"/>
                  </a:lnTo>
                  <a:lnTo>
                    <a:pt x="0" y="0"/>
                  </a:lnTo>
                  <a:lnTo>
                    <a:pt x="0" y="651"/>
                  </a:lnTo>
                  <a:lnTo>
                    <a:pt x="0" y="651"/>
                  </a:lnTo>
                  <a:close/>
                </a:path>
              </a:pathLst>
            </a:custGeom>
            <a:solidFill>
              <a:srgbClr val="CCB7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1530844" y="2936276"/>
              <a:ext cx="1929708" cy="715579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无耦合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(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将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JSON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处理分离出来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, 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将数据库入库分离出来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)</a:t>
              </a:r>
              <a:endParaRPr lang="zh-CN" altLang="en-US" sz="1400" dirty="0">
                <a:solidFill>
                  <a:prstClr val="whit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908824" y="2723678"/>
            <a:ext cx="2025254" cy="918463"/>
            <a:chOff x="3908824" y="2913674"/>
            <a:chExt cx="2025254" cy="775097"/>
          </a:xfrm>
        </p:grpSpPr>
        <p:sp>
          <p:nvSpPr>
            <p:cNvPr id="77" name="Freeform 30"/>
            <p:cNvSpPr>
              <a:spLocks/>
            </p:cNvSpPr>
            <p:nvPr/>
          </p:nvSpPr>
          <p:spPr bwMode="auto">
            <a:xfrm>
              <a:off x="3908824" y="2913674"/>
              <a:ext cx="2025254" cy="775097"/>
            </a:xfrm>
            <a:custGeom>
              <a:avLst/>
              <a:gdLst>
                <a:gd name="T0" fmla="*/ 0 w 1701"/>
                <a:gd name="T1" fmla="*/ 651 h 651"/>
                <a:gd name="T2" fmla="*/ 1701 w 1701"/>
                <a:gd name="T3" fmla="*/ 651 h 651"/>
                <a:gd name="T4" fmla="*/ 1701 w 1701"/>
                <a:gd name="T5" fmla="*/ 0 h 651"/>
                <a:gd name="T6" fmla="*/ 0 w 1701"/>
                <a:gd name="T7" fmla="*/ 0 h 651"/>
                <a:gd name="T8" fmla="*/ 0 w 1701"/>
                <a:gd name="T9" fmla="*/ 651 h 651"/>
                <a:gd name="T10" fmla="*/ 0 w 1701"/>
                <a:gd name="T11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1" h="651">
                  <a:moveTo>
                    <a:pt x="0" y="651"/>
                  </a:moveTo>
                  <a:lnTo>
                    <a:pt x="1701" y="651"/>
                  </a:lnTo>
                  <a:lnTo>
                    <a:pt x="1701" y="0"/>
                  </a:lnTo>
                  <a:lnTo>
                    <a:pt x="0" y="0"/>
                  </a:lnTo>
                  <a:lnTo>
                    <a:pt x="0" y="651"/>
                  </a:lnTo>
                  <a:lnTo>
                    <a:pt x="0" y="651"/>
                  </a:lnTo>
                  <a:close/>
                </a:path>
              </a:pathLst>
            </a:custGeom>
            <a:solidFill>
              <a:srgbClr val="7B6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4011813" y="2977594"/>
              <a:ext cx="1775222" cy="603881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对所有顾客进行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map, 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只对入店顾客进行入库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265191" y="2681643"/>
            <a:ext cx="2032397" cy="951137"/>
            <a:chOff x="6265112" y="2913674"/>
            <a:chExt cx="2032397" cy="775097"/>
          </a:xfrm>
        </p:grpSpPr>
        <p:sp>
          <p:nvSpPr>
            <p:cNvPr id="76" name="Freeform 29"/>
            <p:cNvSpPr>
              <a:spLocks/>
            </p:cNvSpPr>
            <p:nvPr/>
          </p:nvSpPr>
          <p:spPr bwMode="auto">
            <a:xfrm>
              <a:off x="6265112" y="2913674"/>
              <a:ext cx="2032397" cy="775097"/>
            </a:xfrm>
            <a:custGeom>
              <a:avLst/>
              <a:gdLst>
                <a:gd name="T0" fmla="*/ 0 w 1707"/>
                <a:gd name="T1" fmla="*/ 651 h 651"/>
                <a:gd name="T2" fmla="*/ 1707 w 1707"/>
                <a:gd name="T3" fmla="*/ 651 h 651"/>
                <a:gd name="T4" fmla="*/ 1707 w 1707"/>
                <a:gd name="T5" fmla="*/ 0 h 651"/>
                <a:gd name="T6" fmla="*/ 0 w 1707"/>
                <a:gd name="T7" fmla="*/ 0 h 651"/>
                <a:gd name="T8" fmla="*/ 0 w 1707"/>
                <a:gd name="T9" fmla="*/ 651 h 651"/>
                <a:gd name="T10" fmla="*/ 0 w 1707"/>
                <a:gd name="T11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7" h="651">
                  <a:moveTo>
                    <a:pt x="0" y="651"/>
                  </a:moveTo>
                  <a:lnTo>
                    <a:pt x="1707" y="651"/>
                  </a:lnTo>
                  <a:lnTo>
                    <a:pt x="1707" y="0"/>
                  </a:lnTo>
                  <a:lnTo>
                    <a:pt x="0" y="0"/>
                  </a:lnTo>
                  <a:lnTo>
                    <a:pt x="0" y="651"/>
                  </a:lnTo>
                  <a:lnTo>
                    <a:pt x="0" y="651"/>
                  </a:lnTo>
                  <a:close/>
                </a:path>
              </a:pathLst>
            </a:custGeom>
            <a:solidFill>
              <a:srgbClr val="EA50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6323056" y="2913674"/>
              <a:ext cx="1893646" cy="758705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Linux </a:t>
              </a:r>
              <a:r>
                <a:rPr lang="en-US" altLang="zh-CN" sz="1400" dirty="0" err="1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crontab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 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实现定时</a:t>
              </a:r>
              <a:r>
                <a:rPr lang="zh-CN" altLang="en-US" sz="14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任务，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spark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计算，结果存入</a:t>
              </a:r>
              <a:r>
                <a:rPr lang="en-US" altLang="zh-CN" sz="1400" dirty="0" err="1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Mysql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中的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Result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表</a:t>
              </a:r>
            </a:p>
          </p:txBody>
        </p:sp>
      </p:grpSp>
      <p:sp>
        <p:nvSpPr>
          <p:cNvPr id="90" name="椭圆 33"/>
          <p:cNvSpPr>
            <a:spLocks noChangeArrowheads="1"/>
          </p:cNvSpPr>
          <p:nvPr/>
        </p:nvSpPr>
        <p:spPr bwMode="auto">
          <a:xfrm>
            <a:off x="1288300" y="566641"/>
            <a:ext cx="1689098" cy="1027510"/>
          </a:xfrm>
          <a:prstGeom prst="ellipse">
            <a:avLst/>
          </a:prstGeom>
          <a:solidFill>
            <a:srgbClr val="FFFFFF">
              <a:alpha val="32156"/>
            </a:srgbClr>
          </a:solidFill>
          <a:ln w="12700">
            <a:solidFill>
              <a:schemeClr val="bg1"/>
            </a:solidFill>
            <a:bevel/>
            <a:headEnd/>
            <a:tailEnd/>
          </a:ln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itchFamily="66" charset="0"/>
                <a:sym typeface="宋体" pitchFamily="2" charset="-122"/>
              </a:rPr>
              <a:t>数据采集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Comic Sans MS" pitchFamily="66" charset="0"/>
              <a:sym typeface="宋体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31071" y="197309"/>
            <a:ext cx="190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二、设计原理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0328859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90" grpId="0" bldLvl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164131" y="4068681"/>
            <a:ext cx="7486632" cy="369094"/>
            <a:chOff x="1178739" y="4072110"/>
            <a:chExt cx="7486632" cy="369094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1362118" y="4212604"/>
              <a:ext cx="7141369" cy="88106"/>
            </a:xfrm>
            <a:custGeom>
              <a:avLst/>
              <a:gdLst>
                <a:gd name="T0" fmla="*/ 0 w 5998"/>
                <a:gd name="T1" fmla="*/ 0 h 74"/>
                <a:gd name="T2" fmla="*/ 5998 w 5998"/>
                <a:gd name="T3" fmla="*/ 0 h 74"/>
                <a:gd name="T4" fmla="*/ 5998 w 5998"/>
                <a:gd name="T5" fmla="*/ 74 h 74"/>
                <a:gd name="T6" fmla="*/ 0 w 5998"/>
                <a:gd name="T7" fmla="*/ 74 h 74"/>
                <a:gd name="T8" fmla="*/ 0 w 5998"/>
                <a:gd name="T9" fmla="*/ 0 h 74"/>
                <a:gd name="T10" fmla="*/ 0 w 5998"/>
                <a:gd name="T11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98" h="74">
                  <a:moveTo>
                    <a:pt x="0" y="0"/>
                  </a:moveTo>
                  <a:lnTo>
                    <a:pt x="5998" y="0"/>
                  </a:lnTo>
                  <a:lnTo>
                    <a:pt x="5998" y="74"/>
                  </a:lnTo>
                  <a:lnTo>
                    <a:pt x="0" y="7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16" name="Oval 6"/>
            <p:cNvSpPr>
              <a:spLocks noChangeArrowheads="1"/>
            </p:cNvSpPr>
            <p:nvPr/>
          </p:nvSpPr>
          <p:spPr bwMode="auto">
            <a:xfrm>
              <a:off x="1178739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0" name="Oval 9"/>
            <p:cNvSpPr>
              <a:spLocks noChangeArrowheads="1"/>
            </p:cNvSpPr>
            <p:nvPr/>
          </p:nvSpPr>
          <p:spPr bwMode="auto">
            <a:xfrm>
              <a:off x="2366979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3" name="Oval 12"/>
            <p:cNvSpPr>
              <a:spLocks noChangeArrowheads="1"/>
            </p:cNvSpPr>
            <p:nvPr/>
          </p:nvSpPr>
          <p:spPr bwMode="auto">
            <a:xfrm>
              <a:off x="3556440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6" name="Oval 15"/>
            <p:cNvSpPr>
              <a:spLocks noChangeArrowheads="1"/>
            </p:cNvSpPr>
            <p:nvPr/>
          </p:nvSpPr>
          <p:spPr bwMode="auto">
            <a:xfrm>
              <a:off x="4737499" y="4072110"/>
              <a:ext cx="367904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9" name="Oval 18"/>
            <p:cNvSpPr>
              <a:spLocks noChangeArrowheads="1"/>
            </p:cNvSpPr>
            <p:nvPr/>
          </p:nvSpPr>
          <p:spPr bwMode="auto">
            <a:xfrm>
              <a:off x="5926971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53" name="Oval 21"/>
            <p:cNvSpPr>
              <a:spLocks noChangeArrowheads="1"/>
            </p:cNvSpPr>
            <p:nvPr/>
          </p:nvSpPr>
          <p:spPr bwMode="auto">
            <a:xfrm>
              <a:off x="7109265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71" name="Oval 24"/>
            <p:cNvSpPr>
              <a:spLocks noChangeArrowheads="1"/>
            </p:cNvSpPr>
            <p:nvPr/>
          </p:nvSpPr>
          <p:spPr bwMode="auto">
            <a:xfrm>
              <a:off x="8297467" y="4072110"/>
              <a:ext cx="367904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</p:grpSp>
      <p:sp>
        <p:nvSpPr>
          <p:cNvPr id="72" name="Oval 25"/>
          <p:cNvSpPr>
            <a:spLocks noChangeArrowheads="1"/>
          </p:cNvSpPr>
          <p:nvPr/>
        </p:nvSpPr>
        <p:spPr bwMode="auto">
          <a:xfrm>
            <a:off x="8371285" y="4146153"/>
            <a:ext cx="213122" cy="21431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16" tIns="34289" rIns="68516" bIns="34289" numCol="1" anchor="t" anchorCtr="0" compatLnSpc="1">
            <a:prstTxWarp prst="textNoShape">
              <a:avLst/>
            </a:prstTxWarp>
          </a:bodyPr>
          <a:lstStyle/>
          <a:p>
            <a:pPr defTabSz="685069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73" name="Oval 26"/>
          <p:cNvSpPr>
            <a:spLocks noChangeArrowheads="1"/>
          </p:cNvSpPr>
          <p:nvPr/>
        </p:nvSpPr>
        <p:spPr bwMode="auto">
          <a:xfrm>
            <a:off x="8408472" y="4182940"/>
            <a:ext cx="146447" cy="147638"/>
          </a:xfrm>
          <a:prstGeom prst="ellipse">
            <a:avLst/>
          </a:prstGeom>
          <a:solidFill>
            <a:srgbClr val="7B60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16" tIns="34289" rIns="68516" bIns="34289" numCol="1" anchor="t" anchorCtr="0" compatLnSpc="1">
            <a:prstTxWarp prst="textNoShape">
              <a:avLst/>
            </a:prstTxWarp>
          </a:bodyPr>
          <a:lstStyle/>
          <a:p>
            <a:pPr defTabSz="685069"/>
            <a:endParaRPr lang="zh-CN" altLang="en-US" sz="1400">
              <a:solidFill>
                <a:prstClr val="black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188994" y="3260102"/>
            <a:ext cx="213122" cy="1100181"/>
            <a:chOff x="7188994" y="3260101"/>
            <a:chExt cx="213122" cy="1100181"/>
          </a:xfrm>
        </p:grpSpPr>
        <p:sp>
          <p:nvSpPr>
            <p:cNvPr id="61" name="Oval 22"/>
            <p:cNvSpPr>
              <a:spLocks noChangeArrowheads="1"/>
            </p:cNvSpPr>
            <p:nvPr/>
          </p:nvSpPr>
          <p:spPr bwMode="auto">
            <a:xfrm>
              <a:off x="7188994" y="4145969"/>
              <a:ext cx="213122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7218803" y="3260101"/>
              <a:ext cx="146447" cy="1070375"/>
              <a:chOff x="7218803" y="3260101"/>
              <a:chExt cx="146447" cy="1070375"/>
            </a:xfrm>
          </p:grpSpPr>
          <p:sp>
            <p:nvSpPr>
              <p:cNvPr id="70" name="Oval 23"/>
              <p:cNvSpPr>
                <a:spLocks noChangeArrowheads="1"/>
              </p:cNvSpPr>
              <p:nvPr/>
            </p:nvSpPr>
            <p:spPr bwMode="auto">
              <a:xfrm>
                <a:off x="7218803" y="4182838"/>
                <a:ext cx="146447" cy="147638"/>
              </a:xfrm>
              <a:prstGeom prst="ellipse">
                <a:avLst/>
              </a:prstGeom>
              <a:solidFill>
                <a:srgbClr val="EA50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28"/>
              <p:cNvSpPr>
                <a:spLocks/>
              </p:cNvSpPr>
              <p:nvPr/>
            </p:nvSpPr>
            <p:spPr bwMode="auto">
              <a:xfrm>
                <a:off x="7269958" y="3260101"/>
                <a:ext cx="44054" cy="996554"/>
              </a:xfrm>
              <a:custGeom>
                <a:avLst/>
                <a:gdLst>
                  <a:gd name="T0" fmla="*/ 37 w 37"/>
                  <a:gd name="T1" fmla="*/ 837 h 837"/>
                  <a:gd name="T2" fmla="*/ 0 w 37"/>
                  <a:gd name="T3" fmla="*/ 837 h 837"/>
                  <a:gd name="T4" fmla="*/ 0 w 37"/>
                  <a:gd name="T5" fmla="*/ 0 h 837"/>
                  <a:gd name="T6" fmla="*/ 37 w 37"/>
                  <a:gd name="T7" fmla="*/ 0 h 837"/>
                  <a:gd name="T8" fmla="*/ 37 w 37"/>
                  <a:gd name="T9" fmla="*/ 837 h 837"/>
                  <a:gd name="T10" fmla="*/ 37 w 37"/>
                  <a:gd name="T11" fmla="*/ 837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837">
                    <a:moveTo>
                      <a:pt x="37" y="837"/>
                    </a:moveTo>
                    <a:lnTo>
                      <a:pt x="0" y="837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837"/>
                    </a:lnTo>
                    <a:lnTo>
                      <a:pt x="37" y="837"/>
                    </a:lnTo>
                    <a:close/>
                  </a:path>
                </a:pathLst>
              </a:custGeom>
              <a:solidFill>
                <a:srgbClr val="EA50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6000751" y="2375468"/>
            <a:ext cx="213122" cy="1984815"/>
            <a:chOff x="6000751" y="2375467"/>
            <a:chExt cx="213122" cy="1984815"/>
          </a:xfrm>
        </p:grpSpPr>
        <p:sp>
          <p:nvSpPr>
            <p:cNvPr id="30" name="Oval 19"/>
            <p:cNvSpPr>
              <a:spLocks noChangeArrowheads="1"/>
            </p:cNvSpPr>
            <p:nvPr/>
          </p:nvSpPr>
          <p:spPr bwMode="auto">
            <a:xfrm>
              <a:off x="6000751" y="4145969"/>
              <a:ext cx="213122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6037668" y="2375467"/>
              <a:ext cx="146447" cy="1955009"/>
              <a:chOff x="6037668" y="2375467"/>
              <a:chExt cx="146447" cy="1955009"/>
            </a:xfrm>
          </p:grpSpPr>
          <p:sp>
            <p:nvSpPr>
              <p:cNvPr id="31" name="Oval 20"/>
              <p:cNvSpPr>
                <a:spLocks noChangeArrowheads="1"/>
              </p:cNvSpPr>
              <p:nvPr/>
            </p:nvSpPr>
            <p:spPr bwMode="auto">
              <a:xfrm>
                <a:off x="6037668" y="4182838"/>
                <a:ext cx="146447" cy="147638"/>
              </a:xfrm>
              <a:prstGeom prst="ellipse">
                <a:avLst/>
              </a:prstGeom>
              <a:solidFill>
                <a:srgbClr val="74A7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Freeform 34"/>
              <p:cNvSpPr>
                <a:spLocks/>
              </p:cNvSpPr>
              <p:nvPr/>
            </p:nvSpPr>
            <p:spPr bwMode="auto">
              <a:xfrm>
                <a:off x="6088858" y="2375467"/>
                <a:ext cx="44054" cy="1881188"/>
              </a:xfrm>
              <a:custGeom>
                <a:avLst/>
                <a:gdLst>
                  <a:gd name="T0" fmla="*/ 37 w 37"/>
                  <a:gd name="T1" fmla="*/ 1580 h 1580"/>
                  <a:gd name="T2" fmla="*/ 0 w 37"/>
                  <a:gd name="T3" fmla="*/ 1580 h 1580"/>
                  <a:gd name="T4" fmla="*/ 0 w 37"/>
                  <a:gd name="T5" fmla="*/ 0 h 1580"/>
                  <a:gd name="T6" fmla="*/ 37 w 37"/>
                  <a:gd name="T7" fmla="*/ 0 h 1580"/>
                  <a:gd name="T8" fmla="*/ 37 w 37"/>
                  <a:gd name="T9" fmla="*/ 1580 h 1580"/>
                  <a:gd name="T10" fmla="*/ 37 w 37"/>
                  <a:gd name="T11" fmla="*/ 1580 h 1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580">
                    <a:moveTo>
                      <a:pt x="37" y="1580"/>
                    </a:moveTo>
                    <a:lnTo>
                      <a:pt x="0" y="1580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1580"/>
                    </a:lnTo>
                    <a:lnTo>
                      <a:pt x="37" y="1580"/>
                    </a:lnTo>
                    <a:close/>
                  </a:path>
                </a:pathLst>
              </a:custGeom>
              <a:solidFill>
                <a:srgbClr val="74A7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4818460" y="3260102"/>
            <a:ext cx="213122" cy="1100181"/>
            <a:chOff x="4818460" y="3260101"/>
            <a:chExt cx="213122" cy="1100181"/>
          </a:xfrm>
        </p:grpSpPr>
        <p:sp>
          <p:nvSpPr>
            <p:cNvPr id="27" name="Oval 16"/>
            <p:cNvSpPr>
              <a:spLocks noChangeArrowheads="1"/>
            </p:cNvSpPr>
            <p:nvPr/>
          </p:nvSpPr>
          <p:spPr bwMode="auto">
            <a:xfrm>
              <a:off x="4818460" y="4145969"/>
              <a:ext cx="213122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4848269" y="3260101"/>
              <a:ext cx="146447" cy="1070375"/>
              <a:chOff x="4848269" y="3260101"/>
              <a:chExt cx="146447" cy="1070375"/>
            </a:xfrm>
          </p:grpSpPr>
          <p:sp>
            <p:nvSpPr>
              <p:cNvPr id="28" name="Oval 17"/>
              <p:cNvSpPr>
                <a:spLocks noChangeArrowheads="1"/>
              </p:cNvSpPr>
              <p:nvPr/>
            </p:nvSpPr>
            <p:spPr bwMode="auto">
              <a:xfrm>
                <a:off x="4848269" y="4182838"/>
                <a:ext cx="146447" cy="147638"/>
              </a:xfrm>
              <a:prstGeom prst="ellipse">
                <a:avLst/>
              </a:prstGeom>
              <a:solidFill>
                <a:srgbClr val="7B60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Freeform 35"/>
              <p:cNvSpPr>
                <a:spLocks/>
              </p:cNvSpPr>
              <p:nvPr/>
            </p:nvSpPr>
            <p:spPr bwMode="auto">
              <a:xfrm>
                <a:off x="4899424" y="3260101"/>
                <a:ext cx="44054" cy="996554"/>
              </a:xfrm>
              <a:custGeom>
                <a:avLst/>
                <a:gdLst>
                  <a:gd name="T0" fmla="*/ 37 w 37"/>
                  <a:gd name="T1" fmla="*/ 837 h 837"/>
                  <a:gd name="T2" fmla="*/ 0 w 37"/>
                  <a:gd name="T3" fmla="*/ 837 h 837"/>
                  <a:gd name="T4" fmla="*/ 0 w 37"/>
                  <a:gd name="T5" fmla="*/ 0 h 837"/>
                  <a:gd name="T6" fmla="*/ 37 w 37"/>
                  <a:gd name="T7" fmla="*/ 0 h 837"/>
                  <a:gd name="T8" fmla="*/ 37 w 37"/>
                  <a:gd name="T9" fmla="*/ 837 h 837"/>
                  <a:gd name="T10" fmla="*/ 37 w 37"/>
                  <a:gd name="T11" fmla="*/ 837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837">
                    <a:moveTo>
                      <a:pt x="37" y="837"/>
                    </a:moveTo>
                    <a:lnTo>
                      <a:pt x="0" y="837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837"/>
                    </a:lnTo>
                    <a:lnTo>
                      <a:pt x="37" y="837"/>
                    </a:lnTo>
                    <a:close/>
                  </a:path>
                </a:pathLst>
              </a:custGeom>
              <a:solidFill>
                <a:srgbClr val="7B60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3630329" y="2242118"/>
            <a:ext cx="211931" cy="2118165"/>
            <a:chOff x="3630260" y="2242117"/>
            <a:chExt cx="211931" cy="2118165"/>
          </a:xfrm>
        </p:grpSpPr>
        <p:sp>
          <p:nvSpPr>
            <p:cNvPr id="24" name="Oval 13"/>
            <p:cNvSpPr>
              <a:spLocks noChangeArrowheads="1"/>
            </p:cNvSpPr>
            <p:nvPr/>
          </p:nvSpPr>
          <p:spPr bwMode="auto">
            <a:xfrm>
              <a:off x="3630260" y="4145969"/>
              <a:ext cx="211931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665937" y="2242117"/>
              <a:ext cx="140494" cy="2088359"/>
              <a:chOff x="3665937" y="2242117"/>
              <a:chExt cx="140494" cy="2088359"/>
            </a:xfrm>
          </p:grpSpPr>
          <p:sp>
            <p:nvSpPr>
              <p:cNvPr id="25" name="Oval 14"/>
              <p:cNvSpPr>
                <a:spLocks noChangeArrowheads="1"/>
              </p:cNvSpPr>
              <p:nvPr/>
            </p:nvSpPr>
            <p:spPr bwMode="auto">
              <a:xfrm>
                <a:off x="3665937" y="4182838"/>
                <a:ext cx="140494" cy="147638"/>
              </a:xfrm>
              <a:prstGeom prst="ellipse">
                <a:avLst/>
              </a:prstGeom>
              <a:solidFill>
                <a:srgbClr val="EA50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Freeform 36"/>
              <p:cNvSpPr>
                <a:spLocks/>
              </p:cNvSpPr>
              <p:nvPr/>
            </p:nvSpPr>
            <p:spPr bwMode="auto">
              <a:xfrm>
                <a:off x="3709987" y="2242117"/>
                <a:ext cx="52388" cy="2014538"/>
              </a:xfrm>
              <a:custGeom>
                <a:avLst/>
                <a:gdLst>
                  <a:gd name="T0" fmla="*/ 44 w 44"/>
                  <a:gd name="T1" fmla="*/ 1692 h 1692"/>
                  <a:gd name="T2" fmla="*/ 0 w 44"/>
                  <a:gd name="T3" fmla="*/ 1692 h 1692"/>
                  <a:gd name="T4" fmla="*/ 0 w 44"/>
                  <a:gd name="T5" fmla="*/ 0 h 1692"/>
                  <a:gd name="T6" fmla="*/ 44 w 44"/>
                  <a:gd name="T7" fmla="*/ 0 h 1692"/>
                  <a:gd name="T8" fmla="*/ 44 w 44"/>
                  <a:gd name="T9" fmla="*/ 1692 h 1692"/>
                  <a:gd name="T10" fmla="*/ 44 w 44"/>
                  <a:gd name="T11" fmla="*/ 1692 h 1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1692">
                    <a:moveTo>
                      <a:pt x="44" y="1692"/>
                    </a:moveTo>
                    <a:lnTo>
                      <a:pt x="0" y="1692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44" y="1692"/>
                    </a:lnTo>
                    <a:lnTo>
                      <a:pt x="44" y="1692"/>
                    </a:lnTo>
                    <a:close/>
                  </a:path>
                </a:pathLst>
              </a:custGeom>
              <a:solidFill>
                <a:srgbClr val="EA50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2440781" y="2994815"/>
            <a:ext cx="220266" cy="1365647"/>
            <a:chOff x="2440781" y="2994635"/>
            <a:chExt cx="220266" cy="1365647"/>
          </a:xfrm>
        </p:grpSpPr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2440781" y="4145969"/>
              <a:ext cx="220266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477709" y="2994635"/>
              <a:ext cx="146447" cy="1335841"/>
              <a:chOff x="2477709" y="2994635"/>
              <a:chExt cx="146447" cy="1335841"/>
            </a:xfrm>
          </p:grpSpPr>
          <p:sp>
            <p:nvSpPr>
              <p:cNvPr id="22" name="Oval 11"/>
              <p:cNvSpPr>
                <a:spLocks noChangeArrowheads="1"/>
              </p:cNvSpPr>
              <p:nvPr/>
            </p:nvSpPr>
            <p:spPr bwMode="auto">
              <a:xfrm>
                <a:off x="2477709" y="4182838"/>
                <a:ext cx="146447" cy="147638"/>
              </a:xfrm>
              <a:prstGeom prst="ellipse">
                <a:avLst/>
              </a:prstGeom>
              <a:solidFill>
                <a:srgbClr val="CCB7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Freeform 37"/>
              <p:cNvSpPr>
                <a:spLocks/>
              </p:cNvSpPr>
              <p:nvPr/>
            </p:nvSpPr>
            <p:spPr bwMode="auto">
              <a:xfrm>
                <a:off x="2528887" y="2994635"/>
                <a:ext cx="44054" cy="1262063"/>
              </a:xfrm>
              <a:custGeom>
                <a:avLst/>
                <a:gdLst>
                  <a:gd name="T0" fmla="*/ 37 w 37"/>
                  <a:gd name="T1" fmla="*/ 1060 h 1060"/>
                  <a:gd name="T2" fmla="*/ 0 w 37"/>
                  <a:gd name="T3" fmla="*/ 1060 h 1060"/>
                  <a:gd name="T4" fmla="*/ 0 w 37"/>
                  <a:gd name="T5" fmla="*/ 0 h 1060"/>
                  <a:gd name="T6" fmla="*/ 37 w 37"/>
                  <a:gd name="T7" fmla="*/ 0 h 1060"/>
                  <a:gd name="T8" fmla="*/ 37 w 37"/>
                  <a:gd name="T9" fmla="*/ 1060 h 1060"/>
                  <a:gd name="T10" fmla="*/ 37 w 37"/>
                  <a:gd name="T11" fmla="*/ 1060 h 10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060">
                    <a:moveTo>
                      <a:pt x="37" y="1060"/>
                    </a:moveTo>
                    <a:lnTo>
                      <a:pt x="0" y="1060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1060"/>
                    </a:lnTo>
                    <a:lnTo>
                      <a:pt x="37" y="1060"/>
                    </a:lnTo>
                    <a:close/>
                  </a:path>
                </a:pathLst>
              </a:custGeom>
              <a:solidFill>
                <a:srgbClr val="CCB7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1258492" y="1976721"/>
            <a:ext cx="213122" cy="2383660"/>
            <a:chOff x="1258492" y="1976622"/>
            <a:chExt cx="213122" cy="2383660"/>
          </a:xfrm>
        </p:grpSpPr>
        <p:sp>
          <p:nvSpPr>
            <p:cNvPr id="17" name="Oval 7"/>
            <p:cNvSpPr>
              <a:spLocks noChangeArrowheads="1"/>
            </p:cNvSpPr>
            <p:nvPr/>
          </p:nvSpPr>
          <p:spPr bwMode="auto">
            <a:xfrm>
              <a:off x="1258492" y="4145969"/>
              <a:ext cx="213122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288300" y="1976622"/>
              <a:ext cx="146447" cy="2353854"/>
              <a:chOff x="1288300" y="1976622"/>
              <a:chExt cx="146447" cy="2353854"/>
            </a:xfrm>
          </p:grpSpPr>
          <p:sp>
            <p:nvSpPr>
              <p:cNvPr id="19" name="Oval 8"/>
              <p:cNvSpPr>
                <a:spLocks noChangeArrowheads="1"/>
              </p:cNvSpPr>
              <p:nvPr/>
            </p:nvSpPr>
            <p:spPr bwMode="auto">
              <a:xfrm>
                <a:off x="1288300" y="4182838"/>
                <a:ext cx="146447" cy="147638"/>
              </a:xfrm>
              <a:prstGeom prst="ellipse">
                <a:avLst/>
              </a:prstGeom>
              <a:solidFill>
                <a:srgbClr val="74A7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Freeform 38"/>
              <p:cNvSpPr>
                <a:spLocks/>
              </p:cNvSpPr>
              <p:nvPr/>
            </p:nvSpPr>
            <p:spPr bwMode="auto">
              <a:xfrm>
                <a:off x="1339453" y="1976622"/>
                <a:ext cx="44054" cy="2280047"/>
              </a:xfrm>
              <a:custGeom>
                <a:avLst/>
                <a:gdLst>
                  <a:gd name="T0" fmla="*/ 37 w 37"/>
                  <a:gd name="T1" fmla="*/ 1915 h 1915"/>
                  <a:gd name="T2" fmla="*/ 0 w 37"/>
                  <a:gd name="T3" fmla="*/ 1915 h 1915"/>
                  <a:gd name="T4" fmla="*/ 0 w 37"/>
                  <a:gd name="T5" fmla="*/ 0 h 1915"/>
                  <a:gd name="T6" fmla="*/ 37 w 37"/>
                  <a:gd name="T7" fmla="*/ 0 h 1915"/>
                  <a:gd name="T8" fmla="*/ 37 w 37"/>
                  <a:gd name="T9" fmla="*/ 1915 h 1915"/>
                  <a:gd name="T10" fmla="*/ 37 w 37"/>
                  <a:gd name="T11" fmla="*/ 1915 h 1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915">
                    <a:moveTo>
                      <a:pt x="37" y="1915"/>
                    </a:moveTo>
                    <a:lnTo>
                      <a:pt x="0" y="1915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1915"/>
                    </a:lnTo>
                    <a:lnTo>
                      <a:pt x="37" y="1915"/>
                    </a:lnTo>
                    <a:close/>
                  </a:path>
                </a:pathLst>
              </a:custGeom>
              <a:solidFill>
                <a:srgbClr val="74A7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88" name="文本框 87"/>
          <p:cNvSpPr txBox="1"/>
          <p:nvPr/>
        </p:nvSpPr>
        <p:spPr>
          <a:xfrm>
            <a:off x="1081537" y="4487033"/>
            <a:ext cx="753923" cy="315469"/>
          </a:xfrm>
          <a:prstGeom prst="rect">
            <a:avLst/>
          </a:prstGeom>
          <a:noFill/>
        </p:spPr>
        <p:txBody>
          <a:bodyPr wrap="none" lIns="68516" tIns="34289" rIns="68516" bIns="34289" rtlCol="0">
            <a:spAutoFit/>
          </a:bodyPr>
          <a:lstStyle/>
          <a:p>
            <a:pPr defTabSz="685069"/>
            <a:r>
              <a:rPr lang="zh-CN" altLang="en-US" sz="1600" dirty="0"/>
              <a:t>客流量</a:t>
            </a:r>
            <a:endParaRPr lang="zh-CN" altLang="en-US" sz="150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2271182" y="4487217"/>
            <a:ext cx="753923" cy="315469"/>
          </a:xfrm>
          <a:prstGeom prst="rect">
            <a:avLst/>
          </a:prstGeom>
          <a:noFill/>
        </p:spPr>
        <p:txBody>
          <a:bodyPr wrap="none" lIns="68516" tIns="34289" rIns="68516" bIns="34289" rtlCol="0">
            <a:spAutoFit/>
          </a:bodyPr>
          <a:lstStyle/>
          <a:p>
            <a:pPr defTabSz="685069"/>
            <a:r>
              <a:rPr lang="zh-CN" altLang="en-US" sz="1600" dirty="0"/>
              <a:t>入店量</a:t>
            </a:r>
            <a:endParaRPr lang="zh-CN" altLang="en-US" sz="150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5714388" y="4477079"/>
            <a:ext cx="753923" cy="315469"/>
          </a:xfrm>
          <a:prstGeom prst="rect">
            <a:avLst/>
          </a:prstGeom>
          <a:noFill/>
        </p:spPr>
        <p:txBody>
          <a:bodyPr wrap="none" lIns="68516" tIns="34289" rIns="68516" bIns="34289" rtlCol="0">
            <a:spAutoFit/>
          </a:bodyPr>
          <a:lstStyle/>
          <a:p>
            <a:pPr defTabSz="685069"/>
            <a:r>
              <a:rPr lang="zh-CN" altLang="en-US" sz="1600" dirty="0"/>
              <a:t>深访率</a:t>
            </a:r>
            <a:endParaRPr lang="zh-CN" altLang="en-US" sz="150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6813729" y="4487217"/>
            <a:ext cx="959108" cy="315469"/>
          </a:xfrm>
          <a:prstGeom prst="rect">
            <a:avLst/>
          </a:prstGeom>
          <a:noFill/>
        </p:spPr>
        <p:txBody>
          <a:bodyPr wrap="none" lIns="68516" tIns="34289" rIns="68516" bIns="34289" rtlCol="0">
            <a:spAutoFit/>
          </a:bodyPr>
          <a:lstStyle/>
          <a:p>
            <a:pPr defTabSz="685069"/>
            <a:r>
              <a:rPr lang="zh-CN" altLang="en-US" sz="1600" dirty="0"/>
              <a:t>新老顾客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178992" y="1821878"/>
            <a:ext cx="2032397" cy="782241"/>
            <a:chOff x="1178762" y="1821827"/>
            <a:chExt cx="2032397" cy="782241"/>
          </a:xfrm>
        </p:grpSpPr>
        <p:sp>
          <p:nvSpPr>
            <p:cNvPr id="78" name="Freeform 31"/>
            <p:cNvSpPr>
              <a:spLocks/>
            </p:cNvSpPr>
            <p:nvPr/>
          </p:nvSpPr>
          <p:spPr bwMode="auto">
            <a:xfrm>
              <a:off x="1178762" y="1821827"/>
              <a:ext cx="2032397" cy="782241"/>
            </a:xfrm>
            <a:custGeom>
              <a:avLst/>
              <a:gdLst>
                <a:gd name="T0" fmla="*/ 0 w 1707"/>
                <a:gd name="T1" fmla="*/ 657 h 657"/>
                <a:gd name="T2" fmla="*/ 1707 w 1707"/>
                <a:gd name="T3" fmla="*/ 657 h 657"/>
                <a:gd name="T4" fmla="*/ 1707 w 1707"/>
                <a:gd name="T5" fmla="*/ 0 h 657"/>
                <a:gd name="T6" fmla="*/ 0 w 1707"/>
                <a:gd name="T7" fmla="*/ 0 h 657"/>
                <a:gd name="T8" fmla="*/ 0 w 1707"/>
                <a:gd name="T9" fmla="*/ 657 h 657"/>
                <a:gd name="T10" fmla="*/ 0 w 1707"/>
                <a:gd name="T11" fmla="*/ 657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7" h="657">
                  <a:moveTo>
                    <a:pt x="0" y="657"/>
                  </a:moveTo>
                  <a:lnTo>
                    <a:pt x="1707" y="657"/>
                  </a:lnTo>
                  <a:lnTo>
                    <a:pt x="1707" y="0"/>
                  </a:lnTo>
                  <a:lnTo>
                    <a:pt x="0" y="0"/>
                  </a:lnTo>
                  <a:lnTo>
                    <a:pt x="0" y="657"/>
                  </a:lnTo>
                  <a:lnTo>
                    <a:pt x="0" y="657"/>
                  </a:lnTo>
                  <a:close/>
                </a:path>
              </a:pathLst>
            </a:custGeom>
            <a:solidFill>
              <a:srgbClr val="74A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1269336" y="1960360"/>
              <a:ext cx="1903810" cy="438580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店铺或区域整体客流及趋势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547237" y="1508330"/>
            <a:ext cx="2144508" cy="800973"/>
            <a:chOff x="3570685" y="1821827"/>
            <a:chExt cx="2144508" cy="800973"/>
          </a:xfrm>
        </p:grpSpPr>
        <p:sp>
          <p:nvSpPr>
            <p:cNvPr id="80" name="Freeform 33"/>
            <p:cNvSpPr>
              <a:spLocks/>
            </p:cNvSpPr>
            <p:nvPr/>
          </p:nvSpPr>
          <p:spPr bwMode="auto">
            <a:xfrm>
              <a:off x="3570685" y="1821827"/>
              <a:ext cx="2033588" cy="782241"/>
            </a:xfrm>
            <a:custGeom>
              <a:avLst/>
              <a:gdLst>
                <a:gd name="T0" fmla="*/ 0 w 1708"/>
                <a:gd name="T1" fmla="*/ 657 h 657"/>
                <a:gd name="T2" fmla="*/ 1708 w 1708"/>
                <a:gd name="T3" fmla="*/ 657 h 657"/>
                <a:gd name="T4" fmla="*/ 1708 w 1708"/>
                <a:gd name="T5" fmla="*/ 0 h 657"/>
                <a:gd name="T6" fmla="*/ 0 w 1708"/>
                <a:gd name="T7" fmla="*/ 0 h 657"/>
                <a:gd name="T8" fmla="*/ 0 w 1708"/>
                <a:gd name="T9" fmla="*/ 657 h 657"/>
                <a:gd name="T10" fmla="*/ 0 w 1708"/>
                <a:gd name="T11" fmla="*/ 657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8" h="657">
                  <a:moveTo>
                    <a:pt x="0" y="657"/>
                  </a:moveTo>
                  <a:lnTo>
                    <a:pt x="1708" y="657"/>
                  </a:lnTo>
                  <a:lnTo>
                    <a:pt x="1708" y="0"/>
                  </a:lnTo>
                  <a:lnTo>
                    <a:pt x="0" y="0"/>
                  </a:lnTo>
                  <a:lnTo>
                    <a:pt x="0" y="657"/>
                  </a:lnTo>
                  <a:lnTo>
                    <a:pt x="0" y="657"/>
                  </a:lnTo>
                  <a:close/>
                </a:path>
              </a:pathLst>
            </a:custGeom>
            <a:solidFill>
              <a:srgbClr val="EA50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3653777" y="1907222"/>
              <a:ext cx="2061416" cy="715578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进入店铺或区域的客流占全部客流的比例及</a:t>
              </a:r>
              <a:r>
                <a:rPr lang="zh-CN" altLang="en-US" sz="14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趋势</a:t>
              </a:r>
              <a:r>
                <a:rPr lang="en-US" altLang="zh-CN" sz="14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=</a:t>
              </a:r>
              <a:r>
                <a:rPr lang="zh-CN" altLang="en-US" sz="14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入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店量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/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客流量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5949680" y="1508330"/>
            <a:ext cx="2189090" cy="1095787"/>
            <a:chOff x="5949597" y="1821827"/>
            <a:chExt cx="2032397" cy="782241"/>
          </a:xfrm>
        </p:grpSpPr>
        <p:sp>
          <p:nvSpPr>
            <p:cNvPr id="79" name="Freeform 32"/>
            <p:cNvSpPr>
              <a:spLocks/>
            </p:cNvSpPr>
            <p:nvPr/>
          </p:nvSpPr>
          <p:spPr bwMode="auto">
            <a:xfrm>
              <a:off x="5949597" y="1821827"/>
              <a:ext cx="2032397" cy="782241"/>
            </a:xfrm>
            <a:custGeom>
              <a:avLst/>
              <a:gdLst>
                <a:gd name="T0" fmla="*/ 0 w 1707"/>
                <a:gd name="T1" fmla="*/ 657 h 657"/>
                <a:gd name="T2" fmla="*/ 1707 w 1707"/>
                <a:gd name="T3" fmla="*/ 657 h 657"/>
                <a:gd name="T4" fmla="*/ 1707 w 1707"/>
                <a:gd name="T5" fmla="*/ 0 h 657"/>
                <a:gd name="T6" fmla="*/ 0 w 1707"/>
                <a:gd name="T7" fmla="*/ 0 h 657"/>
                <a:gd name="T8" fmla="*/ 0 w 1707"/>
                <a:gd name="T9" fmla="*/ 657 h 657"/>
                <a:gd name="T10" fmla="*/ 0 w 1707"/>
                <a:gd name="T11" fmla="*/ 657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7" h="657">
                  <a:moveTo>
                    <a:pt x="0" y="657"/>
                  </a:moveTo>
                  <a:lnTo>
                    <a:pt x="1707" y="657"/>
                  </a:lnTo>
                  <a:lnTo>
                    <a:pt x="1707" y="0"/>
                  </a:lnTo>
                  <a:lnTo>
                    <a:pt x="0" y="0"/>
                  </a:lnTo>
                  <a:lnTo>
                    <a:pt x="0" y="657"/>
                  </a:lnTo>
                  <a:lnTo>
                    <a:pt x="0" y="657"/>
                  </a:lnTo>
                  <a:close/>
                </a:path>
              </a:pathLst>
            </a:custGeom>
            <a:solidFill>
              <a:srgbClr val="74A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6059434" y="1862624"/>
              <a:ext cx="1918504" cy="708563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进入店铺深度访问的顾客及占</a:t>
              </a:r>
              <a:r>
                <a:rPr lang="zh-CN" altLang="en-US" sz="12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比据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顾客表中的上次来访时间计算</a:t>
              </a:r>
              <a:r>
                <a:rPr lang="zh-CN" altLang="en-US" sz="12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得到，店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内客流进行驻店时长比对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, 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若大于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(x)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分钟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,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可视为深访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529955" y="2913880"/>
            <a:ext cx="2026444" cy="775096"/>
            <a:chOff x="1529955" y="2913674"/>
            <a:chExt cx="2026444" cy="775097"/>
          </a:xfrm>
        </p:grpSpPr>
        <p:sp>
          <p:nvSpPr>
            <p:cNvPr id="74" name="Freeform 27"/>
            <p:cNvSpPr>
              <a:spLocks/>
            </p:cNvSpPr>
            <p:nvPr/>
          </p:nvSpPr>
          <p:spPr bwMode="auto">
            <a:xfrm>
              <a:off x="1529955" y="2913674"/>
              <a:ext cx="2026444" cy="775097"/>
            </a:xfrm>
            <a:custGeom>
              <a:avLst/>
              <a:gdLst>
                <a:gd name="T0" fmla="*/ 0 w 1702"/>
                <a:gd name="T1" fmla="*/ 651 h 651"/>
                <a:gd name="T2" fmla="*/ 1702 w 1702"/>
                <a:gd name="T3" fmla="*/ 651 h 651"/>
                <a:gd name="T4" fmla="*/ 1702 w 1702"/>
                <a:gd name="T5" fmla="*/ 0 h 651"/>
                <a:gd name="T6" fmla="*/ 0 w 1702"/>
                <a:gd name="T7" fmla="*/ 0 h 651"/>
                <a:gd name="T8" fmla="*/ 0 w 1702"/>
                <a:gd name="T9" fmla="*/ 651 h 651"/>
                <a:gd name="T10" fmla="*/ 0 w 1702"/>
                <a:gd name="T11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2" h="651">
                  <a:moveTo>
                    <a:pt x="0" y="651"/>
                  </a:moveTo>
                  <a:lnTo>
                    <a:pt x="1702" y="651"/>
                  </a:lnTo>
                  <a:lnTo>
                    <a:pt x="1702" y="0"/>
                  </a:lnTo>
                  <a:lnTo>
                    <a:pt x="0" y="0"/>
                  </a:lnTo>
                  <a:lnTo>
                    <a:pt x="0" y="651"/>
                  </a:lnTo>
                  <a:lnTo>
                    <a:pt x="0" y="651"/>
                  </a:lnTo>
                  <a:close/>
                </a:path>
              </a:pathLst>
            </a:custGeom>
            <a:solidFill>
              <a:srgbClr val="CCB7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1586060" y="3051154"/>
              <a:ext cx="1929708" cy="500136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进入店铺或区域的客流及趋势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908824" y="2723679"/>
            <a:ext cx="2285118" cy="1185748"/>
            <a:chOff x="3908824" y="2913674"/>
            <a:chExt cx="2025254" cy="812228"/>
          </a:xfrm>
        </p:grpSpPr>
        <p:sp>
          <p:nvSpPr>
            <p:cNvPr id="77" name="Freeform 30"/>
            <p:cNvSpPr>
              <a:spLocks/>
            </p:cNvSpPr>
            <p:nvPr/>
          </p:nvSpPr>
          <p:spPr bwMode="auto">
            <a:xfrm>
              <a:off x="3908824" y="2913674"/>
              <a:ext cx="2025254" cy="775097"/>
            </a:xfrm>
            <a:custGeom>
              <a:avLst/>
              <a:gdLst>
                <a:gd name="T0" fmla="*/ 0 w 1701"/>
                <a:gd name="T1" fmla="*/ 651 h 651"/>
                <a:gd name="T2" fmla="*/ 1701 w 1701"/>
                <a:gd name="T3" fmla="*/ 651 h 651"/>
                <a:gd name="T4" fmla="*/ 1701 w 1701"/>
                <a:gd name="T5" fmla="*/ 0 h 651"/>
                <a:gd name="T6" fmla="*/ 0 w 1701"/>
                <a:gd name="T7" fmla="*/ 0 h 651"/>
                <a:gd name="T8" fmla="*/ 0 w 1701"/>
                <a:gd name="T9" fmla="*/ 651 h 651"/>
                <a:gd name="T10" fmla="*/ 0 w 1701"/>
                <a:gd name="T11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1" h="651">
                  <a:moveTo>
                    <a:pt x="0" y="651"/>
                  </a:moveTo>
                  <a:lnTo>
                    <a:pt x="1701" y="651"/>
                  </a:lnTo>
                  <a:lnTo>
                    <a:pt x="1701" y="0"/>
                  </a:lnTo>
                  <a:lnTo>
                    <a:pt x="0" y="0"/>
                  </a:lnTo>
                  <a:lnTo>
                    <a:pt x="0" y="651"/>
                  </a:lnTo>
                  <a:lnTo>
                    <a:pt x="0" y="651"/>
                  </a:lnTo>
                  <a:close/>
                </a:path>
              </a:pathLst>
            </a:custGeom>
            <a:solidFill>
              <a:srgbClr val="7B6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3930848" y="2919500"/>
              <a:ext cx="1981515" cy="806402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进入店铺后很快离店的顾客及</a:t>
              </a:r>
              <a:r>
                <a:rPr lang="zh-CN" altLang="en-US" sz="12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占比，根据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顾客表中的上次来访时间计算得到  </a:t>
              </a:r>
              <a:r>
                <a:rPr lang="zh-CN" altLang="en-US" sz="12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在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客流中未入店的部分进行上次来访时间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(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来访周期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)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的比对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, 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在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(x)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分钟内访问过的即可视为跳出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213873" y="2681643"/>
            <a:ext cx="2776579" cy="1264571"/>
            <a:chOff x="6224181" y="2913674"/>
            <a:chExt cx="2171878" cy="785504"/>
          </a:xfrm>
        </p:grpSpPr>
        <p:sp>
          <p:nvSpPr>
            <p:cNvPr id="76" name="Freeform 29"/>
            <p:cNvSpPr>
              <a:spLocks/>
            </p:cNvSpPr>
            <p:nvPr/>
          </p:nvSpPr>
          <p:spPr bwMode="auto">
            <a:xfrm>
              <a:off x="6265112" y="2913674"/>
              <a:ext cx="2032397" cy="775097"/>
            </a:xfrm>
            <a:custGeom>
              <a:avLst/>
              <a:gdLst>
                <a:gd name="T0" fmla="*/ 0 w 1707"/>
                <a:gd name="T1" fmla="*/ 651 h 651"/>
                <a:gd name="T2" fmla="*/ 1707 w 1707"/>
                <a:gd name="T3" fmla="*/ 651 h 651"/>
                <a:gd name="T4" fmla="*/ 1707 w 1707"/>
                <a:gd name="T5" fmla="*/ 0 h 651"/>
                <a:gd name="T6" fmla="*/ 0 w 1707"/>
                <a:gd name="T7" fmla="*/ 0 h 651"/>
                <a:gd name="T8" fmla="*/ 0 w 1707"/>
                <a:gd name="T9" fmla="*/ 651 h 651"/>
                <a:gd name="T10" fmla="*/ 0 w 1707"/>
                <a:gd name="T11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7" h="651">
                  <a:moveTo>
                    <a:pt x="0" y="651"/>
                  </a:moveTo>
                  <a:lnTo>
                    <a:pt x="1707" y="651"/>
                  </a:lnTo>
                  <a:lnTo>
                    <a:pt x="1707" y="0"/>
                  </a:lnTo>
                  <a:lnTo>
                    <a:pt x="0" y="0"/>
                  </a:lnTo>
                  <a:lnTo>
                    <a:pt x="0" y="651"/>
                  </a:lnTo>
                  <a:lnTo>
                    <a:pt x="0" y="651"/>
                  </a:lnTo>
                  <a:close/>
                </a:path>
              </a:pathLst>
            </a:custGeom>
            <a:solidFill>
              <a:srgbClr val="EA50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6224181" y="2948800"/>
              <a:ext cx="2171878" cy="750378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一定时间段内首次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/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两次以上进入</a:t>
              </a:r>
              <a:r>
                <a:rPr lang="zh-CN" altLang="en-US" sz="12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店铺</a:t>
              </a:r>
              <a:endParaRPr lang="en-US" altLang="zh-CN" sz="1200" dirty="0" smtClean="0">
                <a:solidFill>
                  <a:prstClr val="whit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  <a:p>
              <a:pPr defTabSz="685069"/>
              <a:r>
                <a:rPr lang="zh-CN" altLang="en-US" sz="12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的顾客，若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数据库中没有记录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, 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则为新</a:t>
              </a:r>
              <a:r>
                <a:rPr lang="zh-CN" altLang="en-US" sz="12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用户，若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数据库中有记录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, 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并且该顾客刚刚进入店铺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(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驻店时长为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0),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则为老用户。</a:t>
              </a:r>
              <a:endParaRPr lang="zh-CN" altLang="en-US" sz="1200" dirty="0" smtClean="0">
                <a:solidFill>
                  <a:prstClr val="whit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  <a:p>
              <a:pPr defTabSz="685069"/>
              <a:endParaRPr lang="zh-CN" altLang="en-US" sz="1400" dirty="0">
                <a:solidFill>
                  <a:prstClr val="whit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69" name="文本框 91"/>
          <p:cNvSpPr txBox="1"/>
          <p:nvPr/>
        </p:nvSpPr>
        <p:spPr>
          <a:xfrm>
            <a:off x="4485958" y="4488875"/>
            <a:ext cx="753923" cy="315469"/>
          </a:xfrm>
          <a:prstGeom prst="rect">
            <a:avLst/>
          </a:prstGeom>
          <a:noFill/>
        </p:spPr>
        <p:txBody>
          <a:bodyPr wrap="none" lIns="68516" tIns="34289" rIns="68516" bIns="34289" rtlCol="0">
            <a:spAutoFit/>
          </a:bodyPr>
          <a:lstStyle/>
          <a:p>
            <a:pPr defTabSz="685069"/>
            <a:r>
              <a:rPr lang="zh-CN" altLang="en-US" sz="1600" dirty="0"/>
              <a:t>跳出率</a:t>
            </a:r>
            <a:endParaRPr lang="zh-CN" altLang="en-US" sz="150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</a:endParaRPr>
          </a:p>
        </p:txBody>
      </p:sp>
      <p:sp>
        <p:nvSpPr>
          <p:cNvPr id="87" name="文本框 91"/>
          <p:cNvSpPr txBox="1"/>
          <p:nvPr/>
        </p:nvSpPr>
        <p:spPr>
          <a:xfrm>
            <a:off x="3324763" y="4487033"/>
            <a:ext cx="753923" cy="315469"/>
          </a:xfrm>
          <a:prstGeom prst="rect">
            <a:avLst/>
          </a:prstGeom>
          <a:noFill/>
        </p:spPr>
        <p:txBody>
          <a:bodyPr wrap="none" lIns="68516" tIns="34289" rIns="68516" bIns="34289" rtlCol="0">
            <a:spAutoFit/>
          </a:bodyPr>
          <a:lstStyle/>
          <a:p>
            <a:pPr defTabSz="685069"/>
            <a:r>
              <a:rPr lang="zh-CN" altLang="en-US" sz="1600" dirty="0"/>
              <a:t>入店率</a:t>
            </a:r>
            <a:endParaRPr lang="zh-CN" altLang="en-US" sz="150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</a:endParaRPr>
          </a:p>
        </p:txBody>
      </p:sp>
      <p:sp>
        <p:nvSpPr>
          <p:cNvPr id="90" name="椭圆 33"/>
          <p:cNvSpPr>
            <a:spLocks noChangeArrowheads="1"/>
          </p:cNvSpPr>
          <p:nvPr/>
        </p:nvSpPr>
        <p:spPr bwMode="auto">
          <a:xfrm>
            <a:off x="912776" y="627534"/>
            <a:ext cx="1689098" cy="1027510"/>
          </a:xfrm>
          <a:prstGeom prst="ellipse">
            <a:avLst/>
          </a:prstGeom>
          <a:solidFill>
            <a:srgbClr val="FFFFFF">
              <a:alpha val="32156"/>
            </a:srgbClr>
          </a:solidFill>
          <a:ln w="12700">
            <a:solidFill>
              <a:schemeClr val="bg1"/>
            </a:solidFill>
            <a:bevel/>
            <a:headEnd/>
            <a:tailEnd/>
          </a:ln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itchFamily="66" charset="0"/>
                <a:sym typeface="宋体" pitchFamily="2" charset="-122"/>
              </a:rPr>
              <a:t>数据分析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Comic Sans MS" pitchFamily="66" charset="0"/>
              <a:sym typeface="宋体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31071" y="197309"/>
            <a:ext cx="190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二、设计原理</a:t>
            </a:r>
            <a:endParaRPr lang="zh-CN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23528" y="1347614"/>
            <a:ext cx="108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面向客流</a:t>
            </a:r>
          </a:p>
        </p:txBody>
      </p:sp>
    </p:spTree>
    <p:extLst>
      <p:ext uri="{BB962C8B-B14F-4D97-AF65-F5344CB8AC3E}">
        <p14:creationId xmlns:p14="http://schemas.microsoft.com/office/powerpoint/2010/main" val="444012887"/>
      </p:ext>
    </p:extLst>
  </p:cSld>
  <p:clrMapOvr>
    <a:masterClrMapping/>
  </p:clrMapOvr>
  <p:transition advTm="3847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3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88" grpId="0"/>
      <p:bldP spid="89" grpId="0"/>
      <p:bldP spid="93" grpId="0"/>
      <p:bldP spid="94" grpId="0"/>
      <p:bldP spid="69" grpId="0"/>
      <p:bldP spid="87" grpId="0"/>
      <p:bldP spid="90" grpId="0" bldLvl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164131" y="4068681"/>
            <a:ext cx="7486632" cy="369094"/>
            <a:chOff x="1178739" y="4072110"/>
            <a:chExt cx="7486632" cy="369094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1362118" y="4212604"/>
              <a:ext cx="7141369" cy="88106"/>
            </a:xfrm>
            <a:custGeom>
              <a:avLst/>
              <a:gdLst>
                <a:gd name="T0" fmla="*/ 0 w 5998"/>
                <a:gd name="T1" fmla="*/ 0 h 74"/>
                <a:gd name="T2" fmla="*/ 5998 w 5998"/>
                <a:gd name="T3" fmla="*/ 0 h 74"/>
                <a:gd name="T4" fmla="*/ 5998 w 5998"/>
                <a:gd name="T5" fmla="*/ 74 h 74"/>
                <a:gd name="T6" fmla="*/ 0 w 5998"/>
                <a:gd name="T7" fmla="*/ 74 h 74"/>
                <a:gd name="T8" fmla="*/ 0 w 5998"/>
                <a:gd name="T9" fmla="*/ 0 h 74"/>
                <a:gd name="T10" fmla="*/ 0 w 5998"/>
                <a:gd name="T11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98" h="74">
                  <a:moveTo>
                    <a:pt x="0" y="0"/>
                  </a:moveTo>
                  <a:lnTo>
                    <a:pt x="5998" y="0"/>
                  </a:lnTo>
                  <a:lnTo>
                    <a:pt x="5998" y="74"/>
                  </a:lnTo>
                  <a:lnTo>
                    <a:pt x="0" y="7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16" name="Oval 6"/>
            <p:cNvSpPr>
              <a:spLocks noChangeArrowheads="1"/>
            </p:cNvSpPr>
            <p:nvPr/>
          </p:nvSpPr>
          <p:spPr bwMode="auto">
            <a:xfrm>
              <a:off x="1178739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0" name="Oval 9"/>
            <p:cNvSpPr>
              <a:spLocks noChangeArrowheads="1"/>
            </p:cNvSpPr>
            <p:nvPr/>
          </p:nvSpPr>
          <p:spPr bwMode="auto">
            <a:xfrm>
              <a:off x="2366979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3" name="Oval 12"/>
            <p:cNvSpPr>
              <a:spLocks noChangeArrowheads="1"/>
            </p:cNvSpPr>
            <p:nvPr/>
          </p:nvSpPr>
          <p:spPr bwMode="auto">
            <a:xfrm>
              <a:off x="3556440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6" name="Oval 15"/>
            <p:cNvSpPr>
              <a:spLocks noChangeArrowheads="1"/>
            </p:cNvSpPr>
            <p:nvPr/>
          </p:nvSpPr>
          <p:spPr bwMode="auto">
            <a:xfrm>
              <a:off x="4737499" y="4072110"/>
              <a:ext cx="367904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9" name="Oval 18"/>
            <p:cNvSpPr>
              <a:spLocks noChangeArrowheads="1"/>
            </p:cNvSpPr>
            <p:nvPr/>
          </p:nvSpPr>
          <p:spPr bwMode="auto">
            <a:xfrm>
              <a:off x="5926971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53" name="Oval 21"/>
            <p:cNvSpPr>
              <a:spLocks noChangeArrowheads="1"/>
            </p:cNvSpPr>
            <p:nvPr/>
          </p:nvSpPr>
          <p:spPr bwMode="auto">
            <a:xfrm>
              <a:off x="7109265" y="4072110"/>
              <a:ext cx="366713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71" name="Oval 24"/>
            <p:cNvSpPr>
              <a:spLocks noChangeArrowheads="1"/>
            </p:cNvSpPr>
            <p:nvPr/>
          </p:nvSpPr>
          <p:spPr bwMode="auto">
            <a:xfrm>
              <a:off x="8297467" y="4072110"/>
              <a:ext cx="367904" cy="369094"/>
            </a:xfrm>
            <a:prstGeom prst="ellipse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</p:grpSp>
      <p:sp>
        <p:nvSpPr>
          <p:cNvPr id="72" name="Oval 25"/>
          <p:cNvSpPr>
            <a:spLocks noChangeArrowheads="1"/>
          </p:cNvSpPr>
          <p:nvPr/>
        </p:nvSpPr>
        <p:spPr bwMode="auto">
          <a:xfrm>
            <a:off x="8371285" y="4146153"/>
            <a:ext cx="213122" cy="21431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16" tIns="34289" rIns="68516" bIns="34289" numCol="1" anchor="t" anchorCtr="0" compatLnSpc="1">
            <a:prstTxWarp prst="textNoShape">
              <a:avLst/>
            </a:prstTxWarp>
          </a:bodyPr>
          <a:lstStyle/>
          <a:p>
            <a:pPr defTabSz="685069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73" name="Oval 26"/>
          <p:cNvSpPr>
            <a:spLocks noChangeArrowheads="1"/>
          </p:cNvSpPr>
          <p:nvPr/>
        </p:nvSpPr>
        <p:spPr bwMode="auto">
          <a:xfrm>
            <a:off x="8408472" y="4182940"/>
            <a:ext cx="146447" cy="147638"/>
          </a:xfrm>
          <a:prstGeom prst="ellipse">
            <a:avLst/>
          </a:prstGeom>
          <a:solidFill>
            <a:srgbClr val="7B60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16" tIns="34289" rIns="68516" bIns="34289" numCol="1" anchor="t" anchorCtr="0" compatLnSpc="1">
            <a:prstTxWarp prst="textNoShape">
              <a:avLst/>
            </a:prstTxWarp>
          </a:bodyPr>
          <a:lstStyle/>
          <a:p>
            <a:pPr defTabSz="685069"/>
            <a:endParaRPr lang="zh-CN" altLang="en-US" sz="1400">
              <a:solidFill>
                <a:prstClr val="black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188994" y="3260102"/>
            <a:ext cx="213122" cy="1100181"/>
            <a:chOff x="7188994" y="3260101"/>
            <a:chExt cx="213122" cy="1100181"/>
          </a:xfrm>
          <a:solidFill>
            <a:schemeClr val="accent6"/>
          </a:solidFill>
        </p:grpSpPr>
        <p:sp>
          <p:nvSpPr>
            <p:cNvPr id="61" name="Oval 22"/>
            <p:cNvSpPr>
              <a:spLocks noChangeArrowheads="1"/>
            </p:cNvSpPr>
            <p:nvPr/>
          </p:nvSpPr>
          <p:spPr bwMode="auto">
            <a:xfrm>
              <a:off x="7188994" y="4145969"/>
              <a:ext cx="213122" cy="2143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7218803" y="3260101"/>
              <a:ext cx="146447" cy="1070375"/>
              <a:chOff x="7218803" y="3260101"/>
              <a:chExt cx="146447" cy="1070375"/>
            </a:xfrm>
            <a:grpFill/>
          </p:grpSpPr>
          <p:sp>
            <p:nvSpPr>
              <p:cNvPr id="70" name="Oval 23"/>
              <p:cNvSpPr>
                <a:spLocks noChangeArrowheads="1"/>
              </p:cNvSpPr>
              <p:nvPr/>
            </p:nvSpPr>
            <p:spPr bwMode="auto">
              <a:xfrm>
                <a:off x="7218803" y="4182838"/>
                <a:ext cx="146447" cy="147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28"/>
              <p:cNvSpPr>
                <a:spLocks/>
              </p:cNvSpPr>
              <p:nvPr/>
            </p:nvSpPr>
            <p:spPr bwMode="auto">
              <a:xfrm>
                <a:off x="7269958" y="3260101"/>
                <a:ext cx="44054" cy="996554"/>
              </a:xfrm>
              <a:custGeom>
                <a:avLst/>
                <a:gdLst>
                  <a:gd name="T0" fmla="*/ 37 w 37"/>
                  <a:gd name="T1" fmla="*/ 837 h 837"/>
                  <a:gd name="T2" fmla="*/ 0 w 37"/>
                  <a:gd name="T3" fmla="*/ 837 h 837"/>
                  <a:gd name="T4" fmla="*/ 0 w 37"/>
                  <a:gd name="T5" fmla="*/ 0 h 837"/>
                  <a:gd name="T6" fmla="*/ 37 w 37"/>
                  <a:gd name="T7" fmla="*/ 0 h 837"/>
                  <a:gd name="T8" fmla="*/ 37 w 37"/>
                  <a:gd name="T9" fmla="*/ 837 h 837"/>
                  <a:gd name="T10" fmla="*/ 37 w 37"/>
                  <a:gd name="T11" fmla="*/ 837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837">
                    <a:moveTo>
                      <a:pt x="37" y="837"/>
                    </a:moveTo>
                    <a:lnTo>
                      <a:pt x="0" y="837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837"/>
                    </a:lnTo>
                    <a:lnTo>
                      <a:pt x="37" y="8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4729764" y="2242118"/>
            <a:ext cx="211931" cy="2118165"/>
            <a:chOff x="3630260" y="2242117"/>
            <a:chExt cx="211931" cy="2118165"/>
          </a:xfrm>
        </p:grpSpPr>
        <p:sp>
          <p:nvSpPr>
            <p:cNvPr id="24" name="Oval 13"/>
            <p:cNvSpPr>
              <a:spLocks noChangeArrowheads="1"/>
            </p:cNvSpPr>
            <p:nvPr/>
          </p:nvSpPr>
          <p:spPr bwMode="auto">
            <a:xfrm>
              <a:off x="3630260" y="4145969"/>
              <a:ext cx="211931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665937" y="2242117"/>
              <a:ext cx="140494" cy="2088359"/>
              <a:chOff x="3665937" y="2242117"/>
              <a:chExt cx="140494" cy="2088359"/>
            </a:xfrm>
          </p:grpSpPr>
          <p:sp>
            <p:nvSpPr>
              <p:cNvPr id="25" name="Oval 14"/>
              <p:cNvSpPr>
                <a:spLocks noChangeArrowheads="1"/>
              </p:cNvSpPr>
              <p:nvPr/>
            </p:nvSpPr>
            <p:spPr bwMode="auto">
              <a:xfrm>
                <a:off x="3665937" y="4182838"/>
                <a:ext cx="140494" cy="147638"/>
              </a:xfrm>
              <a:prstGeom prst="ellipse">
                <a:avLst/>
              </a:prstGeom>
              <a:solidFill>
                <a:srgbClr val="EA50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Freeform 36"/>
              <p:cNvSpPr>
                <a:spLocks/>
              </p:cNvSpPr>
              <p:nvPr/>
            </p:nvSpPr>
            <p:spPr bwMode="auto">
              <a:xfrm>
                <a:off x="3709987" y="2242117"/>
                <a:ext cx="52388" cy="2014538"/>
              </a:xfrm>
              <a:custGeom>
                <a:avLst/>
                <a:gdLst>
                  <a:gd name="T0" fmla="*/ 44 w 44"/>
                  <a:gd name="T1" fmla="*/ 1692 h 1692"/>
                  <a:gd name="T2" fmla="*/ 0 w 44"/>
                  <a:gd name="T3" fmla="*/ 1692 h 1692"/>
                  <a:gd name="T4" fmla="*/ 0 w 44"/>
                  <a:gd name="T5" fmla="*/ 0 h 1692"/>
                  <a:gd name="T6" fmla="*/ 44 w 44"/>
                  <a:gd name="T7" fmla="*/ 0 h 1692"/>
                  <a:gd name="T8" fmla="*/ 44 w 44"/>
                  <a:gd name="T9" fmla="*/ 1692 h 1692"/>
                  <a:gd name="T10" fmla="*/ 44 w 44"/>
                  <a:gd name="T11" fmla="*/ 1692 h 1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1692">
                    <a:moveTo>
                      <a:pt x="44" y="1692"/>
                    </a:moveTo>
                    <a:lnTo>
                      <a:pt x="0" y="1692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44" y="1692"/>
                    </a:lnTo>
                    <a:lnTo>
                      <a:pt x="44" y="1692"/>
                    </a:lnTo>
                    <a:close/>
                  </a:path>
                </a:pathLst>
              </a:custGeom>
              <a:solidFill>
                <a:srgbClr val="EA50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1258492" y="1976721"/>
            <a:ext cx="213122" cy="2383660"/>
            <a:chOff x="1258492" y="1976622"/>
            <a:chExt cx="213122" cy="2383660"/>
          </a:xfrm>
        </p:grpSpPr>
        <p:sp>
          <p:nvSpPr>
            <p:cNvPr id="17" name="Oval 7"/>
            <p:cNvSpPr>
              <a:spLocks noChangeArrowheads="1"/>
            </p:cNvSpPr>
            <p:nvPr/>
          </p:nvSpPr>
          <p:spPr bwMode="auto">
            <a:xfrm>
              <a:off x="1258492" y="4145969"/>
              <a:ext cx="213122" cy="214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288300" y="1976622"/>
              <a:ext cx="146447" cy="2353854"/>
              <a:chOff x="1288300" y="1976622"/>
              <a:chExt cx="146447" cy="2353854"/>
            </a:xfrm>
          </p:grpSpPr>
          <p:sp>
            <p:nvSpPr>
              <p:cNvPr id="19" name="Oval 8"/>
              <p:cNvSpPr>
                <a:spLocks noChangeArrowheads="1"/>
              </p:cNvSpPr>
              <p:nvPr/>
            </p:nvSpPr>
            <p:spPr bwMode="auto">
              <a:xfrm>
                <a:off x="1288300" y="4182838"/>
                <a:ext cx="146447" cy="147638"/>
              </a:xfrm>
              <a:prstGeom prst="ellipse">
                <a:avLst/>
              </a:prstGeom>
              <a:solidFill>
                <a:srgbClr val="74A7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Freeform 38"/>
              <p:cNvSpPr>
                <a:spLocks/>
              </p:cNvSpPr>
              <p:nvPr/>
            </p:nvSpPr>
            <p:spPr bwMode="auto">
              <a:xfrm>
                <a:off x="1339453" y="1976622"/>
                <a:ext cx="44054" cy="2280047"/>
              </a:xfrm>
              <a:custGeom>
                <a:avLst/>
                <a:gdLst>
                  <a:gd name="T0" fmla="*/ 37 w 37"/>
                  <a:gd name="T1" fmla="*/ 1915 h 1915"/>
                  <a:gd name="T2" fmla="*/ 0 w 37"/>
                  <a:gd name="T3" fmla="*/ 1915 h 1915"/>
                  <a:gd name="T4" fmla="*/ 0 w 37"/>
                  <a:gd name="T5" fmla="*/ 0 h 1915"/>
                  <a:gd name="T6" fmla="*/ 37 w 37"/>
                  <a:gd name="T7" fmla="*/ 0 h 1915"/>
                  <a:gd name="T8" fmla="*/ 37 w 37"/>
                  <a:gd name="T9" fmla="*/ 1915 h 1915"/>
                  <a:gd name="T10" fmla="*/ 37 w 37"/>
                  <a:gd name="T11" fmla="*/ 1915 h 1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915">
                    <a:moveTo>
                      <a:pt x="37" y="1915"/>
                    </a:moveTo>
                    <a:lnTo>
                      <a:pt x="0" y="1915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1915"/>
                    </a:lnTo>
                    <a:lnTo>
                      <a:pt x="37" y="1915"/>
                    </a:lnTo>
                    <a:close/>
                  </a:path>
                </a:pathLst>
              </a:custGeom>
              <a:solidFill>
                <a:srgbClr val="74A7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16" tIns="34289" rIns="68516" bIns="34289" numCol="1" anchor="t" anchorCtr="0" compatLnSpc="1">
                <a:prstTxWarp prst="textNoShape">
                  <a:avLst/>
                </a:prstTxWarp>
              </a:bodyPr>
              <a:lstStyle/>
              <a:p>
                <a:pPr defTabSz="685069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88" name="文本框 87"/>
          <p:cNvSpPr txBox="1"/>
          <p:nvPr/>
        </p:nvSpPr>
        <p:spPr>
          <a:xfrm>
            <a:off x="1081537" y="4487033"/>
            <a:ext cx="959108" cy="315469"/>
          </a:xfrm>
          <a:prstGeom prst="rect">
            <a:avLst/>
          </a:prstGeom>
          <a:noFill/>
        </p:spPr>
        <p:txBody>
          <a:bodyPr wrap="none" lIns="68516" tIns="34289" rIns="68516" bIns="34289" rtlCol="0">
            <a:spAutoFit/>
          </a:bodyPr>
          <a:lstStyle/>
          <a:p>
            <a:pPr defTabSz="685069"/>
            <a:r>
              <a:rPr lang="zh-CN" altLang="en-US" sz="1600" dirty="0"/>
              <a:t>来访周期</a:t>
            </a:r>
            <a:endParaRPr lang="zh-CN" altLang="en-US" sz="150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6813729" y="4487217"/>
            <a:ext cx="1164292" cy="315469"/>
          </a:xfrm>
          <a:prstGeom prst="rect">
            <a:avLst/>
          </a:prstGeom>
          <a:noFill/>
        </p:spPr>
        <p:txBody>
          <a:bodyPr wrap="none" lIns="68516" tIns="34289" rIns="68516" bIns="34289" rtlCol="0">
            <a:spAutoFit/>
          </a:bodyPr>
          <a:lstStyle/>
          <a:p>
            <a:pPr defTabSz="685069"/>
            <a:r>
              <a:rPr lang="zh-CN" altLang="en-US" sz="1600" dirty="0"/>
              <a:t>顾客活跃度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82696" y="1821879"/>
            <a:ext cx="2298613" cy="1427509"/>
            <a:chOff x="1178762" y="1821827"/>
            <a:chExt cx="2032397" cy="782241"/>
          </a:xfrm>
        </p:grpSpPr>
        <p:sp>
          <p:nvSpPr>
            <p:cNvPr id="78" name="Freeform 31"/>
            <p:cNvSpPr>
              <a:spLocks/>
            </p:cNvSpPr>
            <p:nvPr/>
          </p:nvSpPr>
          <p:spPr bwMode="auto">
            <a:xfrm>
              <a:off x="1178762" y="1821827"/>
              <a:ext cx="2032397" cy="782241"/>
            </a:xfrm>
            <a:custGeom>
              <a:avLst/>
              <a:gdLst>
                <a:gd name="T0" fmla="*/ 0 w 1707"/>
                <a:gd name="T1" fmla="*/ 657 h 657"/>
                <a:gd name="T2" fmla="*/ 1707 w 1707"/>
                <a:gd name="T3" fmla="*/ 657 h 657"/>
                <a:gd name="T4" fmla="*/ 1707 w 1707"/>
                <a:gd name="T5" fmla="*/ 0 h 657"/>
                <a:gd name="T6" fmla="*/ 0 w 1707"/>
                <a:gd name="T7" fmla="*/ 0 h 657"/>
                <a:gd name="T8" fmla="*/ 0 w 1707"/>
                <a:gd name="T9" fmla="*/ 657 h 657"/>
                <a:gd name="T10" fmla="*/ 0 w 1707"/>
                <a:gd name="T11" fmla="*/ 657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7" h="657">
                  <a:moveTo>
                    <a:pt x="0" y="657"/>
                  </a:moveTo>
                  <a:lnTo>
                    <a:pt x="1707" y="657"/>
                  </a:lnTo>
                  <a:lnTo>
                    <a:pt x="1707" y="0"/>
                  </a:lnTo>
                  <a:lnTo>
                    <a:pt x="0" y="0"/>
                  </a:lnTo>
                  <a:lnTo>
                    <a:pt x="0" y="657"/>
                  </a:lnTo>
                  <a:lnTo>
                    <a:pt x="0" y="657"/>
                  </a:lnTo>
                  <a:close/>
                </a:path>
              </a:pathLst>
            </a:custGeom>
            <a:solidFill>
              <a:srgbClr val="74A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1237446" y="1878169"/>
              <a:ext cx="1903810" cy="645101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进入店铺或区域的顾客距离上次来店的</a:t>
              </a:r>
              <a:r>
                <a:rPr lang="zh-CN" altLang="en-US" sz="12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间隔：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根据顾客表中的上次来访时间计算</a:t>
              </a:r>
              <a:r>
                <a:rPr lang="zh-CN" altLang="en-US" sz="12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得到。</a:t>
              </a:r>
              <a:endParaRPr lang="en-US" altLang="zh-CN" sz="1200" dirty="0" smtClean="0">
                <a:solidFill>
                  <a:prstClr val="whit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  <a:p>
              <a:pPr defTabSz="685069"/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若来访周期为</a:t>
              </a:r>
              <a:r>
                <a:rPr lang="en-US" altLang="zh-CN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0: </a:t>
              </a:r>
              <a:r>
                <a:rPr lang="zh-CN" altLang="en-US" sz="12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顾客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已经在店内停留了一段</a:t>
              </a:r>
              <a:r>
                <a:rPr lang="zh-CN" altLang="en-US" sz="12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时间则视为新</a:t>
              </a:r>
              <a:r>
                <a:rPr lang="zh-CN" altLang="en-US" sz="12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顾客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541832" y="1523134"/>
            <a:ext cx="2563716" cy="1556341"/>
            <a:chOff x="3750584" y="1821827"/>
            <a:chExt cx="2124714" cy="782241"/>
          </a:xfrm>
        </p:grpSpPr>
        <p:sp>
          <p:nvSpPr>
            <p:cNvPr id="80" name="Freeform 33"/>
            <p:cNvSpPr>
              <a:spLocks/>
            </p:cNvSpPr>
            <p:nvPr/>
          </p:nvSpPr>
          <p:spPr bwMode="auto">
            <a:xfrm>
              <a:off x="3750584" y="1821827"/>
              <a:ext cx="2033588" cy="782241"/>
            </a:xfrm>
            <a:custGeom>
              <a:avLst/>
              <a:gdLst>
                <a:gd name="T0" fmla="*/ 0 w 1708"/>
                <a:gd name="T1" fmla="*/ 657 h 657"/>
                <a:gd name="T2" fmla="*/ 1708 w 1708"/>
                <a:gd name="T3" fmla="*/ 657 h 657"/>
                <a:gd name="T4" fmla="*/ 1708 w 1708"/>
                <a:gd name="T5" fmla="*/ 0 h 657"/>
                <a:gd name="T6" fmla="*/ 0 w 1708"/>
                <a:gd name="T7" fmla="*/ 0 h 657"/>
                <a:gd name="T8" fmla="*/ 0 w 1708"/>
                <a:gd name="T9" fmla="*/ 657 h 657"/>
                <a:gd name="T10" fmla="*/ 0 w 1708"/>
                <a:gd name="T11" fmla="*/ 657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8" h="657">
                  <a:moveTo>
                    <a:pt x="0" y="657"/>
                  </a:moveTo>
                  <a:lnTo>
                    <a:pt x="1708" y="657"/>
                  </a:lnTo>
                  <a:lnTo>
                    <a:pt x="1708" y="0"/>
                  </a:lnTo>
                  <a:lnTo>
                    <a:pt x="0" y="0"/>
                  </a:lnTo>
                  <a:lnTo>
                    <a:pt x="0" y="657"/>
                  </a:lnTo>
                  <a:lnTo>
                    <a:pt x="0" y="657"/>
                  </a:lnTo>
                  <a:close/>
                </a:path>
              </a:pathLst>
            </a:custGeom>
            <a:solidFill>
              <a:srgbClr val="EA50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3813882" y="1940511"/>
              <a:ext cx="2061416" cy="467946"/>
            </a:xfrm>
            <a:prstGeom prst="rect">
              <a:avLst/>
            </a:prstGeom>
            <a:no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4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进入店铺的顾客在店内的停留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时</a:t>
              </a:r>
              <a:r>
                <a:rPr lang="zh-CN" altLang="en-US" sz="14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长。取出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目标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mac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的所有记录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, 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取</a:t>
              </a:r>
              <a:r>
                <a:rPr lang="zh-CN" altLang="en-US" sz="14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近似，若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驻店时长为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0:</a:t>
              </a:r>
            </a:p>
            <a:p>
              <a:pPr defTabSz="685069"/>
              <a:r>
                <a:rPr lang="en-US" altLang="zh-CN" sz="14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-</a:t>
              </a:r>
              <a:r>
                <a:rPr lang="zh-CN" altLang="en-US" sz="14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则视为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刚刚入店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266199" y="1821879"/>
            <a:ext cx="2424659" cy="2107581"/>
            <a:chOff x="6265113" y="2379621"/>
            <a:chExt cx="1896602" cy="1309150"/>
          </a:xfrm>
          <a:solidFill>
            <a:schemeClr val="accent6"/>
          </a:solidFill>
        </p:grpSpPr>
        <p:sp>
          <p:nvSpPr>
            <p:cNvPr id="76" name="Freeform 29"/>
            <p:cNvSpPr>
              <a:spLocks/>
            </p:cNvSpPr>
            <p:nvPr/>
          </p:nvSpPr>
          <p:spPr bwMode="auto">
            <a:xfrm>
              <a:off x="6265113" y="2379621"/>
              <a:ext cx="1878619" cy="1309150"/>
            </a:xfrm>
            <a:custGeom>
              <a:avLst/>
              <a:gdLst>
                <a:gd name="T0" fmla="*/ 0 w 1707"/>
                <a:gd name="T1" fmla="*/ 651 h 651"/>
                <a:gd name="T2" fmla="*/ 1707 w 1707"/>
                <a:gd name="T3" fmla="*/ 651 h 651"/>
                <a:gd name="T4" fmla="*/ 1707 w 1707"/>
                <a:gd name="T5" fmla="*/ 0 h 651"/>
                <a:gd name="T6" fmla="*/ 0 w 1707"/>
                <a:gd name="T7" fmla="*/ 0 h 651"/>
                <a:gd name="T8" fmla="*/ 0 w 1707"/>
                <a:gd name="T9" fmla="*/ 651 h 651"/>
                <a:gd name="T10" fmla="*/ 0 w 1707"/>
                <a:gd name="T11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7" h="651">
                  <a:moveTo>
                    <a:pt x="0" y="651"/>
                  </a:moveTo>
                  <a:lnTo>
                    <a:pt x="1707" y="651"/>
                  </a:lnTo>
                  <a:lnTo>
                    <a:pt x="1707" y="0"/>
                  </a:lnTo>
                  <a:lnTo>
                    <a:pt x="0" y="0"/>
                  </a:lnTo>
                  <a:lnTo>
                    <a:pt x="0" y="651"/>
                  </a:lnTo>
                  <a:lnTo>
                    <a:pt x="0" y="6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16" tIns="34289" rIns="68516" bIns="34289" numCol="1" anchor="t" anchorCtr="0" compatLnSpc="1">
              <a:prstTxWarp prst="textNoShape">
                <a:avLst/>
              </a:prstTxWarp>
            </a:bodyPr>
            <a:lstStyle/>
            <a:p>
              <a:pPr defTabSz="685069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6307451" y="2479778"/>
              <a:ext cx="1854264" cy="1113617"/>
            </a:xfrm>
            <a:prstGeom prst="rect">
              <a:avLst/>
            </a:prstGeom>
            <a:grpFill/>
          </p:spPr>
          <p:txBody>
            <a:bodyPr wrap="square" lIns="68516" tIns="34289" rIns="68516" bIns="34289" rtlCol="0">
              <a:spAutoFit/>
            </a:bodyPr>
            <a:lstStyle/>
            <a:p>
              <a:pPr defTabSz="685069"/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按顾客距离上次来访间隔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,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划分为不同活跃</a:t>
              </a:r>
              <a:r>
                <a:rPr lang="zh-CN" altLang="en-US" sz="14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度分为高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活跃度、中活跃度、低活跃度、沉睡活跃</a:t>
              </a:r>
              <a:r>
                <a:rPr lang="zh-CN" altLang="en-US" sz="14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度。</a:t>
              </a:r>
              <a:endParaRPr lang="zh-CN" altLang="en-US" sz="1400" dirty="0">
                <a:solidFill>
                  <a:prstClr val="whit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  <a:p>
              <a:pPr defTabSz="685069"/>
              <a:r>
                <a:rPr lang="zh-CN" altLang="en-US" sz="14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按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顾客距离上次来访间隔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,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划分为不同活跃</a:t>
              </a:r>
              <a:r>
                <a:rPr lang="zh-CN" altLang="en-US" sz="14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度</a:t>
              </a:r>
              <a:endParaRPr lang="en-US" altLang="zh-CN" sz="1400" dirty="0" smtClean="0">
                <a:solidFill>
                  <a:prstClr val="whit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  <a:p>
              <a:pPr defTabSz="685069"/>
              <a:r>
                <a:rPr lang="en-US" altLang="zh-CN" sz="1400" dirty="0" smtClean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 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显示结果时</a:t>
              </a:r>
              <a:r>
                <a:rPr lang="en-US" altLang="zh-CN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, </a:t>
              </a:r>
              <a:r>
                <a:rPr lang="zh-CN" altLang="en-US" sz="1400" dirty="0">
                  <a:solidFill>
                    <a:prstClr val="white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显示结果表中最后一次活跃度</a:t>
              </a:r>
            </a:p>
          </p:txBody>
        </p:sp>
      </p:grpSp>
      <p:sp>
        <p:nvSpPr>
          <p:cNvPr id="87" name="文本框 91"/>
          <p:cNvSpPr txBox="1"/>
          <p:nvPr/>
        </p:nvSpPr>
        <p:spPr>
          <a:xfrm>
            <a:off x="4345929" y="4594938"/>
            <a:ext cx="959108" cy="315469"/>
          </a:xfrm>
          <a:prstGeom prst="rect">
            <a:avLst/>
          </a:prstGeom>
          <a:noFill/>
        </p:spPr>
        <p:txBody>
          <a:bodyPr wrap="none" lIns="68516" tIns="34289" rIns="68516" bIns="34289" rtlCol="0">
            <a:spAutoFit/>
          </a:bodyPr>
          <a:lstStyle/>
          <a:p>
            <a:pPr defTabSz="685069"/>
            <a:r>
              <a:rPr lang="zh-CN" altLang="en-US" sz="1600" dirty="0"/>
              <a:t>驻店时长</a:t>
            </a:r>
            <a:endParaRPr lang="zh-CN" altLang="en-US" sz="150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</a:endParaRPr>
          </a:p>
        </p:txBody>
      </p:sp>
      <p:sp>
        <p:nvSpPr>
          <p:cNvPr id="90" name="椭圆 33"/>
          <p:cNvSpPr>
            <a:spLocks noChangeArrowheads="1"/>
          </p:cNvSpPr>
          <p:nvPr/>
        </p:nvSpPr>
        <p:spPr bwMode="auto">
          <a:xfrm>
            <a:off x="912776" y="627534"/>
            <a:ext cx="1689098" cy="1027510"/>
          </a:xfrm>
          <a:prstGeom prst="ellipse">
            <a:avLst/>
          </a:prstGeom>
          <a:solidFill>
            <a:srgbClr val="FFFFFF">
              <a:alpha val="32156"/>
            </a:srgbClr>
          </a:solidFill>
          <a:ln w="12700">
            <a:solidFill>
              <a:schemeClr val="bg1"/>
            </a:solidFill>
            <a:bevel/>
            <a:headEnd/>
            <a:tailEnd/>
          </a:ln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itchFamily="66" charset="0"/>
                <a:sym typeface="宋体" pitchFamily="2" charset="-122"/>
              </a:rPr>
              <a:t>数据分析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Comic Sans MS" pitchFamily="66" charset="0"/>
              <a:sym typeface="宋体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31071" y="197309"/>
            <a:ext cx="190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二、设计原理</a:t>
            </a:r>
            <a:endParaRPr lang="zh-CN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23528" y="1347614"/>
            <a:ext cx="1080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面向单个客户</a:t>
            </a:r>
          </a:p>
        </p:txBody>
      </p:sp>
    </p:spTree>
    <p:extLst>
      <p:ext uri="{BB962C8B-B14F-4D97-AF65-F5344CB8AC3E}">
        <p14:creationId xmlns:p14="http://schemas.microsoft.com/office/powerpoint/2010/main" val="3309834903"/>
      </p:ext>
    </p:extLst>
  </p:cSld>
  <p:clrMapOvr>
    <a:masterClrMapping/>
  </p:clrMapOvr>
  <p:transition advTm="3847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3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88" grpId="0"/>
      <p:bldP spid="94" grpId="0"/>
      <p:bldP spid="87" grpId="0"/>
      <p:bldP spid="90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2380580" y="3492195"/>
            <a:ext cx="56001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kern="0" dirty="0">
                <a:solidFill>
                  <a:schemeClr val="bg2">
                    <a:lumMod val="25000"/>
                  </a:schemeClr>
                </a:solidFill>
                <a:latin typeface="张海山锐线体简" panose="02000000000000000000" pitchFamily="2" charset="-122"/>
                <a:ea typeface="张海山锐线体简" panose="02000000000000000000" pitchFamily="2" charset="-122"/>
              </a:rPr>
              <a:t>基于</a:t>
            </a:r>
            <a:r>
              <a:rPr lang="en-US" altLang="zh-CN" sz="2400" kern="0" dirty="0">
                <a:solidFill>
                  <a:schemeClr val="bg2">
                    <a:lumMod val="25000"/>
                  </a:schemeClr>
                </a:solidFill>
                <a:latin typeface="张海山锐线体简" panose="02000000000000000000" pitchFamily="2" charset="-122"/>
                <a:ea typeface="张海山锐线体简" panose="02000000000000000000" pitchFamily="2" charset="-122"/>
              </a:rPr>
              <a:t>WIFI</a:t>
            </a:r>
            <a:r>
              <a:rPr lang="zh-CN" altLang="en-US" sz="2400" kern="0" dirty="0">
                <a:solidFill>
                  <a:schemeClr val="bg2">
                    <a:lumMod val="25000"/>
                  </a:schemeClr>
                </a:solidFill>
                <a:latin typeface="张海山锐线体简" panose="02000000000000000000" pitchFamily="2" charset="-122"/>
                <a:ea typeface="张海山锐线体简" panose="02000000000000000000" pitchFamily="2" charset="-122"/>
              </a:rPr>
              <a:t>探针的商业大数据分析展示</a:t>
            </a:r>
          </a:p>
        </p:txBody>
      </p:sp>
      <p:sp useBgFill="1">
        <p:nvSpPr>
          <p:cNvPr id="76" name="矩形 75"/>
          <p:cNvSpPr/>
          <p:nvPr/>
        </p:nvSpPr>
        <p:spPr>
          <a:xfrm>
            <a:off x="1942474" y="3966143"/>
            <a:ext cx="5105443" cy="12065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971100" y="1474818"/>
            <a:ext cx="1180133" cy="1180133"/>
          </a:xfrm>
          <a:prstGeom prst="roundRect">
            <a:avLst>
              <a:gd name="adj" fmla="val 21669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728079" y="1230762"/>
            <a:ext cx="1685045" cy="1669446"/>
            <a:chOff x="4253481" y="1337689"/>
            <a:chExt cx="4615099" cy="4572373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4282518" y="1337689"/>
              <a:ext cx="4586062" cy="4572372"/>
            </a:xfrm>
            <a:prstGeom prst="line">
              <a:avLst/>
            </a:prstGeom>
            <a:ln w="3175">
              <a:solidFill>
                <a:schemeClr val="bg1">
                  <a:lumMod val="65000"/>
                  <a:alpha val="61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4253481" y="1363340"/>
              <a:ext cx="4533151" cy="4546722"/>
            </a:xfrm>
            <a:prstGeom prst="line">
              <a:avLst/>
            </a:prstGeom>
            <a:ln w="3175">
              <a:solidFill>
                <a:schemeClr val="bg1">
                  <a:lumMod val="65000"/>
                  <a:alpha val="61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3720691" y="1223899"/>
            <a:ext cx="1683422" cy="1676402"/>
          </a:xfrm>
          <a:prstGeom prst="ellipse">
            <a:avLst/>
          </a:prstGeom>
          <a:noFill/>
          <a:ln w="3175">
            <a:solidFill>
              <a:schemeClr val="bg1">
                <a:lumMod val="65000"/>
                <a:alpha val="6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3973475" y="1472291"/>
            <a:ext cx="1183783" cy="1183727"/>
            <a:chOff x="52868" y="2039155"/>
            <a:chExt cx="3438374" cy="3438212"/>
          </a:xfrm>
        </p:grpSpPr>
        <p:sp>
          <p:nvSpPr>
            <p:cNvPr id="8" name="椭圆 7"/>
            <p:cNvSpPr/>
            <p:nvPr/>
          </p:nvSpPr>
          <p:spPr>
            <a:xfrm>
              <a:off x="57242" y="2039155"/>
              <a:ext cx="3424577" cy="3424577"/>
            </a:xfrm>
            <a:prstGeom prst="ellipse">
              <a:avLst/>
            </a:prstGeom>
            <a:noFill/>
            <a:ln w="3175">
              <a:solidFill>
                <a:schemeClr val="bg1">
                  <a:lumMod val="65000"/>
                  <a:alpha val="6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15984" y="2511218"/>
              <a:ext cx="2499929" cy="2499929"/>
            </a:xfrm>
            <a:prstGeom prst="ellipse">
              <a:avLst/>
            </a:prstGeom>
            <a:noFill/>
            <a:ln w="3175">
              <a:solidFill>
                <a:schemeClr val="bg1">
                  <a:lumMod val="65000"/>
                  <a:alpha val="61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52868" y="2041679"/>
              <a:ext cx="3438374" cy="3435688"/>
              <a:chOff x="2160952" y="2063508"/>
              <a:chExt cx="3438374" cy="3435688"/>
            </a:xfrm>
          </p:grpSpPr>
          <p:sp>
            <p:nvSpPr>
              <p:cNvPr id="15" name="椭圆 14"/>
              <p:cNvSpPr/>
              <p:nvPr/>
            </p:nvSpPr>
            <p:spPr>
              <a:xfrm>
                <a:off x="2165326" y="2065194"/>
                <a:ext cx="590244" cy="590244"/>
              </a:xfrm>
              <a:prstGeom prst="ellipse">
                <a:avLst/>
              </a:prstGeom>
              <a:noFill/>
              <a:ln w="3175">
                <a:solidFill>
                  <a:schemeClr val="bg1">
                    <a:lumMod val="65000"/>
                    <a:alpha val="61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5007832" y="2063508"/>
                <a:ext cx="582071" cy="582071"/>
              </a:xfrm>
              <a:prstGeom prst="ellipse">
                <a:avLst/>
              </a:prstGeom>
              <a:noFill/>
              <a:ln w="3175">
                <a:solidFill>
                  <a:schemeClr val="bg1">
                    <a:lumMod val="65000"/>
                    <a:alpha val="61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5007832" y="4898551"/>
                <a:ext cx="591494" cy="591494"/>
              </a:xfrm>
              <a:prstGeom prst="ellipse">
                <a:avLst/>
              </a:prstGeom>
              <a:noFill/>
              <a:ln w="3175">
                <a:solidFill>
                  <a:schemeClr val="bg1">
                    <a:lumMod val="65000"/>
                    <a:alpha val="61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2160952" y="4904796"/>
                <a:ext cx="594400" cy="594400"/>
              </a:xfrm>
              <a:prstGeom prst="ellipse">
                <a:avLst/>
              </a:prstGeom>
              <a:noFill/>
              <a:ln w="3175">
                <a:solidFill>
                  <a:schemeClr val="bg1">
                    <a:lumMod val="65000"/>
                    <a:alpha val="61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4" name="矩形 23"/>
          <p:cNvSpPr/>
          <p:nvPr/>
        </p:nvSpPr>
        <p:spPr>
          <a:xfrm>
            <a:off x="3973249" y="1475456"/>
            <a:ext cx="1186922" cy="1178719"/>
          </a:xfrm>
          <a:prstGeom prst="rect">
            <a:avLst/>
          </a:prstGeom>
          <a:noFill/>
          <a:ln w="3175">
            <a:solidFill>
              <a:schemeClr val="bg1">
                <a:lumMod val="65000"/>
                <a:alpha val="6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3600811" y="2058719"/>
            <a:ext cx="1898840" cy="0"/>
          </a:xfrm>
          <a:prstGeom prst="line">
            <a:avLst/>
          </a:prstGeom>
          <a:ln w="3175">
            <a:solidFill>
              <a:schemeClr val="bg1">
                <a:lumMod val="65000"/>
                <a:alpha val="61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566527" y="1107822"/>
            <a:ext cx="0" cy="1907783"/>
          </a:xfrm>
          <a:prstGeom prst="line">
            <a:avLst/>
          </a:prstGeom>
          <a:ln w="3175">
            <a:solidFill>
              <a:schemeClr val="bg1">
                <a:lumMod val="65000"/>
                <a:alpha val="61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椭圆 38"/>
          <p:cNvSpPr/>
          <p:nvPr/>
        </p:nvSpPr>
        <p:spPr>
          <a:xfrm>
            <a:off x="4560146" y="2051851"/>
            <a:ext cx="13145" cy="131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207690" y="-524082"/>
            <a:ext cx="2857817" cy="2857817"/>
          </a:xfrm>
          <a:prstGeom prst="ellipse">
            <a:avLst/>
          </a:prstGeom>
          <a:gradFill flip="none" rotWithShape="1">
            <a:gsLst>
              <a:gs pos="58000">
                <a:srgbClr val="FDFDFE">
                  <a:alpha val="30000"/>
                </a:srgbClr>
              </a:gs>
              <a:gs pos="100000">
                <a:schemeClr val="bg1">
                  <a:alpha val="0"/>
                </a:schemeClr>
              </a:gs>
              <a:gs pos="0">
                <a:srgbClr val="FCFBFD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69665" y="1108176"/>
            <a:ext cx="5007085" cy="2857967"/>
            <a:chOff x="3045281" y="1629390"/>
            <a:chExt cx="6676113" cy="3810623"/>
          </a:xfrm>
        </p:grpSpPr>
        <p:sp>
          <p:nvSpPr>
            <p:cNvPr id="23" name="圆角矩形 22"/>
            <p:cNvSpPr/>
            <p:nvPr/>
          </p:nvSpPr>
          <p:spPr>
            <a:xfrm>
              <a:off x="5446896" y="2118593"/>
              <a:ext cx="1573511" cy="1573511"/>
            </a:xfrm>
            <a:prstGeom prst="roundRect">
              <a:avLst>
                <a:gd name="adj" fmla="val 21669"/>
              </a:avLst>
            </a:prstGeom>
            <a:solidFill>
              <a:schemeClr val="bg1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5122868" y="1793416"/>
              <a:ext cx="2246727" cy="2225928"/>
              <a:chOff x="4253481" y="1337689"/>
              <a:chExt cx="4615099" cy="4572373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4282518" y="1337689"/>
                <a:ext cx="4586062" cy="4572372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  <a:alpha val="61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V="1">
                <a:off x="4253481" y="1363340"/>
                <a:ext cx="4533151" cy="4546722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  <a:alpha val="61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椭圆 30"/>
            <p:cNvSpPr/>
            <p:nvPr/>
          </p:nvSpPr>
          <p:spPr>
            <a:xfrm>
              <a:off x="5113321" y="1784141"/>
              <a:ext cx="2244562" cy="2235203"/>
            </a:xfrm>
            <a:prstGeom prst="ellipse">
              <a:avLst/>
            </a:prstGeom>
            <a:noFill/>
            <a:ln w="3175">
              <a:solidFill>
                <a:schemeClr val="bg2">
                  <a:lumMod val="50000"/>
                  <a:alpha val="6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450063" y="2115223"/>
              <a:ext cx="1578377" cy="1578303"/>
              <a:chOff x="52868" y="2039155"/>
              <a:chExt cx="3438374" cy="3438212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57242" y="2039155"/>
                <a:ext cx="3424577" cy="3424577"/>
              </a:xfrm>
              <a:prstGeom prst="ellipse">
                <a:avLst/>
              </a:prstGeom>
              <a:noFill/>
              <a:ln w="3175">
                <a:solidFill>
                  <a:schemeClr val="bg1">
                    <a:lumMod val="65000"/>
                    <a:alpha val="61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515984" y="2511218"/>
                <a:ext cx="2499929" cy="2499929"/>
              </a:xfrm>
              <a:prstGeom prst="ellipse">
                <a:avLst/>
              </a:prstGeom>
              <a:noFill/>
              <a:ln w="3175">
                <a:solidFill>
                  <a:schemeClr val="bg1">
                    <a:lumMod val="65000"/>
                    <a:alpha val="61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37" name="组合 36"/>
              <p:cNvGrpSpPr/>
              <p:nvPr/>
            </p:nvGrpSpPr>
            <p:grpSpPr>
              <a:xfrm>
                <a:off x="52868" y="2041679"/>
                <a:ext cx="3438374" cy="3435688"/>
                <a:chOff x="2160952" y="2063508"/>
                <a:chExt cx="3438374" cy="3435688"/>
              </a:xfrm>
            </p:grpSpPr>
            <p:sp>
              <p:nvSpPr>
                <p:cNvPr id="38" name="椭圆 37"/>
                <p:cNvSpPr/>
                <p:nvPr/>
              </p:nvSpPr>
              <p:spPr>
                <a:xfrm>
                  <a:off x="2165326" y="2065194"/>
                  <a:ext cx="590244" cy="590244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lumMod val="65000"/>
                      <a:alpha val="61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>
                  <a:off x="5007832" y="2063508"/>
                  <a:ext cx="582071" cy="582071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lumMod val="65000"/>
                      <a:alpha val="61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5007832" y="4898551"/>
                  <a:ext cx="591494" cy="591494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lumMod val="65000"/>
                      <a:alpha val="61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>
                  <a:off x="2160952" y="4904796"/>
                  <a:ext cx="594400" cy="594400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lumMod val="65000"/>
                      <a:alpha val="61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sp>
          <p:nvSpPr>
            <p:cNvPr id="43" name="矩形 42"/>
            <p:cNvSpPr/>
            <p:nvPr/>
          </p:nvSpPr>
          <p:spPr>
            <a:xfrm>
              <a:off x="5450063" y="2119443"/>
              <a:ext cx="1582562" cy="1571625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  <a:alpha val="6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4953479" y="2897358"/>
              <a:ext cx="2531786" cy="0"/>
            </a:xfrm>
            <a:prstGeom prst="line">
              <a:avLst/>
            </a:prstGeom>
            <a:ln w="3175">
              <a:solidFill>
                <a:schemeClr val="bg1">
                  <a:lumMod val="65000"/>
                  <a:alpha val="61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241102" y="1629390"/>
              <a:ext cx="0" cy="2543710"/>
            </a:xfrm>
            <a:prstGeom prst="line">
              <a:avLst/>
            </a:prstGeom>
            <a:ln w="3175">
              <a:solidFill>
                <a:schemeClr val="bg1">
                  <a:lumMod val="65000"/>
                  <a:alpha val="61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椭圆 45"/>
            <p:cNvSpPr/>
            <p:nvPr/>
          </p:nvSpPr>
          <p:spPr>
            <a:xfrm>
              <a:off x="6232292" y="2888095"/>
              <a:ext cx="17526" cy="1752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3045281" y="4578238"/>
              <a:ext cx="6676113" cy="861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endParaRPr lang="zh-CN" altLang="en-US" sz="3600" dirty="0">
                <a:solidFill>
                  <a:prstClr val="white">
                    <a:lumMod val="50000"/>
                  </a:prstClr>
                </a:solidFill>
                <a:latin typeface="张海山锐线体简" panose="02000000000000000000" pitchFamily="2" charset="-122"/>
                <a:ea typeface="张海山锐线体简" panose="02000000000000000000" pitchFamily="2" charset="-122"/>
              </a:endParaRPr>
            </a:p>
          </p:txBody>
        </p:sp>
      </p:grpSp>
      <p:sp>
        <p:nvSpPr>
          <p:cNvPr id="57" name="任意多边形 56"/>
          <p:cNvSpPr/>
          <p:nvPr/>
        </p:nvSpPr>
        <p:spPr>
          <a:xfrm>
            <a:off x="6041574" y="1673174"/>
            <a:ext cx="751114" cy="1354143"/>
          </a:xfrm>
          <a:custGeom>
            <a:avLst/>
            <a:gdLst>
              <a:gd name="connsiteX0" fmla="*/ 0 w 1001485"/>
              <a:gd name="connsiteY0" fmla="*/ 0 h 2219375"/>
              <a:gd name="connsiteX1" fmla="*/ 1001485 w 1001485"/>
              <a:gd name="connsiteY1" fmla="*/ 0 h 2219375"/>
              <a:gd name="connsiteX2" fmla="*/ 1001485 w 1001485"/>
              <a:gd name="connsiteY2" fmla="*/ 2219375 h 2219375"/>
              <a:gd name="connsiteX3" fmla="*/ 997786 w 1001485"/>
              <a:gd name="connsiteY3" fmla="*/ 2217612 h 2219375"/>
              <a:gd name="connsiteX4" fmla="*/ 859971 w 1001485"/>
              <a:gd name="connsiteY4" fmla="*/ 2107256 h 2219375"/>
              <a:gd name="connsiteX5" fmla="*/ 161471 w 1001485"/>
              <a:gd name="connsiteY5" fmla="*/ 456256 h 2219375"/>
              <a:gd name="connsiteX6" fmla="*/ 68851 w 1001485"/>
              <a:gd name="connsiteY6" fmla="*/ 426297 h 2219375"/>
              <a:gd name="connsiteX7" fmla="*/ 0 w 1001485"/>
              <a:gd name="connsiteY7" fmla="*/ 413851 h 2219375"/>
              <a:gd name="connsiteX8" fmla="*/ 0 w 1001485"/>
              <a:gd name="connsiteY8" fmla="*/ 0 h 2219375"/>
              <a:gd name="connsiteX0" fmla="*/ 1001485 w 1092925"/>
              <a:gd name="connsiteY0" fmla="*/ 0 h 2219375"/>
              <a:gd name="connsiteX1" fmla="*/ 1001485 w 1092925"/>
              <a:gd name="connsiteY1" fmla="*/ 2219375 h 2219375"/>
              <a:gd name="connsiteX2" fmla="*/ 997786 w 1092925"/>
              <a:gd name="connsiteY2" fmla="*/ 2217612 h 2219375"/>
              <a:gd name="connsiteX3" fmla="*/ 859971 w 1092925"/>
              <a:gd name="connsiteY3" fmla="*/ 2107256 h 2219375"/>
              <a:gd name="connsiteX4" fmla="*/ 161471 w 1092925"/>
              <a:gd name="connsiteY4" fmla="*/ 456256 h 2219375"/>
              <a:gd name="connsiteX5" fmla="*/ 68851 w 1092925"/>
              <a:gd name="connsiteY5" fmla="*/ 426297 h 2219375"/>
              <a:gd name="connsiteX6" fmla="*/ 0 w 1092925"/>
              <a:gd name="connsiteY6" fmla="*/ 413851 h 2219375"/>
              <a:gd name="connsiteX7" fmla="*/ 0 w 1092925"/>
              <a:gd name="connsiteY7" fmla="*/ 0 h 2219375"/>
              <a:gd name="connsiteX8" fmla="*/ 1092925 w 1092925"/>
              <a:gd name="connsiteY8" fmla="*/ 91440 h 2219375"/>
              <a:gd name="connsiteX0" fmla="*/ 1001485 w 1001485"/>
              <a:gd name="connsiteY0" fmla="*/ 0 h 2219375"/>
              <a:gd name="connsiteX1" fmla="*/ 1001485 w 1001485"/>
              <a:gd name="connsiteY1" fmla="*/ 2219375 h 2219375"/>
              <a:gd name="connsiteX2" fmla="*/ 997786 w 1001485"/>
              <a:gd name="connsiteY2" fmla="*/ 2217612 h 2219375"/>
              <a:gd name="connsiteX3" fmla="*/ 859971 w 1001485"/>
              <a:gd name="connsiteY3" fmla="*/ 2107256 h 2219375"/>
              <a:gd name="connsiteX4" fmla="*/ 161471 w 1001485"/>
              <a:gd name="connsiteY4" fmla="*/ 456256 h 2219375"/>
              <a:gd name="connsiteX5" fmla="*/ 68851 w 1001485"/>
              <a:gd name="connsiteY5" fmla="*/ 426297 h 2219375"/>
              <a:gd name="connsiteX6" fmla="*/ 0 w 1001485"/>
              <a:gd name="connsiteY6" fmla="*/ 413851 h 2219375"/>
              <a:gd name="connsiteX7" fmla="*/ 0 w 1001485"/>
              <a:gd name="connsiteY7" fmla="*/ 0 h 2219375"/>
              <a:gd name="connsiteX0" fmla="*/ 1001485 w 1001485"/>
              <a:gd name="connsiteY0" fmla="*/ 2219375 h 2219375"/>
              <a:gd name="connsiteX1" fmla="*/ 997786 w 1001485"/>
              <a:gd name="connsiteY1" fmla="*/ 2217612 h 2219375"/>
              <a:gd name="connsiteX2" fmla="*/ 859971 w 1001485"/>
              <a:gd name="connsiteY2" fmla="*/ 2107256 h 2219375"/>
              <a:gd name="connsiteX3" fmla="*/ 161471 w 1001485"/>
              <a:gd name="connsiteY3" fmla="*/ 456256 h 2219375"/>
              <a:gd name="connsiteX4" fmla="*/ 68851 w 1001485"/>
              <a:gd name="connsiteY4" fmla="*/ 426297 h 2219375"/>
              <a:gd name="connsiteX5" fmla="*/ 0 w 1001485"/>
              <a:gd name="connsiteY5" fmla="*/ 413851 h 2219375"/>
              <a:gd name="connsiteX6" fmla="*/ 0 w 1001485"/>
              <a:gd name="connsiteY6" fmla="*/ 0 h 2219375"/>
              <a:gd name="connsiteX0" fmla="*/ 1001485 w 1001485"/>
              <a:gd name="connsiteY0" fmla="*/ 1805524 h 1805524"/>
              <a:gd name="connsiteX1" fmla="*/ 997786 w 1001485"/>
              <a:gd name="connsiteY1" fmla="*/ 1803761 h 1805524"/>
              <a:gd name="connsiteX2" fmla="*/ 859971 w 1001485"/>
              <a:gd name="connsiteY2" fmla="*/ 1693405 h 1805524"/>
              <a:gd name="connsiteX3" fmla="*/ 161471 w 1001485"/>
              <a:gd name="connsiteY3" fmla="*/ 42405 h 1805524"/>
              <a:gd name="connsiteX4" fmla="*/ 68851 w 1001485"/>
              <a:gd name="connsiteY4" fmla="*/ 12446 h 1805524"/>
              <a:gd name="connsiteX5" fmla="*/ 0 w 1001485"/>
              <a:gd name="connsiteY5" fmla="*/ 0 h 18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1485" h="1805524">
                <a:moveTo>
                  <a:pt x="1001485" y="1805524"/>
                </a:moveTo>
                <a:lnTo>
                  <a:pt x="997786" y="1803761"/>
                </a:lnTo>
                <a:cubicBezTo>
                  <a:pt x="944968" y="1774202"/>
                  <a:pt x="898071" y="1738120"/>
                  <a:pt x="859971" y="1693405"/>
                </a:cubicBezTo>
                <a:cubicBezTo>
                  <a:pt x="555171" y="1335688"/>
                  <a:pt x="633488" y="235022"/>
                  <a:pt x="161471" y="42405"/>
                </a:cubicBezTo>
                <a:cubicBezTo>
                  <a:pt x="131970" y="30367"/>
                  <a:pt x="101068" y="20424"/>
                  <a:pt x="68851" y="12446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6" name="任意多边形 55"/>
          <p:cNvSpPr/>
          <p:nvPr/>
        </p:nvSpPr>
        <p:spPr>
          <a:xfrm>
            <a:off x="4562477" y="1663449"/>
            <a:ext cx="1479097" cy="413081"/>
          </a:xfrm>
          <a:custGeom>
            <a:avLst/>
            <a:gdLst>
              <a:gd name="connsiteX0" fmla="*/ 1832616 w 1972129"/>
              <a:gd name="connsiteY0" fmla="*/ 182 h 1740852"/>
              <a:gd name="connsiteX1" fmla="*/ 1940477 w 1972129"/>
              <a:gd name="connsiteY1" fmla="*/ 7347 h 1740852"/>
              <a:gd name="connsiteX2" fmla="*/ 1972129 w 1972129"/>
              <a:gd name="connsiteY2" fmla="*/ 13069 h 1740852"/>
              <a:gd name="connsiteX3" fmla="*/ 1972129 w 1972129"/>
              <a:gd name="connsiteY3" fmla="*/ 1740852 h 1740852"/>
              <a:gd name="connsiteX4" fmla="*/ 0 w 1972129"/>
              <a:gd name="connsiteY4" fmla="*/ 550774 h 1740852"/>
              <a:gd name="connsiteX5" fmla="*/ 1832616 w 1972129"/>
              <a:gd name="connsiteY5" fmla="*/ 182 h 1740852"/>
              <a:gd name="connsiteX0" fmla="*/ 1972129 w 2063569"/>
              <a:gd name="connsiteY0" fmla="*/ 1740852 h 1832292"/>
              <a:gd name="connsiteX1" fmla="*/ 0 w 2063569"/>
              <a:gd name="connsiteY1" fmla="*/ 550774 h 1832292"/>
              <a:gd name="connsiteX2" fmla="*/ 1832616 w 2063569"/>
              <a:gd name="connsiteY2" fmla="*/ 182 h 1832292"/>
              <a:gd name="connsiteX3" fmla="*/ 1940477 w 2063569"/>
              <a:gd name="connsiteY3" fmla="*/ 7347 h 1832292"/>
              <a:gd name="connsiteX4" fmla="*/ 1972129 w 2063569"/>
              <a:gd name="connsiteY4" fmla="*/ 13069 h 1832292"/>
              <a:gd name="connsiteX5" fmla="*/ 2063569 w 2063569"/>
              <a:gd name="connsiteY5" fmla="*/ 1832292 h 1832292"/>
              <a:gd name="connsiteX0" fmla="*/ 1972129 w 1972129"/>
              <a:gd name="connsiteY0" fmla="*/ 1740852 h 1740852"/>
              <a:gd name="connsiteX1" fmla="*/ 0 w 1972129"/>
              <a:gd name="connsiteY1" fmla="*/ 550774 h 1740852"/>
              <a:gd name="connsiteX2" fmla="*/ 1832616 w 1972129"/>
              <a:gd name="connsiteY2" fmla="*/ 182 h 1740852"/>
              <a:gd name="connsiteX3" fmla="*/ 1940477 w 1972129"/>
              <a:gd name="connsiteY3" fmla="*/ 7347 h 1740852"/>
              <a:gd name="connsiteX4" fmla="*/ 1972129 w 1972129"/>
              <a:gd name="connsiteY4" fmla="*/ 13069 h 1740852"/>
              <a:gd name="connsiteX0" fmla="*/ 0 w 1972129"/>
              <a:gd name="connsiteY0" fmla="*/ 550774 h 550774"/>
              <a:gd name="connsiteX1" fmla="*/ 1832616 w 1972129"/>
              <a:gd name="connsiteY1" fmla="*/ 182 h 550774"/>
              <a:gd name="connsiteX2" fmla="*/ 1940477 w 1972129"/>
              <a:gd name="connsiteY2" fmla="*/ 7347 h 550774"/>
              <a:gd name="connsiteX3" fmla="*/ 1972129 w 1972129"/>
              <a:gd name="connsiteY3" fmla="*/ 13069 h 550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2129" h="550774">
                <a:moveTo>
                  <a:pt x="0" y="550774"/>
                </a:moveTo>
                <a:cubicBezTo>
                  <a:pt x="675018" y="271307"/>
                  <a:pt x="1350036" y="-8159"/>
                  <a:pt x="1832616" y="182"/>
                </a:cubicBezTo>
                <a:cubicBezTo>
                  <a:pt x="1869738" y="824"/>
                  <a:pt x="1905720" y="3168"/>
                  <a:pt x="1940477" y="7347"/>
                </a:cubicBezTo>
                <a:lnTo>
                  <a:pt x="1972129" y="13069"/>
                </a:ln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2" name="任意多边形 71"/>
          <p:cNvSpPr/>
          <p:nvPr/>
        </p:nvSpPr>
        <p:spPr>
          <a:xfrm>
            <a:off x="6790699" y="3037199"/>
            <a:ext cx="743307" cy="245231"/>
          </a:xfrm>
          <a:custGeom>
            <a:avLst/>
            <a:gdLst>
              <a:gd name="connsiteX0" fmla="*/ 66511 w 1057587"/>
              <a:gd name="connsiteY0" fmla="*/ 0 h 326974"/>
              <a:gd name="connsiteX1" fmla="*/ 96594 w 1057587"/>
              <a:gd name="connsiteY1" fmla="*/ 0 h 326974"/>
              <a:gd name="connsiteX2" fmla="*/ 148777 w 1057587"/>
              <a:gd name="connsiteY2" fmla="*/ 24874 h 326974"/>
              <a:gd name="connsiteX3" fmla="*/ 1057557 w 1057587"/>
              <a:gd name="connsiteY3" fmla="*/ 323419 h 326974"/>
              <a:gd name="connsiteX4" fmla="*/ 1057587 w 1057587"/>
              <a:gd name="connsiteY4" fmla="*/ 326974 h 326974"/>
              <a:gd name="connsiteX5" fmla="*/ 0 w 1057587"/>
              <a:gd name="connsiteY5" fmla="*/ 326974 h 326974"/>
              <a:gd name="connsiteX6" fmla="*/ 66511 w 1057587"/>
              <a:gd name="connsiteY6" fmla="*/ 0 h 326974"/>
              <a:gd name="connsiteX0" fmla="*/ 0 w 1057587"/>
              <a:gd name="connsiteY0" fmla="*/ 326974 h 418414"/>
              <a:gd name="connsiteX1" fmla="*/ 66511 w 1057587"/>
              <a:gd name="connsiteY1" fmla="*/ 0 h 418414"/>
              <a:gd name="connsiteX2" fmla="*/ 96594 w 1057587"/>
              <a:gd name="connsiteY2" fmla="*/ 0 h 418414"/>
              <a:gd name="connsiteX3" fmla="*/ 148777 w 1057587"/>
              <a:gd name="connsiteY3" fmla="*/ 24874 h 418414"/>
              <a:gd name="connsiteX4" fmla="*/ 1057557 w 1057587"/>
              <a:gd name="connsiteY4" fmla="*/ 323419 h 418414"/>
              <a:gd name="connsiteX5" fmla="*/ 1057587 w 1057587"/>
              <a:gd name="connsiteY5" fmla="*/ 326974 h 418414"/>
              <a:gd name="connsiteX6" fmla="*/ 91440 w 1057587"/>
              <a:gd name="connsiteY6" fmla="*/ 418414 h 418414"/>
              <a:gd name="connsiteX0" fmla="*/ 0 w 1057587"/>
              <a:gd name="connsiteY0" fmla="*/ 326974 h 326974"/>
              <a:gd name="connsiteX1" fmla="*/ 66511 w 1057587"/>
              <a:gd name="connsiteY1" fmla="*/ 0 h 326974"/>
              <a:gd name="connsiteX2" fmla="*/ 96594 w 1057587"/>
              <a:gd name="connsiteY2" fmla="*/ 0 h 326974"/>
              <a:gd name="connsiteX3" fmla="*/ 148777 w 1057587"/>
              <a:gd name="connsiteY3" fmla="*/ 24874 h 326974"/>
              <a:gd name="connsiteX4" fmla="*/ 1057557 w 1057587"/>
              <a:gd name="connsiteY4" fmla="*/ 323419 h 326974"/>
              <a:gd name="connsiteX5" fmla="*/ 1057587 w 1057587"/>
              <a:gd name="connsiteY5" fmla="*/ 326974 h 326974"/>
              <a:gd name="connsiteX0" fmla="*/ 0 w 991076"/>
              <a:gd name="connsiteY0" fmla="*/ 0 h 326974"/>
              <a:gd name="connsiteX1" fmla="*/ 30083 w 991076"/>
              <a:gd name="connsiteY1" fmla="*/ 0 h 326974"/>
              <a:gd name="connsiteX2" fmla="*/ 82266 w 991076"/>
              <a:gd name="connsiteY2" fmla="*/ 24874 h 326974"/>
              <a:gd name="connsiteX3" fmla="*/ 991046 w 991076"/>
              <a:gd name="connsiteY3" fmla="*/ 323419 h 326974"/>
              <a:gd name="connsiteX4" fmla="*/ 991076 w 991076"/>
              <a:gd name="connsiteY4" fmla="*/ 326974 h 326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1076" h="326974">
                <a:moveTo>
                  <a:pt x="0" y="0"/>
                </a:moveTo>
                <a:lnTo>
                  <a:pt x="30083" y="0"/>
                </a:lnTo>
                <a:lnTo>
                  <a:pt x="82266" y="24874"/>
                </a:lnTo>
                <a:cubicBezTo>
                  <a:pt x="435814" y="168458"/>
                  <a:pt x="955773" y="108940"/>
                  <a:pt x="991046" y="323419"/>
                </a:cubicBezTo>
                <a:lnTo>
                  <a:pt x="991076" y="326974"/>
                </a:ln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1" name="任意多边形 70"/>
          <p:cNvSpPr/>
          <p:nvPr/>
        </p:nvSpPr>
        <p:spPr>
          <a:xfrm>
            <a:off x="6790693" y="3027315"/>
            <a:ext cx="22562" cy="9804"/>
          </a:xfrm>
          <a:custGeom>
            <a:avLst/>
            <a:gdLst>
              <a:gd name="connsiteX0" fmla="*/ 2659 w 30083"/>
              <a:gd name="connsiteY0" fmla="*/ 0 h 13072"/>
              <a:gd name="connsiteX1" fmla="*/ 30083 w 30083"/>
              <a:gd name="connsiteY1" fmla="*/ 13072 h 13072"/>
              <a:gd name="connsiteX2" fmla="*/ 0 w 30083"/>
              <a:gd name="connsiteY2" fmla="*/ 13072 h 13072"/>
              <a:gd name="connsiteX3" fmla="*/ 2659 w 30083"/>
              <a:gd name="connsiteY3" fmla="*/ 0 h 13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83" h="13072">
                <a:moveTo>
                  <a:pt x="2659" y="0"/>
                </a:moveTo>
                <a:lnTo>
                  <a:pt x="30083" y="13072"/>
                </a:lnTo>
                <a:lnTo>
                  <a:pt x="0" y="13072"/>
                </a:lnTo>
                <a:lnTo>
                  <a:pt x="2659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8" name="任意多边形 67"/>
          <p:cNvSpPr/>
          <p:nvPr/>
        </p:nvSpPr>
        <p:spPr>
          <a:xfrm>
            <a:off x="6505717" y="3282451"/>
            <a:ext cx="1028583" cy="1155860"/>
          </a:xfrm>
          <a:custGeom>
            <a:avLst/>
            <a:gdLst>
              <a:gd name="connsiteX0" fmla="*/ 313488 w 1371444"/>
              <a:gd name="connsiteY0" fmla="*/ 0 h 1541147"/>
              <a:gd name="connsiteX1" fmla="*/ 1371075 w 1371444"/>
              <a:gd name="connsiteY1" fmla="*/ 0 h 1541147"/>
              <a:gd name="connsiteX2" fmla="*/ 1371444 w 1371444"/>
              <a:gd name="connsiteY2" fmla="*/ 43135 h 1541147"/>
              <a:gd name="connsiteX3" fmla="*/ 84546 w 1371444"/>
              <a:gd name="connsiteY3" fmla="*/ 1537276 h 1541147"/>
              <a:gd name="connsiteX4" fmla="*/ 0 w 1371444"/>
              <a:gd name="connsiteY4" fmla="*/ 1541147 h 1541147"/>
              <a:gd name="connsiteX5" fmla="*/ 313488 w 1371444"/>
              <a:gd name="connsiteY5" fmla="*/ 0 h 1541147"/>
              <a:gd name="connsiteX0" fmla="*/ 313488 w 1371444"/>
              <a:gd name="connsiteY0" fmla="*/ 0 h 1541147"/>
              <a:gd name="connsiteX1" fmla="*/ 1371075 w 1371444"/>
              <a:gd name="connsiteY1" fmla="*/ 0 h 1541147"/>
              <a:gd name="connsiteX2" fmla="*/ 1371444 w 1371444"/>
              <a:gd name="connsiteY2" fmla="*/ 43135 h 1541147"/>
              <a:gd name="connsiteX3" fmla="*/ 84546 w 1371444"/>
              <a:gd name="connsiteY3" fmla="*/ 1537276 h 1541147"/>
              <a:gd name="connsiteX4" fmla="*/ 0 w 1371444"/>
              <a:gd name="connsiteY4" fmla="*/ 1541147 h 1541147"/>
              <a:gd name="connsiteX5" fmla="*/ 404928 w 1371444"/>
              <a:gd name="connsiteY5" fmla="*/ 91440 h 1541147"/>
              <a:gd name="connsiteX0" fmla="*/ 313488 w 1371444"/>
              <a:gd name="connsiteY0" fmla="*/ 0 h 1541147"/>
              <a:gd name="connsiteX1" fmla="*/ 1371075 w 1371444"/>
              <a:gd name="connsiteY1" fmla="*/ 0 h 1541147"/>
              <a:gd name="connsiteX2" fmla="*/ 1371444 w 1371444"/>
              <a:gd name="connsiteY2" fmla="*/ 43135 h 1541147"/>
              <a:gd name="connsiteX3" fmla="*/ 84546 w 1371444"/>
              <a:gd name="connsiteY3" fmla="*/ 1537276 h 1541147"/>
              <a:gd name="connsiteX4" fmla="*/ 0 w 1371444"/>
              <a:gd name="connsiteY4" fmla="*/ 1541147 h 1541147"/>
              <a:gd name="connsiteX0" fmla="*/ 1371075 w 1371444"/>
              <a:gd name="connsiteY0" fmla="*/ 0 h 1541147"/>
              <a:gd name="connsiteX1" fmla="*/ 1371444 w 1371444"/>
              <a:gd name="connsiteY1" fmla="*/ 43135 h 1541147"/>
              <a:gd name="connsiteX2" fmla="*/ 84546 w 1371444"/>
              <a:gd name="connsiteY2" fmla="*/ 1537276 h 1541147"/>
              <a:gd name="connsiteX3" fmla="*/ 0 w 1371444"/>
              <a:gd name="connsiteY3" fmla="*/ 1541147 h 1541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71444" h="1541147">
                <a:moveTo>
                  <a:pt x="1371075" y="0"/>
                </a:moveTo>
                <a:lnTo>
                  <a:pt x="1371444" y="43135"/>
                </a:lnTo>
                <a:cubicBezTo>
                  <a:pt x="1331757" y="354682"/>
                  <a:pt x="588856" y="1445717"/>
                  <a:pt x="84546" y="1537276"/>
                </a:cubicBezTo>
                <a:lnTo>
                  <a:pt x="0" y="1541147"/>
                </a:ln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302049" y="3075445"/>
            <a:ext cx="1203669" cy="1363381"/>
            <a:chOff x="7069364" y="4100361"/>
            <a:chExt cx="1604892" cy="1817841"/>
          </a:xfrm>
        </p:grpSpPr>
        <p:sp>
          <p:nvSpPr>
            <p:cNvPr id="59" name="任意多边形 58"/>
            <p:cNvSpPr/>
            <p:nvPr/>
          </p:nvSpPr>
          <p:spPr>
            <a:xfrm>
              <a:off x="7718678" y="4561134"/>
              <a:ext cx="955578" cy="1357068"/>
            </a:xfrm>
            <a:custGeom>
              <a:avLst/>
              <a:gdLst>
                <a:gd name="connsiteX0" fmla="*/ 955578 w 955578"/>
                <a:gd name="connsiteY0" fmla="*/ 0 h 1731743"/>
                <a:gd name="connsiteX1" fmla="*/ 955578 w 955578"/>
                <a:gd name="connsiteY1" fmla="*/ 1731155 h 1731743"/>
                <a:gd name="connsiteX2" fmla="*/ 942722 w 955578"/>
                <a:gd name="connsiteY2" fmla="*/ 1731743 h 1731743"/>
                <a:gd name="connsiteX3" fmla="*/ 78651 w 955578"/>
                <a:gd name="connsiteY3" fmla="*/ 490268 h 1731743"/>
                <a:gd name="connsiteX4" fmla="*/ 0 w 955578"/>
                <a:gd name="connsiteY4" fmla="*/ 374675 h 1731743"/>
                <a:gd name="connsiteX5" fmla="*/ 955578 w 955578"/>
                <a:gd name="connsiteY5" fmla="*/ 0 h 1731743"/>
                <a:gd name="connsiteX0" fmla="*/ 955578 w 1047018"/>
                <a:gd name="connsiteY0" fmla="*/ 0 h 1731743"/>
                <a:gd name="connsiteX1" fmla="*/ 955578 w 1047018"/>
                <a:gd name="connsiteY1" fmla="*/ 1731155 h 1731743"/>
                <a:gd name="connsiteX2" fmla="*/ 942722 w 1047018"/>
                <a:gd name="connsiteY2" fmla="*/ 1731743 h 1731743"/>
                <a:gd name="connsiteX3" fmla="*/ 78651 w 1047018"/>
                <a:gd name="connsiteY3" fmla="*/ 490268 h 1731743"/>
                <a:gd name="connsiteX4" fmla="*/ 0 w 1047018"/>
                <a:gd name="connsiteY4" fmla="*/ 374675 h 1731743"/>
                <a:gd name="connsiteX5" fmla="*/ 1047018 w 1047018"/>
                <a:gd name="connsiteY5" fmla="*/ 91440 h 1731743"/>
                <a:gd name="connsiteX0" fmla="*/ 955578 w 955578"/>
                <a:gd name="connsiteY0" fmla="*/ 0 h 1731743"/>
                <a:gd name="connsiteX1" fmla="*/ 955578 w 955578"/>
                <a:gd name="connsiteY1" fmla="*/ 1731155 h 1731743"/>
                <a:gd name="connsiteX2" fmla="*/ 942722 w 955578"/>
                <a:gd name="connsiteY2" fmla="*/ 1731743 h 1731743"/>
                <a:gd name="connsiteX3" fmla="*/ 78651 w 955578"/>
                <a:gd name="connsiteY3" fmla="*/ 490268 h 1731743"/>
                <a:gd name="connsiteX4" fmla="*/ 0 w 955578"/>
                <a:gd name="connsiteY4" fmla="*/ 374675 h 1731743"/>
                <a:gd name="connsiteX0" fmla="*/ 955578 w 955578"/>
                <a:gd name="connsiteY0" fmla="*/ 1356480 h 1357068"/>
                <a:gd name="connsiteX1" fmla="*/ 942722 w 955578"/>
                <a:gd name="connsiteY1" fmla="*/ 1357068 h 1357068"/>
                <a:gd name="connsiteX2" fmla="*/ 78651 w 955578"/>
                <a:gd name="connsiteY2" fmla="*/ 115593 h 1357068"/>
                <a:gd name="connsiteX3" fmla="*/ 0 w 955578"/>
                <a:gd name="connsiteY3" fmla="*/ 0 h 1357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5578" h="1357068">
                  <a:moveTo>
                    <a:pt x="955578" y="1356480"/>
                  </a:moveTo>
                  <a:lnTo>
                    <a:pt x="942722" y="1357068"/>
                  </a:lnTo>
                  <a:cubicBezTo>
                    <a:pt x="630514" y="1323995"/>
                    <a:pt x="407602" y="635252"/>
                    <a:pt x="78651" y="115593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>
                    <a:lumMod val="50000"/>
                  </a:prstClr>
                </a:solidFill>
              </a:endParaRPr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7069364" y="4100361"/>
              <a:ext cx="740754" cy="552210"/>
            </a:xfrm>
            <a:custGeom>
              <a:avLst/>
              <a:gdLst>
                <a:gd name="connsiteX0" fmla="*/ 54434 w 740754"/>
                <a:gd name="connsiteY0" fmla="*/ 0 h 650386"/>
                <a:gd name="connsiteX1" fmla="*/ 740754 w 740754"/>
                <a:gd name="connsiteY1" fmla="*/ 552210 h 650386"/>
                <a:gd name="connsiteX2" fmla="*/ 0 w 740754"/>
                <a:gd name="connsiteY2" fmla="*/ 650386 h 650386"/>
                <a:gd name="connsiteX3" fmla="*/ 0 w 740754"/>
                <a:gd name="connsiteY3" fmla="*/ 1257 h 650386"/>
                <a:gd name="connsiteX4" fmla="*/ 54434 w 740754"/>
                <a:gd name="connsiteY4" fmla="*/ 0 h 650386"/>
                <a:gd name="connsiteX0" fmla="*/ 0 w 740754"/>
                <a:gd name="connsiteY0" fmla="*/ 650386 h 741826"/>
                <a:gd name="connsiteX1" fmla="*/ 0 w 740754"/>
                <a:gd name="connsiteY1" fmla="*/ 1257 h 741826"/>
                <a:gd name="connsiteX2" fmla="*/ 54434 w 740754"/>
                <a:gd name="connsiteY2" fmla="*/ 0 h 741826"/>
                <a:gd name="connsiteX3" fmla="*/ 740754 w 740754"/>
                <a:gd name="connsiteY3" fmla="*/ 552210 h 741826"/>
                <a:gd name="connsiteX4" fmla="*/ 91440 w 740754"/>
                <a:gd name="connsiteY4" fmla="*/ 741826 h 741826"/>
                <a:gd name="connsiteX0" fmla="*/ 0 w 740754"/>
                <a:gd name="connsiteY0" fmla="*/ 650386 h 650386"/>
                <a:gd name="connsiteX1" fmla="*/ 0 w 740754"/>
                <a:gd name="connsiteY1" fmla="*/ 1257 h 650386"/>
                <a:gd name="connsiteX2" fmla="*/ 54434 w 740754"/>
                <a:gd name="connsiteY2" fmla="*/ 0 h 650386"/>
                <a:gd name="connsiteX3" fmla="*/ 740754 w 740754"/>
                <a:gd name="connsiteY3" fmla="*/ 552210 h 650386"/>
                <a:gd name="connsiteX0" fmla="*/ 0 w 740754"/>
                <a:gd name="connsiteY0" fmla="*/ 1257 h 552210"/>
                <a:gd name="connsiteX1" fmla="*/ 54434 w 740754"/>
                <a:gd name="connsiteY1" fmla="*/ 0 h 552210"/>
                <a:gd name="connsiteX2" fmla="*/ 740754 w 740754"/>
                <a:gd name="connsiteY2" fmla="*/ 552210 h 55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0754" h="552210">
                  <a:moveTo>
                    <a:pt x="0" y="1257"/>
                  </a:moveTo>
                  <a:lnTo>
                    <a:pt x="54434" y="0"/>
                  </a:lnTo>
                  <a:cubicBezTo>
                    <a:pt x="418040" y="19437"/>
                    <a:pt x="592001" y="444696"/>
                    <a:pt x="740754" y="552210"/>
                  </a:cubicBezTo>
                </a:path>
              </a:pathLst>
            </a:cu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>
                    <a:lumMod val="50000"/>
                  </a:prstClr>
                </a:solidFill>
              </a:endParaRPr>
            </a:p>
          </p:txBody>
        </p:sp>
      </p:grpSp>
      <p:sp>
        <p:nvSpPr>
          <p:cNvPr id="64" name="任意多边形 63"/>
          <p:cNvSpPr/>
          <p:nvPr/>
        </p:nvSpPr>
        <p:spPr>
          <a:xfrm>
            <a:off x="1979415" y="3702349"/>
            <a:ext cx="744736" cy="569714"/>
          </a:xfrm>
          <a:custGeom>
            <a:avLst/>
            <a:gdLst>
              <a:gd name="connsiteX0" fmla="*/ 0 w 1047750"/>
              <a:gd name="connsiteY0" fmla="*/ 0 h 914400"/>
              <a:gd name="connsiteX1" fmla="*/ 1047750 w 1047750"/>
              <a:gd name="connsiteY1" fmla="*/ 89665 h 914400"/>
              <a:gd name="connsiteX2" fmla="*/ 1047750 w 1047750"/>
              <a:gd name="connsiteY2" fmla="*/ 913677 h 914400"/>
              <a:gd name="connsiteX3" fmla="*/ 1041400 w 1047750"/>
              <a:gd name="connsiteY3" fmla="*/ 914400 h 914400"/>
              <a:gd name="connsiteX4" fmla="*/ 0 w 1047750"/>
              <a:gd name="connsiteY4" fmla="*/ 0 h 914400"/>
              <a:gd name="connsiteX0" fmla="*/ 1047750 w 1139190"/>
              <a:gd name="connsiteY0" fmla="*/ 89665 h 914400"/>
              <a:gd name="connsiteX1" fmla="*/ 1047750 w 1139190"/>
              <a:gd name="connsiteY1" fmla="*/ 913677 h 914400"/>
              <a:gd name="connsiteX2" fmla="*/ 1041400 w 1139190"/>
              <a:gd name="connsiteY2" fmla="*/ 914400 h 914400"/>
              <a:gd name="connsiteX3" fmla="*/ 0 w 1139190"/>
              <a:gd name="connsiteY3" fmla="*/ 0 h 914400"/>
              <a:gd name="connsiteX4" fmla="*/ 1139190 w 1139190"/>
              <a:gd name="connsiteY4" fmla="*/ 181105 h 914400"/>
              <a:gd name="connsiteX0" fmla="*/ 1047750 w 1047750"/>
              <a:gd name="connsiteY0" fmla="*/ 89665 h 914400"/>
              <a:gd name="connsiteX1" fmla="*/ 1047750 w 1047750"/>
              <a:gd name="connsiteY1" fmla="*/ 913677 h 914400"/>
              <a:gd name="connsiteX2" fmla="*/ 1041400 w 1047750"/>
              <a:gd name="connsiteY2" fmla="*/ 914400 h 914400"/>
              <a:gd name="connsiteX3" fmla="*/ 0 w 1047750"/>
              <a:gd name="connsiteY3" fmla="*/ 0 h 914400"/>
              <a:gd name="connsiteX0" fmla="*/ 1047750 w 1047750"/>
              <a:gd name="connsiteY0" fmla="*/ 913677 h 914400"/>
              <a:gd name="connsiteX1" fmla="*/ 1041400 w 1047750"/>
              <a:gd name="connsiteY1" fmla="*/ 914400 h 914400"/>
              <a:gd name="connsiteX2" fmla="*/ 0 w 1047750"/>
              <a:gd name="connsiteY2" fmla="*/ 0 h 914400"/>
              <a:gd name="connsiteX0" fmla="*/ 992981 w 992981"/>
              <a:gd name="connsiteY0" fmla="*/ 758896 h 759619"/>
              <a:gd name="connsiteX1" fmla="*/ 986631 w 992981"/>
              <a:gd name="connsiteY1" fmla="*/ 759619 h 759619"/>
              <a:gd name="connsiteX2" fmla="*/ 0 w 992981"/>
              <a:gd name="connsiteY2" fmla="*/ 0 h 759619"/>
              <a:gd name="connsiteX0" fmla="*/ 992981 w 992981"/>
              <a:gd name="connsiteY0" fmla="*/ 758896 h 759619"/>
              <a:gd name="connsiteX1" fmla="*/ 986631 w 992981"/>
              <a:gd name="connsiteY1" fmla="*/ 759619 h 759619"/>
              <a:gd name="connsiteX2" fmla="*/ 0 w 992981"/>
              <a:gd name="connsiteY2" fmla="*/ 0 h 759619"/>
              <a:gd name="connsiteX0" fmla="*/ 992981 w 992981"/>
              <a:gd name="connsiteY0" fmla="*/ 758896 h 759619"/>
              <a:gd name="connsiteX1" fmla="*/ 986631 w 992981"/>
              <a:gd name="connsiteY1" fmla="*/ 759619 h 759619"/>
              <a:gd name="connsiteX2" fmla="*/ 0 w 992981"/>
              <a:gd name="connsiteY2" fmla="*/ 0 h 759619"/>
              <a:gd name="connsiteX0" fmla="*/ 992981 w 992981"/>
              <a:gd name="connsiteY0" fmla="*/ 758896 h 759619"/>
              <a:gd name="connsiteX1" fmla="*/ 986631 w 992981"/>
              <a:gd name="connsiteY1" fmla="*/ 759619 h 759619"/>
              <a:gd name="connsiteX2" fmla="*/ 0 w 992981"/>
              <a:gd name="connsiteY2" fmla="*/ 0 h 759619"/>
              <a:gd name="connsiteX0" fmla="*/ 992981 w 992981"/>
              <a:gd name="connsiteY0" fmla="*/ 758896 h 759619"/>
              <a:gd name="connsiteX1" fmla="*/ 986631 w 992981"/>
              <a:gd name="connsiteY1" fmla="*/ 759619 h 759619"/>
              <a:gd name="connsiteX2" fmla="*/ 0 w 992981"/>
              <a:gd name="connsiteY2" fmla="*/ 0 h 759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2981" h="759619">
                <a:moveTo>
                  <a:pt x="992981" y="758896"/>
                </a:moveTo>
                <a:lnTo>
                  <a:pt x="986631" y="759619"/>
                </a:lnTo>
                <a:cubicBezTo>
                  <a:pt x="549275" y="722842"/>
                  <a:pt x="244211" y="473605"/>
                  <a:pt x="0" y="0"/>
                </a:cubicBez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2724154" y="3076214"/>
            <a:ext cx="2577873" cy="1195206"/>
            <a:chOff x="3632200" y="4101619"/>
            <a:chExt cx="3437164" cy="1593608"/>
          </a:xfrm>
        </p:grpSpPr>
        <p:sp>
          <p:nvSpPr>
            <p:cNvPr id="65" name="任意多边形 64"/>
            <p:cNvSpPr/>
            <p:nvPr/>
          </p:nvSpPr>
          <p:spPr>
            <a:xfrm>
              <a:off x="5137300" y="4101619"/>
              <a:ext cx="1932064" cy="905195"/>
            </a:xfrm>
            <a:custGeom>
              <a:avLst/>
              <a:gdLst>
                <a:gd name="connsiteX0" fmla="*/ 1932064 w 1932064"/>
                <a:gd name="connsiteY0" fmla="*/ 0 h 905195"/>
                <a:gd name="connsiteX1" fmla="*/ 1932064 w 1932064"/>
                <a:gd name="connsiteY1" fmla="*/ 649129 h 905195"/>
                <a:gd name="connsiteX2" fmla="*/ 0 w 1932064"/>
                <a:gd name="connsiteY2" fmla="*/ 905195 h 905195"/>
                <a:gd name="connsiteX3" fmla="*/ 179238 w 1932064"/>
                <a:gd name="connsiteY3" fmla="*/ 793437 h 905195"/>
                <a:gd name="connsiteX4" fmla="*/ 1911200 w 1932064"/>
                <a:gd name="connsiteY4" fmla="*/ 481 h 905195"/>
                <a:gd name="connsiteX5" fmla="*/ 1932064 w 1932064"/>
                <a:gd name="connsiteY5" fmla="*/ 0 h 905195"/>
                <a:gd name="connsiteX0" fmla="*/ 1932064 w 2023504"/>
                <a:gd name="connsiteY0" fmla="*/ 649129 h 905195"/>
                <a:gd name="connsiteX1" fmla="*/ 0 w 2023504"/>
                <a:gd name="connsiteY1" fmla="*/ 905195 h 905195"/>
                <a:gd name="connsiteX2" fmla="*/ 179238 w 2023504"/>
                <a:gd name="connsiteY2" fmla="*/ 793437 h 905195"/>
                <a:gd name="connsiteX3" fmla="*/ 1911200 w 2023504"/>
                <a:gd name="connsiteY3" fmla="*/ 481 h 905195"/>
                <a:gd name="connsiteX4" fmla="*/ 1932064 w 2023504"/>
                <a:gd name="connsiteY4" fmla="*/ 0 h 905195"/>
                <a:gd name="connsiteX5" fmla="*/ 2023504 w 2023504"/>
                <a:gd name="connsiteY5" fmla="*/ 740569 h 905195"/>
                <a:gd name="connsiteX0" fmla="*/ 1932064 w 1932064"/>
                <a:gd name="connsiteY0" fmla="*/ 649129 h 905195"/>
                <a:gd name="connsiteX1" fmla="*/ 0 w 1932064"/>
                <a:gd name="connsiteY1" fmla="*/ 905195 h 905195"/>
                <a:gd name="connsiteX2" fmla="*/ 179238 w 1932064"/>
                <a:gd name="connsiteY2" fmla="*/ 793437 h 905195"/>
                <a:gd name="connsiteX3" fmla="*/ 1911200 w 1932064"/>
                <a:gd name="connsiteY3" fmla="*/ 481 h 905195"/>
                <a:gd name="connsiteX4" fmla="*/ 1932064 w 1932064"/>
                <a:gd name="connsiteY4" fmla="*/ 0 h 905195"/>
                <a:gd name="connsiteX0" fmla="*/ 0 w 1932064"/>
                <a:gd name="connsiteY0" fmla="*/ 905195 h 905195"/>
                <a:gd name="connsiteX1" fmla="*/ 179238 w 1932064"/>
                <a:gd name="connsiteY1" fmla="*/ 793437 h 905195"/>
                <a:gd name="connsiteX2" fmla="*/ 1911200 w 1932064"/>
                <a:gd name="connsiteY2" fmla="*/ 481 h 905195"/>
                <a:gd name="connsiteX3" fmla="*/ 1932064 w 1932064"/>
                <a:gd name="connsiteY3" fmla="*/ 0 h 905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2064" h="905195">
                  <a:moveTo>
                    <a:pt x="0" y="905195"/>
                  </a:moveTo>
                  <a:lnTo>
                    <a:pt x="179238" y="793437"/>
                  </a:lnTo>
                  <a:cubicBezTo>
                    <a:pt x="832759" y="385714"/>
                    <a:pt x="1489984" y="-15394"/>
                    <a:pt x="1911200" y="481"/>
                  </a:cubicBezTo>
                  <a:lnTo>
                    <a:pt x="1932064" y="0"/>
                  </a:lnTo>
                </a:path>
              </a:pathLst>
            </a:cu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>
                    <a:lumMod val="50000"/>
                  </a:prstClr>
                </a:solidFill>
              </a:endParaRPr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3632200" y="5006814"/>
              <a:ext cx="1505100" cy="688413"/>
            </a:xfrm>
            <a:custGeom>
              <a:avLst/>
              <a:gdLst>
                <a:gd name="connsiteX0" fmla="*/ 0 w 1505100"/>
                <a:gd name="connsiteY0" fmla="*/ 0 h 824012"/>
                <a:gd name="connsiteX1" fmla="*/ 1456531 w 1505100"/>
                <a:gd name="connsiteY1" fmla="*/ 124648 h 824012"/>
                <a:gd name="connsiteX2" fmla="*/ 1505100 w 1505100"/>
                <a:gd name="connsiteY2" fmla="*/ 135599 h 824012"/>
                <a:gd name="connsiteX3" fmla="*/ 1439909 w 1505100"/>
                <a:gd name="connsiteY3" fmla="*/ 176246 h 824012"/>
                <a:gd name="connsiteX4" fmla="*/ 134604 w 1505100"/>
                <a:gd name="connsiteY4" fmla="*/ 808673 h 824012"/>
                <a:gd name="connsiteX5" fmla="*/ 0 w 1505100"/>
                <a:gd name="connsiteY5" fmla="*/ 824012 h 824012"/>
                <a:gd name="connsiteX6" fmla="*/ 0 w 1505100"/>
                <a:gd name="connsiteY6" fmla="*/ 0 h 824012"/>
                <a:gd name="connsiteX0" fmla="*/ 0 w 1505100"/>
                <a:gd name="connsiteY0" fmla="*/ 0 h 824012"/>
                <a:gd name="connsiteX1" fmla="*/ 1456531 w 1505100"/>
                <a:gd name="connsiteY1" fmla="*/ 124648 h 824012"/>
                <a:gd name="connsiteX2" fmla="*/ 1505100 w 1505100"/>
                <a:gd name="connsiteY2" fmla="*/ 135599 h 824012"/>
                <a:gd name="connsiteX3" fmla="*/ 1439909 w 1505100"/>
                <a:gd name="connsiteY3" fmla="*/ 176246 h 824012"/>
                <a:gd name="connsiteX4" fmla="*/ 134604 w 1505100"/>
                <a:gd name="connsiteY4" fmla="*/ 808673 h 824012"/>
                <a:gd name="connsiteX5" fmla="*/ 0 w 1505100"/>
                <a:gd name="connsiteY5" fmla="*/ 824012 h 824012"/>
                <a:gd name="connsiteX6" fmla="*/ 91440 w 1505100"/>
                <a:gd name="connsiteY6" fmla="*/ 91440 h 824012"/>
                <a:gd name="connsiteX0" fmla="*/ 0 w 1505100"/>
                <a:gd name="connsiteY0" fmla="*/ 0 h 824012"/>
                <a:gd name="connsiteX1" fmla="*/ 1456531 w 1505100"/>
                <a:gd name="connsiteY1" fmla="*/ 124648 h 824012"/>
                <a:gd name="connsiteX2" fmla="*/ 1505100 w 1505100"/>
                <a:gd name="connsiteY2" fmla="*/ 135599 h 824012"/>
                <a:gd name="connsiteX3" fmla="*/ 1439909 w 1505100"/>
                <a:gd name="connsiteY3" fmla="*/ 176246 h 824012"/>
                <a:gd name="connsiteX4" fmla="*/ 134604 w 1505100"/>
                <a:gd name="connsiteY4" fmla="*/ 808673 h 824012"/>
                <a:gd name="connsiteX5" fmla="*/ 0 w 1505100"/>
                <a:gd name="connsiteY5" fmla="*/ 824012 h 824012"/>
                <a:gd name="connsiteX0" fmla="*/ 1456531 w 1505100"/>
                <a:gd name="connsiteY0" fmla="*/ 0 h 699364"/>
                <a:gd name="connsiteX1" fmla="*/ 1505100 w 1505100"/>
                <a:gd name="connsiteY1" fmla="*/ 10951 h 699364"/>
                <a:gd name="connsiteX2" fmla="*/ 1439909 w 1505100"/>
                <a:gd name="connsiteY2" fmla="*/ 51598 h 699364"/>
                <a:gd name="connsiteX3" fmla="*/ 134604 w 1505100"/>
                <a:gd name="connsiteY3" fmla="*/ 684025 h 699364"/>
                <a:gd name="connsiteX4" fmla="*/ 0 w 1505100"/>
                <a:gd name="connsiteY4" fmla="*/ 699364 h 699364"/>
                <a:gd name="connsiteX0" fmla="*/ 1505100 w 1505100"/>
                <a:gd name="connsiteY0" fmla="*/ 0 h 688413"/>
                <a:gd name="connsiteX1" fmla="*/ 1439909 w 1505100"/>
                <a:gd name="connsiteY1" fmla="*/ 40647 h 688413"/>
                <a:gd name="connsiteX2" fmla="*/ 134604 w 1505100"/>
                <a:gd name="connsiteY2" fmla="*/ 673074 h 688413"/>
                <a:gd name="connsiteX3" fmla="*/ 0 w 1505100"/>
                <a:gd name="connsiteY3" fmla="*/ 688413 h 68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5100" h="688413">
                  <a:moveTo>
                    <a:pt x="1505100" y="0"/>
                  </a:moveTo>
                  <a:lnTo>
                    <a:pt x="1439909" y="40647"/>
                  </a:lnTo>
                  <a:cubicBezTo>
                    <a:pt x="943134" y="349167"/>
                    <a:pt x="480680" y="607187"/>
                    <a:pt x="134604" y="673074"/>
                  </a:cubicBezTo>
                  <a:lnTo>
                    <a:pt x="0" y="688413"/>
                  </a:lnTo>
                </a:path>
              </a:pathLst>
            </a:cu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>
                    <a:lumMod val="50000"/>
                  </a:prstClr>
                </a:solidFill>
              </a:endParaRPr>
            </a:p>
          </p:txBody>
        </p:sp>
      </p:grpSp>
      <p:cxnSp>
        <p:nvCxnSpPr>
          <p:cNvPr id="75" name="直接连接符 74"/>
          <p:cNvCxnSpPr/>
          <p:nvPr/>
        </p:nvCxnSpPr>
        <p:spPr>
          <a:xfrm>
            <a:off x="1971838" y="3900413"/>
            <a:ext cx="5034021" cy="2906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/>
          <p:cNvSpPr/>
          <p:nvPr/>
        </p:nvSpPr>
        <p:spPr>
          <a:xfrm>
            <a:off x="3960484" y="1466587"/>
            <a:ext cx="1220180" cy="1220180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00365" y="209525"/>
            <a:ext cx="29314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方正兰亭超细黑简体"/>
                <a:ea typeface="方正兰亭超细黑简体"/>
                <a:cs typeface="方正兰亭超细黑简体"/>
              </a:rPr>
              <a:t>三、数据分析功能展示</a:t>
            </a:r>
            <a:endParaRPr kumimoji="1" lang="zh-CN" altLang="en-US" sz="2000" b="1" dirty="0">
              <a:solidFill>
                <a:schemeClr val="tx2">
                  <a:lumMod val="75000"/>
                </a:schemeClr>
              </a:solidFill>
              <a:latin typeface="方正兰亭超细黑简体"/>
              <a:ea typeface="方正兰亭超细黑简体"/>
              <a:cs typeface="方正兰亭超细黑简体"/>
            </a:endParaRPr>
          </a:p>
        </p:txBody>
      </p:sp>
    </p:spTree>
    <p:extLst>
      <p:ext uri="{BB962C8B-B14F-4D97-AF65-F5344CB8AC3E}">
        <p14:creationId xmlns:p14="http://schemas.microsoft.com/office/powerpoint/2010/main" val="12026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xit" presetSubtype="8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xit" presetSubtype="1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2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xit" presetSubtype="8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xit" presetSubtype="1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xit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xit" presetSubtype="2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6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xit" presetSubtype="4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xit" presetSubtype="8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" dur="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7" presetClass="entr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0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0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0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0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0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6" presetClass="emph" presetSubtype="0" fill="hold" nodeType="withEffect">
                                  <p:stCondLst>
                                    <p:cond delay="5800"/>
                                  </p:stCondLst>
                                  <p:childTnLst>
                                    <p:animScale>
                                      <p:cBhvr>
                                        <p:cTn id="87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6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7" grpId="1"/>
      <p:bldP spid="21" grpId="0" animBg="1"/>
      <p:bldP spid="7" grpId="0" animBg="1"/>
      <p:bldP spid="24" grpId="0" animBg="1"/>
      <p:bldP spid="39" grpId="0" animBg="1"/>
      <p:bldP spid="57" grpId="0" animBg="1"/>
      <p:bldP spid="57" grpId="1" animBg="1"/>
      <p:bldP spid="56" grpId="0" animBg="1"/>
      <p:bldP spid="56" grpId="1" animBg="1"/>
      <p:bldP spid="72" grpId="0" animBg="1"/>
      <p:bldP spid="72" grpId="1" animBg="1"/>
      <p:bldP spid="68" grpId="0" animBg="1"/>
      <p:bldP spid="68" grpId="1" animBg="1"/>
      <p:bldP spid="64" grpId="0" animBg="1"/>
      <p:bldP spid="64" grpId="1" animBg="1"/>
      <p:bldP spid="50" grpId="0" animBg="1"/>
      <p:bldP spid="50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200365" y="209525"/>
            <a:ext cx="26036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方正兰亭超细黑简体"/>
                <a:ea typeface="方正兰亭超细黑简体"/>
                <a:cs typeface="方正兰亭超细黑简体"/>
              </a:rPr>
              <a:t>数据分析功能展示</a:t>
            </a:r>
            <a:endParaRPr kumimoji="1" lang="zh-CN" altLang="en-US" sz="2000" b="1" dirty="0">
              <a:solidFill>
                <a:schemeClr val="tx2">
                  <a:lumMod val="75000"/>
                </a:schemeClr>
              </a:solidFill>
              <a:latin typeface="方正兰亭超细黑简体"/>
              <a:ea typeface="方正兰亭超细黑简体"/>
              <a:cs typeface="方正兰亭超细黑简体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1600" y="578858"/>
            <a:ext cx="7056783" cy="422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42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000"/>
    </mc:Choice>
    <mc:Fallback xmlns="">
      <p:transition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200365" y="209525"/>
            <a:ext cx="26036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方正兰亭超细黑简体"/>
                <a:ea typeface="方正兰亭超细黑简体"/>
                <a:cs typeface="方正兰亭超细黑简体"/>
              </a:rPr>
              <a:t>数据分析功能展示</a:t>
            </a:r>
            <a:endParaRPr kumimoji="1" lang="zh-CN" altLang="en-US" sz="2000" b="1" dirty="0">
              <a:solidFill>
                <a:schemeClr val="tx2">
                  <a:lumMod val="75000"/>
                </a:schemeClr>
              </a:solidFill>
              <a:latin typeface="方正兰亭超细黑简体"/>
              <a:ea typeface="方正兰亭超细黑简体"/>
              <a:cs typeface="方正兰亭超细黑简体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1560" y="578858"/>
            <a:ext cx="7632848" cy="422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86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000"/>
    </mc:Choice>
    <mc:Fallback xmlns="">
      <p:transition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200365" y="209525"/>
            <a:ext cx="26036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方正兰亭超细黑简体"/>
                <a:ea typeface="方正兰亭超细黑简体"/>
                <a:cs typeface="方正兰亭超细黑简体"/>
              </a:rPr>
              <a:t>数据分析功能展示</a:t>
            </a:r>
            <a:endParaRPr kumimoji="1" lang="zh-CN" altLang="en-US" sz="2000" b="1" dirty="0">
              <a:solidFill>
                <a:schemeClr val="tx2">
                  <a:lumMod val="75000"/>
                </a:schemeClr>
              </a:solidFill>
              <a:latin typeface="方正兰亭超细黑简体"/>
              <a:ea typeface="方正兰亭超细黑简体"/>
              <a:cs typeface="方正兰亭超细黑简体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5616" y="578857"/>
            <a:ext cx="6912767" cy="4529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991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000"/>
    </mc:Choice>
    <mc:Fallback xmlns="">
      <p:transition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200365" y="209525"/>
            <a:ext cx="26036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方正兰亭超细黑简体"/>
                <a:ea typeface="方正兰亭超细黑简体"/>
                <a:cs typeface="方正兰亭超细黑简体"/>
              </a:rPr>
              <a:t>数据分析功能展示</a:t>
            </a:r>
            <a:endParaRPr kumimoji="1" lang="zh-CN" altLang="en-US" sz="2000" b="1" dirty="0">
              <a:solidFill>
                <a:schemeClr val="tx2">
                  <a:lumMod val="75000"/>
                </a:schemeClr>
              </a:solidFill>
              <a:latin typeface="方正兰亭超细黑简体"/>
              <a:ea typeface="方正兰亭超细黑简体"/>
              <a:cs typeface="方正兰亭超细黑简体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1600" y="578858"/>
            <a:ext cx="7200799" cy="429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10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000"/>
    </mc:Choice>
    <mc:Fallback xmlns="">
      <p:transition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07433" y="4299942"/>
            <a:ext cx="3721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非</a:t>
            </a:r>
            <a:r>
              <a:rPr lang="zh-CN" altLang="en-US" sz="2000" dirty="0" smtClean="0"/>
              <a:t>功能性主要有</a:t>
            </a:r>
            <a:endParaRPr lang="zh-CN" altLang="en-US" sz="2000" dirty="0"/>
          </a:p>
        </p:txBody>
      </p:sp>
      <p:grpSp>
        <p:nvGrpSpPr>
          <p:cNvPr id="15" name="组合 14"/>
          <p:cNvGrpSpPr/>
          <p:nvPr/>
        </p:nvGrpSpPr>
        <p:grpSpPr>
          <a:xfrm>
            <a:off x="4090152" y="1500341"/>
            <a:ext cx="1014413" cy="1014413"/>
            <a:chOff x="5607050" y="2146300"/>
            <a:chExt cx="1352550" cy="1352550"/>
          </a:xfrm>
        </p:grpSpPr>
        <p:sp>
          <p:nvSpPr>
            <p:cNvPr id="16" name="五角星 15"/>
            <p:cNvSpPr/>
            <p:nvPr/>
          </p:nvSpPr>
          <p:spPr>
            <a:xfrm>
              <a:off x="5607050" y="2146300"/>
              <a:ext cx="1352550" cy="1352550"/>
            </a:xfrm>
            <a:prstGeom prst="star5">
              <a:avLst>
                <a:gd name="adj" fmla="val 39906"/>
                <a:gd name="hf" fmla="val 105146"/>
                <a:gd name="vf" fmla="val 110557"/>
              </a:avLst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6018329" y="2370939"/>
              <a:ext cx="940149" cy="1127911"/>
            </a:xfrm>
            <a:custGeom>
              <a:avLst/>
              <a:gdLst>
                <a:gd name="connsiteX0" fmla="*/ 546749 w 940149"/>
                <a:gd name="connsiteY0" fmla="*/ 0 h 1127911"/>
                <a:gd name="connsiteX1" fmla="*/ 597457 w 940149"/>
                <a:gd name="connsiteY1" fmla="*/ 40269 h 1127911"/>
                <a:gd name="connsiteX2" fmla="*/ 940149 w 940149"/>
                <a:gd name="connsiteY2" fmla="*/ 291991 h 1127911"/>
                <a:gd name="connsiteX3" fmla="*/ 803622 w 940149"/>
                <a:gd name="connsiteY3" fmla="*/ 707433 h 1127911"/>
                <a:gd name="connsiteX4" fmla="*/ 681835 w 940149"/>
                <a:gd name="connsiteY4" fmla="*/ 1127911 h 1127911"/>
                <a:gd name="connsiteX5" fmla="*/ 263875 w 940149"/>
                <a:gd name="connsiteY5" fmla="*/ 1119763 h 1127911"/>
                <a:gd name="connsiteX6" fmla="*/ 0 w 940149"/>
                <a:gd name="connsiteY6" fmla="*/ 1124907 h 1127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0149" h="1127911">
                  <a:moveTo>
                    <a:pt x="546749" y="0"/>
                  </a:moveTo>
                  <a:lnTo>
                    <a:pt x="597457" y="40269"/>
                  </a:lnTo>
                  <a:lnTo>
                    <a:pt x="940149" y="291991"/>
                  </a:lnTo>
                  <a:lnTo>
                    <a:pt x="803622" y="707433"/>
                  </a:lnTo>
                  <a:lnTo>
                    <a:pt x="681835" y="1127911"/>
                  </a:lnTo>
                  <a:lnTo>
                    <a:pt x="263875" y="1119763"/>
                  </a:lnTo>
                  <a:lnTo>
                    <a:pt x="0" y="1124907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20" name="椭圆 219"/>
          <p:cNvSpPr/>
          <p:nvPr/>
        </p:nvSpPr>
        <p:spPr>
          <a:xfrm>
            <a:off x="6317971" y="1586230"/>
            <a:ext cx="1259984" cy="12599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2" name="椭圆 221"/>
          <p:cNvSpPr/>
          <p:nvPr/>
        </p:nvSpPr>
        <p:spPr>
          <a:xfrm>
            <a:off x="6284202" y="1550654"/>
            <a:ext cx="1331067" cy="1331067"/>
          </a:xfrm>
          <a:prstGeom prst="ellipse">
            <a:avLst/>
          </a:prstGeom>
          <a:noFill/>
          <a:ln w="12700"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3" name="椭圆 222"/>
          <p:cNvSpPr/>
          <p:nvPr/>
        </p:nvSpPr>
        <p:spPr>
          <a:xfrm>
            <a:off x="6091877" y="1334742"/>
            <a:ext cx="1712171" cy="1712171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0" name="任意多边形 229"/>
          <p:cNvSpPr/>
          <p:nvPr/>
        </p:nvSpPr>
        <p:spPr>
          <a:xfrm>
            <a:off x="6947966" y="1445551"/>
            <a:ext cx="776721" cy="1540538"/>
          </a:xfrm>
          <a:custGeom>
            <a:avLst/>
            <a:gdLst>
              <a:gd name="connsiteX0" fmla="*/ 8603 w 1035628"/>
              <a:gd name="connsiteY0" fmla="*/ 0 h 2054050"/>
              <a:gd name="connsiteX1" fmla="*/ 1035628 w 1035628"/>
              <a:gd name="connsiteY1" fmla="*/ 1027025 h 2054050"/>
              <a:gd name="connsiteX2" fmla="*/ 8603 w 1035628"/>
              <a:gd name="connsiteY2" fmla="*/ 2054050 h 2054050"/>
              <a:gd name="connsiteX3" fmla="*/ 0 w 1035628"/>
              <a:gd name="connsiteY3" fmla="*/ 2053616 h 2054050"/>
              <a:gd name="connsiteX4" fmla="*/ 0 w 1035628"/>
              <a:gd name="connsiteY4" fmla="*/ 434 h 2054050"/>
              <a:gd name="connsiteX5" fmla="*/ 8603 w 1035628"/>
              <a:gd name="connsiteY5" fmla="*/ 0 h 2054050"/>
              <a:gd name="connsiteX0" fmla="*/ 14253 w 1041278"/>
              <a:gd name="connsiteY0" fmla="*/ 0 h 2054050"/>
              <a:gd name="connsiteX1" fmla="*/ 1041278 w 1041278"/>
              <a:gd name="connsiteY1" fmla="*/ 1027025 h 2054050"/>
              <a:gd name="connsiteX2" fmla="*/ 14253 w 1041278"/>
              <a:gd name="connsiteY2" fmla="*/ 2054050 h 2054050"/>
              <a:gd name="connsiteX3" fmla="*/ 5650 w 1041278"/>
              <a:gd name="connsiteY3" fmla="*/ 2053616 h 2054050"/>
              <a:gd name="connsiteX4" fmla="*/ 0 w 1041278"/>
              <a:gd name="connsiteY4" fmla="*/ 734838 h 2054050"/>
              <a:gd name="connsiteX5" fmla="*/ 5650 w 1041278"/>
              <a:gd name="connsiteY5" fmla="*/ 434 h 2054050"/>
              <a:gd name="connsiteX6" fmla="*/ 14253 w 1041278"/>
              <a:gd name="connsiteY6" fmla="*/ 0 h 2054050"/>
              <a:gd name="connsiteX0" fmla="*/ 0 w 1041278"/>
              <a:gd name="connsiteY0" fmla="*/ 734838 h 2054050"/>
              <a:gd name="connsiteX1" fmla="*/ 5650 w 1041278"/>
              <a:gd name="connsiteY1" fmla="*/ 434 h 2054050"/>
              <a:gd name="connsiteX2" fmla="*/ 14253 w 1041278"/>
              <a:gd name="connsiteY2" fmla="*/ 0 h 2054050"/>
              <a:gd name="connsiteX3" fmla="*/ 1041278 w 1041278"/>
              <a:gd name="connsiteY3" fmla="*/ 1027025 h 2054050"/>
              <a:gd name="connsiteX4" fmla="*/ 14253 w 1041278"/>
              <a:gd name="connsiteY4" fmla="*/ 2054050 h 2054050"/>
              <a:gd name="connsiteX5" fmla="*/ 5650 w 1041278"/>
              <a:gd name="connsiteY5" fmla="*/ 2053616 h 2054050"/>
              <a:gd name="connsiteX6" fmla="*/ 91440 w 1041278"/>
              <a:gd name="connsiteY6" fmla="*/ 826278 h 2054050"/>
              <a:gd name="connsiteX0" fmla="*/ 541 w 1036169"/>
              <a:gd name="connsiteY0" fmla="*/ 434 h 2054050"/>
              <a:gd name="connsiteX1" fmla="*/ 9144 w 1036169"/>
              <a:gd name="connsiteY1" fmla="*/ 0 h 2054050"/>
              <a:gd name="connsiteX2" fmla="*/ 1036169 w 1036169"/>
              <a:gd name="connsiteY2" fmla="*/ 1027025 h 2054050"/>
              <a:gd name="connsiteX3" fmla="*/ 9144 w 1036169"/>
              <a:gd name="connsiteY3" fmla="*/ 2054050 h 2054050"/>
              <a:gd name="connsiteX4" fmla="*/ 541 w 1036169"/>
              <a:gd name="connsiteY4" fmla="*/ 2053616 h 2054050"/>
              <a:gd name="connsiteX5" fmla="*/ 86331 w 1036169"/>
              <a:gd name="connsiteY5" fmla="*/ 826278 h 2054050"/>
              <a:gd name="connsiteX0" fmla="*/ 0 w 1035628"/>
              <a:gd name="connsiteY0" fmla="*/ 434 h 2054050"/>
              <a:gd name="connsiteX1" fmla="*/ 8603 w 1035628"/>
              <a:gd name="connsiteY1" fmla="*/ 0 h 2054050"/>
              <a:gd name="connsiteX2" fmla="*/ 1035628 w 1035628"/>
              <a:gd name="connsiteY2" fmla="*/ 1027025 h 2054050"/>
              <a:gd name="connsiteX3" fmla="*/ 8603 w 1035628"/>
              <a:gd name="connsiteY3" fmla="*/ 2054050 h 2054050"/>
              <a:gd name="connsiteX4" fmla="*/ 0 w 1035628"/>
              <a:gd name="connsiteY4" fmla="*/ 2053616 h 205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5628" h="2054050">
                <a:moveTo>
                  <a:pt x="0" y="434"/>
                </a:moveTo>
                <a:lnTo>
                  <a:pt x="8603" y="0"/>
                </a:lnTo>
                <a:cubicBezTo>
                  <a:pt x="575813" y="0"/>
                  <a:pt x="1035628" y="459815"/>
                  <a:pt x="1035628" y="1027025"/>
                </a:cubicBezTo>
                <a:cubicBezTo>
                  <a:pt x="1035628" y="1594235"/>
                  <a:pt x="575813" y="2054050"/>
                  <a:pt x="8603" y="2054050"/>
                </a:cubicBezTo>
                <a:lnTo>
                  <a:pt x="0" y="2053616"/>
                </a:lnTo>
              </a:path>
            </a:pathLst>
          </a:custGeom>
          <a:noFill/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8" name="任意多边形 227"/>
          <p:cNvSpPr/>
          <p:nvPr/>
        </p:nvSpPr>
        <p:spPr>
          <a:xfrm>
            <a:off x="6184214" y="1445937"/>
            <a:ext cx="763817" cy="1539887"/>
          </a:xfrm>
          <a:custGeom>
            <a:avLst/>
            <a:gdLst>
              <a:gd name="connsiteX0" fmla="*/ 1018422 w 1018422"/>
              <a:gd name="connsiteY0" fmla="*/ 0 h 2053182"/>
              <a:gd name="connsiteX1" fmla="*/ 1018422 w 1018422"/>
              <a:gd name="connsiteY1" fmla="*/ 2053182 h 2053182"/>
              <a:gd name="connsiteX2" fmla="*/ 922018 w 1018422"/>
              <a:gd name="connsiteY2" fmla="*/ 2048314 h 2053182"/>
              <a:gd name="connsiteX3" fmla="*/ 0 w 1018422"/>
              <a:gd name="connsiteY3" fmla="*/ 1026591 h 2053182"/>
              <a:gd name="connsiteX4" fmla="*/ 922018 w 1018422"/>
              <a:gd name="connsiteY4" fmla="*/ 4868 h 2053182"/>
              <a:gd name="connsiteX5" fmla="*/ 1018422 w 1018422"/>
              <a:gd name="connsiteY5" fmla="*/ 0 h 2053182"/>
              <a:gd name="connsiteX0" fmla="*/ 1018422 w 1018422"/>
              <a:gd name="connsiteY0" fmla="*/ 0 h 2053182"/>
              <a:gd name="connsiteX1" fmla="*/ 1012772 w 1018422"/>
              <a:gd name="connsiteY1" fmla="*/ 734404 h 2053182"/>
              <a:gd name="connsiteX2" fmla="*/ 1018422 w 1018422"/>
              <a:gd name="connsiteY2" fmla="*/ 2053182 h 2053182"/>
              <a:gd name="connsiteX3" fmla="*/ 922018 w 1018422"/>
              <a:gd name="connsiteY3" fmla="*/ 2048314 h 2053182"/>
              <a:gd name="connsiteX4" fmla="*/ 0 w 1018422"/>
              <a:gd name="connsiteY4" fmla="*/ 1026591 h 2053182"/>
              <a:gd name="connsiteX5" fmla="*/ 922018 w 1018422"/>
              <a:gd name="connsiteY5" fmla="*/ 4868 h 2053182"/>
              <a:gd name="connsiteX6" fmla="*/ 1018422 w 1018422"/>
              <a:gd name="connsiteY6" fmla="*/ 0 h 2053182"/>
              <a:gd name="connsiteX0" fmla="*/ 1012772 w 1104212"/>
              <a:gd name="connsiteY0" fmla="*/ 734404 h 2053182"/>
              <a:gd name="connsiteX1" fmla="*/ 1018422 w 1104212"/>
              <a:gd name="connsiteY1" fmla="*/ 2053182 h 2053182"/>
              <a:gd name="connsiteX2" fmla="*/ 922018 w 1104212"/>
              <a:gd name="connsiteY2" fmla="*/ 2048314 h 2053182"/>
              <a:gd name="connsiteX3" fmla="*/ 0 w 1104212"/>
              <a:gd name="connsiteY3" fmla="*/ 1026591 h 2053182"/>
              <a:gd name="connsiteX4" fmla="*/ 922018 w 1104212"/>
              <a:gd name="connsiteY4" fmla="*/ 4868 h 2053182"/>
              <a:gd name="connsiteX5" fmla="*/ 1018422 w 1104212"/>
              <a:gd name="connsiteY5" fmla="*/ 0 h 2053182"/>
              <a:gd name="connsiteX6" fmla="*/ 1104212 w 1104212"/>
              <a:gd name="connsiteY6" fmla="*/ 825844 h 2053182"/>
              <a:gd name="connsiteX0" fmla="*/ 1012772 w 1018422"/>
              <a:gd name="connsiteY0" fmla="*/ 734404 h 2053182"/>
              <a:gd name="connsiteX1" fmla="*/ 1018422 w 1018422"/>
              <a:gd name="connsiteY1" fmla="*/ 2053182 h 2053182"/>
              <a:gd name="connsiteX2" fmla="*/ 922018 w 1018422"/>
              <a:gd name="connsiteY2" fmla="*/ 2048314 h 2053182"/>
              <a:gd name="connsiteX3" fmla="*/ 0 w 1018422"/>
              <a:gd name="connsiteY3" fmla="*/ 1026591 h 2053182"/>
              <a:gd name="connsiteX4" fmla="*/ 922018 w 1018422"/>
              <a:gd name="connsiteY4" fmla="*/ 4868 h 2053182"/>
              <a:gd name="connsiteX5" fmla="*/ 1018422 w 1018422"/>
              <a:gd name="connsiteY5" fmla="*/ 0 h 2053182"/>
              <a:gd name="connsiteX0" fmla="*/ 1018422 w 1018422"/>
              <a:gd name="connsiteY0" fmla="*/ 2053182 h 2053182"/>
              <a:gd name="connsiteX1" fmla="*/ 922018 w 1018422"/>
              <a:gd name="connsiteY1" fmla="*/ 2048314 h 2053182"/>
              <a:gd name="connsiteX2" fmla="*/ 0 w 1018422"/>
              <a:gd name="connsiteY2" fmla="*/ 1026591 h 2053182"/>
              <a:gd name="connsiteX3" fmla="*/ 922018 w 1018422"/>
              <a:gd name="connsiteY3" fmla="*/ 4868 h 2053182"/>
              <a:gd name="connsiteX4" fmla="*/ 1018422 w 1018422"/>
              <a:gd name="connsiteY4" fmla="*/ 0 h 205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422" h="2053182">
                <a:moveTo>
                  <a:pt x="1018422" y="2053182"/>
                </a:moveTo>
                <a:lnTo>
                  <a:pt x="922018" y="2048314"/>
                </a:lnTo>
                <a:cubicBezTo>
                  <a:pt x="404134" y="1995720"/>
                  <a:pt x="0" y="1558351"/>
                  <a:pt x="0" y="1026591"/>
                </a:cubicBezTo>
                <a:cubicBezTo>
                  <a:pt x="0" y="494832"/>
                  <a:pt x="404134" y="57462"/>
                  <a:pt x="922018" y="4868"/>
                </a:cubicBezTo>
                <a:lnTo>
                  <a:pt x="1018422" y="0"/>
                </a:lnTo>
              </a:path>
            </a:pathLst>
          </a:custGeom>
          <a:noFill/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39" name="组合 238"/>
          <p:cNvGrpSpPr/>
          <p:nvPr/>
        </p:nvGrpSpPr>
        <p:grpSpPr>
          <a:xfrm>
            <a:off x="6192968" y="1448991"/>
            <a:ext cx="1531719" cy="1644016"/>
            <a:chOff x="10578083" y="1854295"/>
            <a:chExt cx="2042292" cy="2192021"/>
          </a:xfrm>
        </p:grpSpPr>
        <p:sp>
          <p:nvSpPr>
            <p:cNvPr id="237" name="任意多边形 236"/>
            <p:cNvSpPr/>
            <p:nvPr/>
          </p:nvSpPr>
          <p:spPr>
            <a:xfrm rot="20190130">
              <a:off x="11109310" y="1864407"/>
              <a:ext cx="477449" cy="89204"/>
            </a:xfrm>
            <a:custGeom>
              <a:avLst/>
              <a:gdLst>
                <a:gd name="connsiteX0" fmla="*/ 469733 w 477450"/>
                <a:gd name="connsiteY0" fmla="*/ 85375 h 205035"/>
                <a:gd name="connsiteX1" fmla="*/ 477450 w 477450"/>
                <a:gd name="connsiteY1" fmla="*/ 89204 h 205035"/>
                <a:gd name="connsiteX2" fmla="*/ 427090 w 477450"/>
                <a:gd name="connsiteY2" fmla="*/ 205035 h 205035"/>
                <a:gd name="connsiteX3" fmla="*/ 0 w 477450"/>
                <a:gd name="connsiteY3" fmla="*/ 205035 h 205035"/>
                <a:gd name="connsiteX4" fmla="*/ 1 w 477450"/>
                <a:gd name="connsiteY4" fmla="*/ 2754 h 205035"/>
                <a:gd name="connsiteX5" fmla="*/ 70940 w 477450"/>
                <a:gd name="connsiteY5" fmla="*/ 0 h 205035"/>
                <a:gd name="connsiteX6" fmla="*/ 469733 w 477450"/>
                <a:gd name="connsiteY6" fmla="*/ 85375 h 205035"/>
                <a:gd name="connsiteX0" fmla="*/ 427090 w 518530"/>
                <a:gd name="connsiteY0" fmla="*/ 205035 h 296475"/>
                <a:gd name="connsiteX1" fmla="*/ 0 w 518530"/>
                <a:gd name="connsiteY1" fmla="*/ 205035 h 296475"/>
                <a:gd name="connsiteX2" fmla="*/ 1 w 518530"/>
                <a:gd name="connsiteY2" fmla="*/ 2754 h 296475"/>
                <a:gd name="connsiteX3" fmla="*/ 70940 w 518530"/>
                <a:gd name="connsiteY3" fmla="*/ 0 h 296475"/>
                <a:gd name="connsiteX4" fmla="*/ 469733 w 518530"/>
                <a:gd name="connsiteY4" fmla="*/ 85375 h 296475"/>
                <a:gd name="connsiteX5" fmla="*/ 477450 w 518530"/>
                <a:gd name="connsiteY5" fmla="*/ 89204 h 296475"/>
                <a:gd name="connsiteX6" fmla="*/ 518530 w 518530"/>
                <a:gd name="connsiteY6" fmla="*/ 296475 h 296475"/>
                <a:gd name="connsiteX0" fmla="*/ 427090 w 477450"/>
                <a:gd name="connsiteY0" fmla="*/ 205035 h 205035"/>
                <a:gd name="connsiteX1" fmla="*/ 0 w 477450"/>
                <a:gd name="connsiteY1" fmla="*/ 205035 h 205035"/>
                <a:gd name="connsiteX2" fmla="*/ 1 w 477450"/>
                <a:gd name="connsiteY2" fmla="*/ 2754 h 205035"/>
                <a:gd name="connsiteX3" fmla="*/ 70940 w 477450"/>
                <a:gd name="connsiteY3" fmla="*/ 0 h 205035"/>
                <a:gd name="connsiteX4" fmla="*/ 469733 w 477450"/>
                <a:gd name="connsiteY4" fmla="*/ 85375 h 205035"/>
                <a:gd name="connsiteX5" fmla="*/ 477450 w 477450"/>
                <a:gd name="connsiteY5" fmla="*/ 89204 h 205035"/>
                <a:gd name="connsiteX0" fmla="*/ 0 w 477450"/>
                <a:gd name="connsiteY0" fmla="*/ 205035 h 205035"/>
                <a:gd name="connsiteX1" fmla="*/ 1 w 477450"/>
                <a:gd name="connsiteY1" fmla="*/ 2754 h 205035"/>
                <a:gd name="connsiteX2" fmla="*/ 70940 w 477450"/>
                <a:gd name="connsiteY2" fmla="*/ 0 h 205035"/>
                <a:gd name="connsiteX3" fmla="*/ 469733 w 477450"/>
                <a:gd name="connsiteY3" fmla="*/ 85375 h 205035"/>
                <a:gd name="connsiteX4" fmla="*/ 477450 w 477450"/>
                <a:gd name="connsiteY4" fmla="*/ 89204 h 205035"/>
                <a:gd name="connsiteX0" fmla="*/ 0 w 477449"/>
                <a:gd name="connsiteY0" fmla="*/ 2754 h 89204"/>
                <a:gd name="connsiteX1" fmla="*/ 70939 w 477449"/>
                <a:gd name="connsiteY1" fmla="*/ 0 h 89204"/>
                <a:gd name="connsiteX2" fmla="*/ 469732 w 477449"/>
                <a:gd name="connsiteY2" fmla="*/ 85375 h 89204"/>
                <a:gd name="connsiteX3" fmla="*/ 477449 w 477449"/>
                <a:gd name="connsiteY3" fmla="*/ 89204 h 89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7449" h="89204">
                  <a:moveTo>
                    <a:pt x="0" y="2754"/>
                  </a:moveTo>
                  <a:lnTo>
                    <a:pt x="70939" y="0"/>
                  </a:lnTo>
                  <a:cubicBezTo>
                    <a:pt x="204342" y="1330"/>
                    <a:pt x="339689" y="28837"/>
                    <a:pt x="469732" y="85375"/>
                  </a:cubicBezTo>
                  <a:lnTo>
                    <a:pt x="477449" y="89204"/>
                  </a:lnTo>
                </a:path>
              </a:pathLst>
            </a:custGeom>
            <a:noFill/>
            <a:ln w="381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238" name="组合 237"/>
            <p:cNvGrpSpPr/>
            <p:nvPr/>
          </p:nvGrpSpPr>
          <p:grpSpPr>
            <a:xfrm>
              <a:off x="10578083" y="1854295"/>
              <a:ext cx="2042292" cy="2192021"/>
              <a:chOff x="10578083" y="1854295"/>
              <a:chExt cx="2042292" cy="2192021"/>
            </a:xfrm>
          </p:grpSpPr>
          <p:sp>
            <p:nvSpPr>
              <p:cNvPr id="231" name="任意多边形 230"/>
              <p:cNvSpPr/>
              <p:nvPr/>
            </p:nvSpPr>
            <p:spPr>
              <a:xfrm>
                <a:off x="11584747" y="1854295"/>
                <a:ext cx="1035628" cy="2054050"/>
              </a:xfrm>
              <a:custGeom>
                <a:avLst/>
                <a:gdLst>
                  <a:gd name="connsiteX0" fmla="*/ 8603 w 1035628"/>
                  <a:gd name="connsiteY0" fmla="*/ 0 h 2054050"/>
                  <a:gd name="connsiteX1" fmla="*/ 1035628 w 1035628"/>
                  <a:gd name="connsiteY1" fmla="*/ 1027025 h 2054050"/>
                  <a:gd name="connsiteX2" fmla="*/ 8603 w 1035628"/>
                  <a:gd name="connsiteY2" fmla="*/ 2054050 h 2054050"/>
                  <a:gd name="connsiteX3" fmla="*/ 0 w 1035628"/>
                  <a:gd name="connsiteY3" fmla="*/ 2053616 h 2054050"/>
                  <a:gd name="connsiteX4" fmla="*/ 0 w 1035628"/>
                  <a:gd name="connsiteY4" fmla="*/ 434 h 2054050"/>
                  <a:gd name="connsiteX5" fmla="*/ 8603 w 1035628"/>
                  <a:gd name="connsiteY5" fmla="*/ 0 h 2054050"/>
                  <a:gd name="connsiteX0" fmla="*/ 14253 w 1041278"/>
                  <a:gd name="connsiteY0" fmla="*/ 0 h 2054050"/>
                  <a:gd name="connsiteX1" fmla="*/ 1041278 w 1041278"/>
                  <a:gd name="connsiteY1" fmla="*/ 1027025 h 2054050"/>
                  <a:gd name="connsiteX2" fmla="*/ 14253 w 1041278"/>
                  <a:gd name="connsiteY2" fmla="*/ 2054050 h 2054050"/>
                  <a:gd name="connsiteX3" fmla="*/ 5650 w 1041278"/>
                  <a:gd name="connsiteY3" fmla="*/ 2053616 h 2054050"/>
                  <a:gd name="connsiteX4" fmla="*/ 0 w 1041278"/>
                  <a:gd name="connsiteY4" fmla="*/ 734838 h 2054050"/>
                  <a:gd name="connsiteX5" fmla="*/ 5650 w 1041278"/>
                  <a:gd name="connsiteY5" fmla="*/ 434 h 2054050"/>
                  <a:gd name="connsiteX6" fmla="*/ 14253 w 1041278"/>
                  <a:gd name="connsiteY6" fmla="*/ 0 h 2054050"/>
                  <a:gd name="connsiteX0" fmla="*/ 0 w 1041278"/>
                  <a:gd name="connsiteY0" fmla="*/ 734838 h 2054050"/>
                  <a:gd name="connsiteX1" fmla="*/ 5650 w 1041278"/>
                  <a:gd name="connsiteY1" fmla="*/ 434 h 2054050"/>
                  <a:gd name="connsiteX2" fmla="*/ 14253 w 1041278"/>
                  <a:gd name="connsiteY2" fmla="*/ 0 h 2054050"/>
                  <a:gd name="connsiteX3" fmla="*/ 1041278 w 1041278"/>
                  <a:gd name="connsiteY3" fmla="*/ 1027025 h 2054050"/>
                  <a:gd name="connsiteX4" fmla="*/ 14253 w 1041278"/>
                  <a:gd name="connsiteY4" fmla="*/ 2054050 h 2054050"/>
                  <a:gd name="connsiteX5" fmla="*/ 5650 w 1041278"/>
                  <a:gd name="connsiteY5" fmla="*/ 2053616 h 2054050"/>
                  <a:gd name="connsiteX6" fmla="*/ 91440 w 1041278"/>
                  <a:gd name="connsiteY6" fmla="*/ 826278 h 2054050"/>
                  <a:gd name="connsiteX0" fmla="*/ 541 w 1036169"/>
                  <a:gd name="connsiteY0" fmla="*/ 434 h 2054050"/>
                  <a:gd name="connsiteX1" fmla="*/ 9144 w 1036169"/>
                  <a:gd name="connsiteY1" fmla="*/ 0 h 2054050"/>
                  <a:gd name="connsiteX2" fmla="*/ 1036169 w 1036169"/>
                  <a:gd name="connsiteY2" fmla="*/ 1027025 h 2054050"/>
                  <a:gd name="connsiteX3" fmla="*/ 9144 w 1036169"/>
                  <a:gd name="connsiteY3" fmla="*/ 2054050 h 2054050"/>
                  <a:gd name="connsiteX4" fmla="*/ 541 w 1036169"/>
                  <a:gd name="connsiteY4" fmla="*/ 2053616 h 2054050"/>
                  <a:gd name="connsiteX5" fmla="*/ 86331 w 1036169"/>
                  <a:gd name="connsiteY5" fmla="*/ 826278 h 2054050"/>
                  <a:gd name="connsiteX0" fmla="*/ 0 w 1035628"/>
                  <a:gd name="connsiteY0" fmla="*/ 434 h 2054050"/>
                  <a:gd name="connsiteX1" fmla="*/ 8603 w 1035628"/>
                  <a:gd name="connsiteY1" fmla="*/ 0 h 2054050"/>
                  <a:gd name="connsiteX2" fmla="*/ 1035628 w 1035628"/>
                  <a:gd name="connsiteY2" fmla="*/ 1027025 h 2054050"/>
                  <a:gd name="connsiteX3" fmla="*/ 8603 w 1035628"/>
                  <a:gd name="connsiteY3" fmla="*/ 2054050 h 2054050"/>
                  <a:gd name="connsiteX4" fmla="*/ 0 w 1035628"/>
                  <a:gd name="connsiteY4" fmla="*/ 2053616 h 2054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628" h="2054050">
                    <a:moveTo>
                      <a:pt x="0" y="434"/>
                    </a:moveTo>
                    <a:lnTo>
                      <a:pt x="8603" y="0"/>
                    </a:lnTo>
                    <a:cubicBezTo>
                      <a:pt x="575813" y="0"/>
                      <a:pt x="1035628" y="459815"/>
                      <a:pt x="1035628" y="1027025"/>
                    </a:cubicBezTo>
                    <a:cubicBezTo>
                      <a:pt x="1035628" y="1594235"/>
                      <a:pt x="575813" y="2054050"/>
                      <a:pt x="8603" y="2054050"/>
                    </a:cubicBezTo>
                    <a:lnTo>
                      <a:pt x="0" y="2053616"/>
                    </a:lnTo>
                  </a:path>
                </a:pathLst>
              </a:custGeom>
              <a:noFill/>
              <a:ln w="381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35" name="任意多边形 234"/>
              <p:cNvSpPr/>
              <p:nvPr/>
            </p:nvSpPr>
            <p:spPr>
              <a:xfrm rot="20190130">
                <a:off x="10578083" y="2076944"/>
                <a:ext cx="967043" cy="1969372"/>
              </a:xfrm>
              <a:custGeom>
                <a:avLst/>
                <a:gdLst>
                  <a:gd name="connsiteX0" fmla="*/ 967043 w 1394132"/>
                  <a:gd name="connsiteY0" fmla="*/ 0 h 1969372"/>
                  <a:gd name="connsiteX1" fmla="*/ 967042 w 1394132"/>
                  <a:gd name="connsiteY1" fmla="*/ 202281 h 1969372"/>
                  <a:gd name="connsiteX2" fmla="*/ 1394132 w 1394132"/>
                  <a:gd name="connsiteY2" fmla="*/ 202281 h 1969372"/>
                  <a:gd name="connsiteX3" fmla="*/ 625858 w 1394132"/>
                  <a:gd name="connsiteY3" fmla="*/ 1969372 h 1969372"/>
                  <a:gd name="connsiteX4" fmla="*/ 617796 w 1394132"/>
                  <a:gd name="connsiteY4" fmla="*/ 1966340 h 1969372"/>
                  <a:gd name="connsiteX5" fmla="*/ 85426 w 1394132"/>
                  <a:gd name="connsiteY5" fmla="*/ 614991 h 1969372"/>
                  <a:gd name="connsiteX6" fmla="*/ 938406 w 1394132"/>
                  <a:gd name="connsiteY6" fmla="*/ 1111 h 1969372"/>
                  <a:gd name="connsiteX7" fmla="*/ 967043 w 1394132"/>
                  <a:gd name="connsiteY7" fmla="*/ 0 h 1969372"/>
                  <a:gd name="connsiteX0" fmla="*/ 1394132 w 1485572"/>
                  <a:gd name="connsiteY0" fmla="*/ 202281 h 1969372"/>
                  <a:gd name="connsiteX1" fmla="*/ 625858 w 1485572"/>
                  <a:gd name="connsiteY1" fmla="*/ 1969372 h 1969372"/>
                  <a:gd name="connsiteX2" fmla="*/ 617796 w 1485572"/>
                  <a:gd name="connsiteY2" fmla="*/ 1966340 h 1969372"/>
                  <a:gd name="connsiteX3" fmla="*/ 85426 w 1485572"/>
                  <a:gd name="connsiteY3" fmla="*/ 614991 h 1969372"/>
                  <a:gd name="connsiteX4" fmla="*/ 938406 w 1485572"/>
                  <a:gd name="connsiteY4" fmla="*/ 1111 h 1969372"/>
                  <a:gd name="connsiteX5" fmla="*/ 967043 w 1485572"/>
                  <a:gd name="connsiteY5" fmla="*/ 0 h 1969372"/>
                  <a:gd name="connsiteX6" fmla="*/ 967042 w 1485572"/>
                  <a:gd name="connsiteY6" fmla="*/ 202281 h 1969372"/>
                  <a:gd name="connsiteX7" fmla="*/ 1485572 w 1485572"/>
                  <a:gd name="connsiteY7" fmla="*/ 293721 h 1969372"/>
                  <a:gd name="connsiteX0" fmla="*/ 1394132 w 1394132"/>
                  <a:gd name="connsiteY0" fmla="*/ 202281 h 1969372"/>
                  <a:gd name="connsiteX1" fmla="*/ 625858 w 1394132"/>
                  <a:gd name="connsiteY1" fmla="*/ 1969372 h 1969372"/>
                  <a:gd name="connsiteX2" fmla="*/ 617796 w 1394132"/>
                  <a:gd name="connsiteY2" fmla="*/ 1966340 h 1969372"/>
                  <a:gd name="connsiteX3" fmla="*/ 85426 w 1394132"/>
                  <a:gd name="connsiteY3" fmla="*/ 614991 h 1969372"/>
                  <a:gd name="connsiteX4" fmla="*/ 938406 w 1394132"/>
                  <a:gd name="connsiteY4" fmla="*/ 1111 h 1969372"/>
                  <a:gd name="connsiteX5" fmla="*/ 967043 w 1394132"/>
                  <a:gd name="connsiteY5" fmla="*/ 0 h 1969372"/>
                  <a:gd name="connsiteX6" fmla="*/ 967042 w 1394132"/>
                  <a:gd name="connsiteY6" fmla="*/ 202281 h 1969372"/>
                  <a:gd name="connsiteX0" fmla="*/ 1394132 w 1394132"/>
                  <a:gd name="connsiteY0" fmla="*/ 202281 h 1969372"/>
                  <a:gd name="connsiteX1" fmla="*/ 625858 w 1394132"/>
                  <a:gd name="connsiteY1" fmla="*/ 1969372 h 1969372"/>
                  <a:gd name="connsiteX2" fmla="*/ 617796 w 1394132"/>
                  <a:gd name="connsiteY2" fmla="*/ 1966340 h 1969372"/>
                  <a:gd name="connsiteX3" fmla="*/ 85426 w 1394132"/>
                  <a:gd name="connsiteY3" fmla="*/ 614991 h 1969372"/>
                  <a:gd name="connsiteX4" fmla="*/ 938406 w 1394132"/>
                  <a:gd name="connsiteY4" fmla="*/ 1111 h 1969372"/>
                  <a:gd name="connsiteX5" fmla="*/ 967043 w 1394132"/>
                  <a:gd name="connsiteY5" fmla="*/ 0 h 1969372"/>
                  <a:gd name="connsiteX0" fmla="*/ 625858 w 967043"/>
                  <a:gd name="connsiteY0" fmla="*/ 1969372 h 1969372"/>
                  <a:gd name="connsiteX1" fmla="*/ 617796 w 967043"/>
                  <a:gd name="connsiteY1" fmla="*/ 1966340 h 1969372"/>
                  <a:gd name="connsiteX2" fmla="*/ 85426 w 967043"/>
                  <a:gd name="connsiteY2" fmla="*/ 614991 h 1969372"/>
                  <a:gd name="connsiteX3" fmla="*/ 938406 w 967043"/>
                  <a:gd name="connsiteY3" fmla="*/ 1111 h 1969372"/>
                  <a:gd name="connsiteX4" fmla="*/ 967043 w 967043"/>
                  <a:gd name="connsiteY4" fmla="*/ 0 h 1969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043" h="1969372">
                    <a:moveTo>
                      <a:pt x="625858" y="1969372"/>
                    </a:moveTo>
                    <a:lnTo>
                      <a:pt x="617796" y="1966340"/>
                    </a:lnTo>
                    <a:cubicBezTo>
                      <a:pt x="97621" y="1740185"/>
                      <a:pt x="-140729" y="1135165"/>
                      <a:pt x="85426" y="614991"/>
                    </a:cubicBezTo>
                    <a:cubicBezTo>
                      <a:pt x="240908" y="257371"/>
                      <a:pt x="575462" y="32957"/>
                      <a:pt x="938406" y="1111"/>
                    </a:cubicBezTo>
                    <a:lnTo>
                      <a:pt x="967043" y="0"/>
                    </a:lnTo>
                  </a:path>
                </a:pathLst>
              </a:custGeom>
              <a:noFill/>
              <a:ln w="381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46" name="任意多边形 245"/>
          <p:cNvSpPr/>
          <p:nvPr/>
        </p:nvSpPr>
        <p:spPr>
          <a:xfrm>
            <a:off x="5575997" y="339502"/>
            <a:ext cx="1349324" cy="448365"/>
          </a:xfrm>
          <a:custGeom>
            <a:avLst/>
            <a:gdLst>
              <a:gd name="connsiteX0" fmla="*/ 0 w 1799098"/>
              <a:gd name="connsiteY0" fmla="*/ 0 h 606449"/>
              <a:gd name="connsiteX1" fmla="*/ 81117 w 1799098"/>
              <a:gd name="connsiteY1" fmla="*/ 2868 h 606449"/>
              <a:gd name="connsiteX2" fmla="*/ 1799098 w 1799098"/>
              <a:gd name="connsiteY2" fmla="*/ 597820 h 606449"/>
              <a:gd name="connsiteX3" fmla="*/ 0 w 1799098"/>
              <a:gd name="connsiteY3" fmla="*/ 606449 h 606449"/>
              <a:gd name="connsiteX4" fmla="*/ 0 w 1799098"/>
              <a:gd name="connsiteY4" fmla="*/ 0 h 606449"/>
              <a:gd name="connsiteX0" fmla="*/ 0 w 1799098"/>
              <a:gd name="connsiteY0" fmla="*/ 606449 h 697889"/>
              <a:gd name="connsiteX1" fmla="*/ 0 w 1799098"/>
              <a:gd name="connsiteY1" fmla="*/ 0 h 697889"/>
              <a:gd name="connsiteX2" fmla="*/ 81117 w 1799098"/>
              <a:gd name="connsiteY2" fmla="*/ 2868 h 697889"/>
              <a:gd name="connsiteX3" fmla="*/ 1799098 w 1799098"/>
              <a:gd name="connsiteY3" fmla="*/ 597820 h 697889"/>
              <a:gd name="connsiteX4" fmla="*/ 91440 w 1799098"/>
              <a:gd name="connsiteY4" fmla="*/ 697889 h 697889"/>
              <a:gd name="connsiteX0" fmla="*/ 0 w 1799098"/>
              <a:gd name="connsiteY0" fmla="*/ 606449 h 606449"/>
              <a:gd name="connsiteX1" fmla="*/ 0 w 1799098"/>
              <a:gd name="connsiteY1" fmla="*/ 0 h 606449"/>
              <a:gd name="connsiteX2" fmla="*/ 81117 w 1799098"/>
              <a:gd name="connsiteY2" fmla="*/ 2868 h 606449"/>
              <a:gd name="connsiteX3" fmla="*/ 1799098 w 1799098"/>
              <a:gd name="connsiteY3" fmla="*/ 597820 h 606449"/>
              <a:gd name="connsiteX0" fmla="*/ 0 w 1799098"/>
              <a:gd name="connsiteY0" fmla="*/ 0 h 597820"/>
              <a:gd name="connsiteX1" fmla="*/ 81117 w 1799098"/>
              <a:gd name="connsiteY1" fmla="*/ 2868 h 597820"/>
              <a:gd name="connsiteX2" fmla="*/ 1799098 w 1799098"/>
              <a:gd name="connsiteY2" fmla="*/ 597820 h 59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9098" h="597820">
                <a:moveTo>
                  <a:pt x="0" y="0"/>
                </a:moveTo>
                <a:lnTo>
                  <a:pt x="81117" y="2868"/>
                </a:lnTo>
                <a:cubicBezTo>
                  <a:pt x="643397" y="41591"/>
                  <a:pt x="1221247" y="319705"/>
                  <a:pt x="1799098" y="597820"/>
                </a:cubicBezTo>
              </a:path>
            </a:pathLst>
          </a:cu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4" name="任意多边形 243"/>
          <p:cNvSpPr/>
          <p:nvPr/>
        </p:nvSpPr>
        <p:spPr>
          <a:xfrm>
            <a:off x="4628140" y="998226"/>
            <a:ext cx="974426" cy="460792"/>
          </a:xfrm>
          <a:custGeom>
            <a:avLst/>
            <a:gdLst>
              <a:gd name="connsiteX0" fmla="*/ 1250879 w 1299235"/>
              <a:gd name="connsiteY0" fmla="*/ 0 h 614389"/>
              <a:gd name="connsiteX1" fmla="*/ 1299235 w 1299235"/>
              <a:gd name="connsiteY1" fmla="*/ 1709 h 614389"/>
              <a:gd name="connsiteX2" fmla="*/ 1299235 w 1299235"/>
              <a:gd name="connsiteY2" fmla="*/ 608158 h 614389"/>
              <a:gd name="connsiteX3" fmla="*/ 0 w 1299235"/>
              <a:gd name="connsiteY3" fmla="*/ 614389 h 614389"/>
              <a:gd name="connsiteX4" fmla="*/ 238310 w 1299235"/>
              <a:gd name="connsiteY4" fmla="*/ 419050 h 614389"/>
              <a:gd name="connsiteX5" fmla="*/ 993761 w 1299235"/>
              <a:gd name="connsiteY5" fmla="*/ 18958 h 614389"/>
              <a:gd name="connsiteX6" fmla="*/ 1250879 w 1299235"/>
              <a:gd name="connsiteY6" fmla="*/ 0 h 614389"/>
              <a:gd name="connsiteX0" fmla="*/ 1299235 w 1390675"/>
              <a:gd name="connsiteY0" fmla="*/ 608158 h 699598"/>
              <a:gd name="connsiteX1" fmla="*/ 0 w 1390675"/>
              <a:gd name="connsiteY1" fmla="*/ 614389 h 699598"/>
              <a:gd name="connsiteX2" fmla="*/ 238310 w 1390675"/>
              <a:gd name="connsiteY2" fmla="*/ 419050 h 699598"/>
              <a:gd name="connsiteX3" fmla="*/ 993761 w 1390675"/>
              <a:gd name="connsiteY3" fmla="*/ 18958 h 699598"/>
              <a:gd name="connsiteX4" fmla="*/ 1250879 w 1390675"/>
              <a:gd name="connsiteY4" fmla="*/ 0 h 699598"/>
              <a:gd name="connsiteX5" fmla="*/ 1299235 w 1390675"/>
              <a:gd name="connsiteY5" fmla="*/ 1709 h 699598"/>
              <a:gd name="connsiteX6" fmla="*/ 1390675 w 1390675"/>
              <a:gd name="connsiteY6" fmla="*/ 699598 h 699598"/>
              <a:gd name="connsiteX0" fmla="*/ 1299235 w 1299235"/>
              <a:gd name="connsiteY0" fmla="*/ 608158 h 614389"/>
              <a:gd name="connsiteX1" fmla="*/ 0 w 1299235"/>
              <a:gd name="connsiteY1" fmla="*/ 614389 h 614389"/>
              <a:gd name="connsiteX2" fmla="*/ 238310 w 1299235"/>
              <a:gd name="connsiteY2" fmla="*/ 419050 h 614389"/>
              <a:gd name="connsiteX3" fmla="*/ 993761 w 1299235"/>
              <a:gd name="connsiteY3" fmla="*/ 18958 h 614389"/>
              <a:gd name="connsiteX4" fmla="*/ 1250879 w 1299235"/>
              <a:gd name="connsiteY4" fmla="*/ 0 h 614389"/>
              <a:gd name="connsiteX5" fmla="*/ 1299235 w 1299235"/>
              <a:gd name="connsiteY5" fmla="*/ 1709 h 614389"/>
              <a:gd name="connsiteX0" fmla="*/ 0 w 1299235"/>
              <a:gd name="connsiteY0" fmla="*/ 614389 h 614389"/>
              <a:gd name="connsiteX1" fmla="*/ 238310 w 1299235"/>
              <a:gd name="connsiteY1" fmla="*/ 419050 h 614389"/>
              <a:gd name="connsiteX2" fmla="*/ 993761 w 1299235"/>
              <a:gd name="connsiteY2" fmla="*/ 18958 h 614389"/>
              <a:gd name="connsiteX3" fmla="*/ 1250879 w 1299235"/>
              <a:gd name="connsiteY3" fmla="*/ 0 h 614389"/>
              <a:gd name="connsiteX4" fmla="*/ 1299235 w 1299235"/>
              <a:gd name="connsiteY4" fmla="*/ 1709 h 614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9235" h="614389">
                <a:moveTo>
                  <a:pt x="0" y="614389"/>
                </a:moveTo>
                <a:lnTo>
                  <a:pt x="238310" y="419050"/>
                </a:lnTo>
                <a:cubicBezTo>
                  <a:pt x="486895" y="222838"/>
                  <a:pt x="737947" y="57965"/>
                  <a:pt x="993761" y="18958"/>
                </a:cubicBezTo>
                <a:cubicBezTo>
                  <a:pt x="1079033" y="5956"/>
                  <a:pt x="1164758" y="-73"/>
                  <a:pt x="1250879" y="0"/>
                </a:cubicBezTo>
                <a:lnTo>
                  <a:pt x="1299235" y="1709"/>
                </a:lnTo>
              </a:path>
            </a:pathLst>
          </a:cu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0" name="任意多边形 279"/>
          <p:cNvSpPr/>
          <p:nvPr/>
        </p:nvSpPr>
        <p:spPr>
          <a:xfrm>
            <a:off x="3514386" y="1458945"/>
            <a:ext cx="1113803" cy="464532"/>
          </a:xfrm>
          <a:custGeom>
            <a:avLst/>
            <a:gdLst>
              <a:gd name="connsiteX0" fmla="*/ 1485071 w 1485071"/>
              <a:gd name="connsiteY0" fmla="*/ 0 h 619376"/>
              <a:gd name="connsiteX1" fmla="*/ 1475532 w 1485071"/>
              <a:gd name="connsiteY1" fmla="*/ 7819 h 619376"/>
              <a:gd name="connsiteX2" fmla="*/ 490375 w 1485071"/>
              <a:gd name="connsiteY2" fmla="*/ 609254 h 619376"/>
              <a:gd name="connsiteX3" fmla="*/ 65216 w 1485071"/>
              <a:gd name="connsiteY3" fmla="*/ 592064 h 619376"/>
              <a:gd name="connsiteX4" fmla="*/ 0 w 1485071"/>
              <a:gd name="connsiteY4" fmla="*/ 578522 h 619376"/>
              <a:gd name="connsiteX5" fmla="*/ 0 w 1485071"/>
              <a:gd name="connsiteY5" fmla="*/ 7123 h 619376"/>
              <a:gd name="connsiteX6" fmla="*/ 1485071 w 1485071"/>
              <a:gd name="connsiteY6" fmla="*/ 0 h 619376"/>
              <a:gd name="connsiteX0" fmla="*/ 0 w 1485071"/>
              <a:gd name="connsiteY0" fmla="*/ 7123 h 619376"/>
              <a:gd name="connsiteX1" fmla="*/ 1485071 w 1485071"/>
              <a:gd name="connsiteY1" fmla="*/ 0 h 619376"/>
              <a:gd name="connsiteX2" fmla="*/ 1475532 w 1485071"/>
              <a:gd name="connsiteY2" fmla="*/ 7819 h 619376"/>
              <a:gd name="connsiteX3" fmla="*/ 490375 w 1485071"/>
              <a:gd name="connsiteY3" fmla="*/ 609254 h 619376"/>
              <a:gd name="connsiteX4" fmla="*/ 65216 w 1485071"/>
              <a:gd name="connsiteY4" fmla="*/ 592064 h 619376"/>
              <a:gd name="connsiteX5" fmla="*/ 0 w 1485071"/>
              <a:gd name="connsiteY5" fmla="*/ 578522 h 619376"/>
              <a:gd name="connsiteX6" fmla="*/ 91440 w 1485071"/>
              <a:gd name="connsiteY6" fmla="*/ 98563 h 619376"/>
              <a:gd name="connsiteX0" fmla="*/ 0 w 1485071"/>
              <a:gd name="connsiteY0" fmla="*/ 7123 h 619376"/>
              <a:gd name="connsiteX1" fmla="*/ 1485071 w 1485071"/>
              <a:gd name="connsiteY1" fmla="*/ 0 h 619376"/>
              <a:gd name="connsiteX2" fmla="*/ 1475532 w 1485071"/>
              <a:gd name="connsiteY2" fmla="*/ 7819 h 619376"/>
              <a:gd name="connsiteX3" fmla="*/ 490375 w 1485071"/>
              <a:gd name="connsiteY3" fmla="*/ 609254 h 619376"/>
              <a:gd name="connsiteX4" fmla="*/ 65216 w 1485071"/>
              <a:gd name="connsiteY4" fmla="*/ 592064 h 619376"/>
              <a:gd name="connsiteX5" fmla="*/ 0 w 1485071"/>
              <a:gd name="connsiteY5" fmla="*/ 578522 h 619376"/>
              <a:gd name="connsiteX0" fmla="*/ 1485071 w 1485071"/>
              <a:gd name="connsiteY0" fmla="*/ 0 h 619376"/>
              <a:gd name="connsiteX1" fmla="*/ 1475532 w 1485071"/>
              <a:gd name="connsiteY1" fmla="*/ 7819 h 619376"/>
              <a:gd name="connsiteX2" fmla="*/ 490375 w 1485071"/>
              <a:gd name="connsiteY2" fmla="*/ 609254 h 619376"/>
              <a:gd name="connsiteX3" fmla="*/ 65216 w 1485071"/>
              <a:gd name="connsiteY3" fmla="*/ 592064 h 619376"/>
              <a:gd name="connsiteX4" fmla="*/ 0 w 1485071"/>
              <a:gd name="connsiteY4" fmla="*/ 578522 h 61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5071" h="619376">
                <a:moveTo>
                  <a:pt x="1485071" y="0"/>
                </a:moveTo>
                <a:lnTo>
                  <a:pt x="1475532" y="7819"/>
                </a:lnTo>
                <a:cubicBezTo>
                  <a:pt x="1145937" y="283288"/>
                  <a:pt x="819366" y="558454"/>
                  <a:pt x="490375" y="609254"/>
                </a:cubicBezTo>
                <a:cubicBezTo>
                  <a:pt x="367004" y="628304"/>
                  <a:pt x="221011" y="619289"/>
                  <a:pt x="65216" y="592064"/>
                </a:cubicBezTo>
                <a:lnTo>
                  <a:pt x="0" y="578522"/>
                </a:lnTo>
              </a:path>
            </a:pathLst>
          </a:cu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383967" y="1516702"/>
            <a:ext cx="554461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数据分析</a:t>
            </a:r>
            <a:r>
              <a:rPr lang="zh-CN" altLang="en-US" dirty="0"/>
              <a:t>平台</a:t>
            </a:r>
            <a:r>
              <a:rPr lang="zh-CN" altLang="en-US" dirty="0" smtClean="0"/>
              <a:t>健壮强，</a:t>
            </a:r>
            <a:r>
              <a:rPr lang="zh-CN" altLang="en-US" dirty="0"/>
              <a:t>数据展现界面友好，探针设备配置简单、</a:t>
            </a:r>
            <a:r>
              <a:rPr lang="zh-CN" altLang="en-US" dirty="0" smtClean="0"/>
              <a:t>运行相对稳定</a:t>
            </a:r>
            <a:endParaRPr lang="en-US" altLang="zh-CN" dirty="0" smtClean="0"/>
          </a:p>
          <a:p>
            <a:endParaRPr lang="en-US" altLang="zh-CN" dirty="0" smtClean="0">
              <a:solidFill>
                <a:schemeClr val="bg2">
                  <a:lumMod val="25000"/>
                </a:schemeClr>
              </a:solidFill>
              <a:latin typeface="张海山锐线体简" panose="02000000000000000000" pitchFamily="2" charset="-122"/>
              <a:ea typeface="张海山锐线体简" panose="02000000000000000000" pitchFamily="2" charset="-122"/>
            </a:endParaRPr>
          </a:p>
          <a:p>
            <a:r>
              <a:rPr lang="en-US" altLang="zh-CN" dirty="0" smtClean="0">
                <a:solidFill>
                  <a:schemeClr val="bg2">
                    <a:lumMod val="25000"/>
                  </a:schemeClr>
                </a:solidFill>
                <a:latin typeface="张海山锐线体简" panose="02000000000000000000" pitchFamily="2" charset="-122"/>
                <a:ea typeface="张海山锐线体简" panose="02000000000000000000" pitchFamily="2" charset="-122"/>
              </a:rPr>
              <a:t>2.</a:t>
            </a:r>
            <a:r>
              <a:rPr lang="zh-CN" altLang="en-US" dirty="0"/>
              <a:t>能够对探针设备状态进行监控，并可展现所有接入探针的运行</a:t>
            </a:r>
            <a:r>
              <a:rPr lang="zh-CN" altLang="en-US" dirty="0" smtClean="0"/>
              <a:t>状态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能够</a:t>
            </a:r>
            <a:r>
              <a:rPr lang="zh-CN" altLang="en-US" dirty="0"/>
              <a:t>对探针设备进行在线远程控制</a:t>
            </a:r>
            <a:endParaRPr lang="zh-CN" altLang="en-US" dirty="0" smtClean="0">
              <a:solidFill>
                <a:schemeClr val="bg2">
                  <a:lumMod val="25000"/>
                </a:schemeClr>
              </a:solidFill>
              <a:latin typeface="张海山锐线体简" panose="02000000000000000000" pitchFamily="2" charset="-122"/>
              <a:ea typeface="张海山锐线体简" panose="02000000000000000000" pitchFamily="2" charset="-122"/>
            </a:endParaRPr>
          </a:p>
          <a:p>
            <a:pPr algn="dist"/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张海山锐线体简" panose="02000000000000000000" pitchFamily="2" charset="-122"/>
              <a:ea typeface="张海山锐线体简" panose="02000000000000000000" pitchFamily="2" charset="-122"/>
            </a:endParaRPr>
          </a:p>
        </p:txBody>
      </p:sp>
      <p:sp>
        <p:nvSpPr>
          <p:cNvPr id="475" name="任意多边形 474"/>
          <p:cNvSpPr/>
          <p:nvPr/>
        </p:nvSpPr>
        <p:spPr>
          <a:xfrm flipV="1">
            <a:off x="5591344" y="2905532"/>
            <a:ext cx="1349324" cy="448365"/>
          </a:xfrm>
          <a:custGeom>
            <a:avLst/>
            <a:gdLst>
              <a:gd name="connsiteX0" fmla="*/ 0 w 1799098"/>
              <a:gd name="connsiteY0" fmla="*/ 0 h 606449"/>
              <a:gd name="connsiteX1" fmla="*/ 81117 w 1799098"/>
              <a:gd name="connsiteY1" fmla="*/ 2868 h 606449"/>
              <a:gd name="connsiteX2" fmla="*/ 1799098 w 1799098"/>
              <a:gd name="connsiteY2" fmla="*/ 597820 h 606449"/>
              <a:gd name="connsiteX3" fmla="*/ 0 w 1799098"/>
              <a:gd name="connsiteY3" fmla="*/ 606449 h 606449"/>
              <a:gd name="connsiteX4" fmla="*/ 0 w 1799098"/>
              <a:gd name="connsiteY4" fmla="*/ 0 h 606449"/>
              <a:gd name="connsiteX0" fmla="*/ 0 w 1799098"/>
              <a:gd name="connsiteY0" fmla="*/ 606449 h 697889"/>
              <a:gd name="connsiteX1" fmla="*/ 0 w 1799098"/>
              <a:gd name="connsiteY1" fmla="*/ 0 h 697889"/>
              <a:gd name="connsiteX2" fmla="*/ 81117 w 1799098"/>
              <a:gd name="connsiteY2" fmla="*/ 2868 h 697889"/>
              <a:gd name="connsiteX3" fmla="*/ 1799098 w 1799098"/>
              <a:gd name="connsiteY3" fmla="*/ 597820 h 697889"/>
              <a:gd name="connsiteX4" fmla="*/ 91440 w 1799098"/>
              <a:gd name="connsiteY4" fmla="*/ 697889 h 697889"/>
              <a:gd name="connsiteX0" fmla="*/ 0 w 1799098"/>
              <a:gd name="connsiteY0" fmla="*/ 606449 h 606449"/>
              <a:gd name="connsiteX1" fmla="*/ 0 w 1799098"/>
              <a:gd name="connsiteY1" fmla="*/ 0 h 606449"/>
              <a:gd name="connsiteX2" fmla="*/ 81117 w 1799098"/>
              <a:gd name="connsiteY2" fmla="*/ 2868 h 606449"/>
              <a:gd name="connsiteX3" fmla="*/ 1799098 w 1799098"/>
              <a:gd name="connsiteY3" fmla="*/ 597820 h 606449"/>
              <a:gd name="connsiteX0" fmla="*/ 0 w 1799098"/>
              <a:gd name="connsiteY0" fmla="*/ 0 h 597820"/>
              <a:gd name="connsiteX1" fmla="*/ 81117 w 1799098"/>
              <a:gd name="connsiteY1" fmla="*/ 2868 h 597820"/>
              <a:gd name="connsiteX2" fmla="*/ 1799098 w 1799098"/>
              <a:gd name="connsiteY2" fmla="*/ 597820 h 59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9098" h="597820">
                <a:moveTo>
                  <a:pt x="0" y="0"/>
                </a:moveTo>
                <a:lnTo>
                  <a:pt x="81117" y="2868"/>
                </a:lnTo>
                <a:cubicBezTo>
                  <a:pt x="643397" y="41591"/>
                  <a:pt x="1221247" y="319705"/>
                  <a:pt x="1799098" y="597820"/>
                </a:cubicBezTo>
              </a:path>
            </a:pathLst>
          </a:cu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76" name="任意多边形 475"/>
          <p:cNvSpPr/>
          <p:nvPr/>
        </p:nvSpPr>
        <p:spPr>
          <a:xfrm flipV="1">
            <a:off x="4616917" y="2894389"/>
            <a:ext cx="974426" cy="460792"/>
          </a:xfrm>
          <a:custGeom>
            <a:avLst/>
            <a:gdLst>
              <a:gd name="connsiteX0" fmla="*/ 1250879 w 1299235"/>
              <a:gd name="connsiteY0" fmla="*/ 0 h 614389"/>
              <a:gd name="connsiteX1" fmla="*/ 1299235 w 1299235"/>
              <a:gd name="connsiteY1" fmla="*/ 1709 h 614389"/>
              <a:gd name="connsiteX2" fmla="*/ 1299235 w 1299235"/>
              <a:gd name="connsiteY2" fmla="*/ 608158 h 614389"/>
              <a:gd name="connsiteX3" fmla="*/ 0 w 1299235"/>
              <a:gd name="connsiteY3" fmla="*/ 614389 h 614389"/>
              <a:gd name="connsiteX4" fmla="*/ 238310 w 1299235"/>
              <a:gd name="connsiteY4" fmla="*/ 419050 h 614389"/>
              <a:gd name="connsiteX5" fmla="*/ 993761 w 1299235"/>
              <a:gd name="connsiteY5" fmla="*/ 18958 h 614389"/>
              <a:gd name="connsiteX6" fmla="*/ 1250879 w 1299235"/>
              <a:gd name="connsiteY6" fmla="*/ 0 h 614389"/>
              <a:gd name="connsiteX0" fmla="*/ 1299235 w 1390675"/>
              <a:gd name="connsiteY0" fmla="*/ 608158 h 699598"/>
              <a:gd name="connsiteX1" fmla="*/ 0 w 1390675"/>
              <a:gd name="connsiteY1" fmla="*/ 614389 h 699598"/>
              <a:gd name="connsiteX2" fmla="*/ 238310 w 1390675"/>
              <a:gd name="connsiteY2" fmla="*/ 419050 h 699598"/>
              <a:gd name="connsiteX3" fmla="*/ 993761 w 1390675"/>
              <a:gd name="connsiteY3" fmla="*/ 18958 h 699598"/>
              <a:gd name="connsiteX4" fmla="*/ 1250879 w 1390675"/>
              <a:gd name="connsiteY4" fmla="*/ 0 h 699598"/>
              <a:gd name="connsiteX5" fmla="*/ 1299235 w 1390675"/>
              <a:gd name="connsiteY5" fmla="*/ 1709 h 699598"/>
              <a:gd name="connsiteX6" fmla="*/ 1390675 w 1390675"/>
              <a:gd name="connsiteY6" fmla="*/ 699598 h 699598"/>
              <a:gd name="connsiteX0" fmla="*/ 1299235 w 1299235"/>
              <a:gd name="connsiteY0" fmla="*/ 608158 h 614389"/>
              <a:gd name="connsiteX1" fmla="*/ 0 w 1299235"/>
              <a:gd name="connsiteY1" fmla="*/ 614389 h 614389"/>
              <a:gd name="connsiteX2" fmla="*/ 238310 w 1299235"/>
              <a:gd name="connsiteY2" fmla="*/ 419050 h 614389"/>
              <a:gd name="connsiteX3" fmla="*/ 993761 w 1299235"/>
              <a:gd name="connsiteY3" fmla="*/ 18958 h 614389"/>
              <a:gd name="connsiteX4" fmla="*/ 1250879 w 1299235"/>
              <a:gd name="connsiteY4" fmla="*/ 0 h 614389"/>
              <a:gd name="connsiteX5" fmla="*/ 1299235 w 1299235"/>
              <a:gd name="connsiteY5" fmla="*/ 1709 h 614389"/>
              <a:gd name="connsiteX0" fmla="*/ 0 w 1299235"/>
              <a:gd name="connsiteY0" fmla="*/ 614389 h 614389"/>
              <a:gd name="connsiteX1" fmla="*/ 238310 w 1299235"/>
              <a:gd name="connsiteY1" fmla="*/ 419050 h 614389"/>
              <a:gd name="connsiteX2" fmla="*/ 993761 w 1299235"/>
              <a:gd name="connsiteY2" fmla="*/ 18958 h 614389"/>
              <a:gd name="connsiteX3" fmla="*/ 1250879 w 1299235"/>
              <a:gd name="connsiteY3" fmla="*/ 0 h 614389"/>
              <a:gd name="connsiteX4" fmla="*/ 1299235 w 1299235"/>
              <a:gd name="connsiteY4" fmla="*/ 1709 h 614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9235" h="614389">
                <a:moveTo>
                  <a:pt x="0" y="614389"/>
                </a:moveTo>
                <a:lnTo>
                  <a:pt x="238310" y="419050"/>
                </a:lnTo>
                <a:cubicBezTo>
                  <a:pt x="486895" y="222838"/>
                  <a:pt x="737947" y="57965"/>
                  <a:pt x="993761" y="18958"/>
                </a:cubicBezTo>
                <a:cubicBezTo>
                  <a:pt x="1079033" y="5956"/>
                  <a:pt x="1164758" y="-73"/>
                  <a:pt x="1250879" y="0"/>
                </a:cubicBezTo>
                <a:lnTo>
                  <a:pt x="1299235" y="1709"/>
                </a:lnTo>
              </a:path>
            </a:pathLst>
          </a:cu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77" name="任意多边形 476"/>
          <p:cNvSpPr/>
          <p:nvPr/>
        </p:nvSpPr>
        <p:spPr>
          <a:xfrm flipV="1">
            <a:off x="3503169" y="2429855"/>
            <a:ext cx="1113803" cy="464532"/>
          </a:xfrm>
          <a:custGeom>
            <a:avLst/>
            <a:gdLst>
              <a:gd name="connsiteX0" fmla="*/ 1485071 w 1485071"/>
              <a:gd name="connsiteY0" fmla="*/ 0 h 619376"/>
              <a:gd name="connsiteX1" fmla="*/ 1475532 w 1485071"/>
              <a:gd name="connsiteY1" fmla="*/ 7819 h 619376"/>
              <a:gd name="connsiteX2" fmla="*/ 490375 w 1485071"/>
              <a:gd name="connsiteY2" fmla="*/ 609254 h 619376"/>
              <a:gd name="connsiteX3" fmla="*/ 65216 w 1485071"/>
              <a:gd name="connsiteY3" fmla="*/ 592064 h 619376"/>
              <a:gd name="connsiteX4" fmla="*/ 0 w 1485071"/>
              <a:gd name="connsiteY4" fmla="*/ 578522 h 619376"/>
              <a:gd name="connsiteX5" fmla="*/ 0 w 1485071"/>
              <a:gd name="connsiteY5" fmla="*/ 7123 h 619376"/>
              <a:gd name="connsiteX6" fmla="*/ 1485071 w 1485071"/>
              <a:gd name="connsiteY6" fmla="*/ 0 h 619376"/>
              <a:gd name="connsiteX0" fmla="*/ 0 w 1485071"/>
              <a:gd name="connsiteY0" fmla="*/ 7123 h 619376"/>
              <a:gd name="connsiteX1" fmla="*/ 1485071 w 1485071"/>
              <a:gd name="connsiteY1" fmla="*/ 0 h 619376"/>
              <a:gd name="connsiteX2" fmla="*/ 1475532 w 1485071"/>
              <a:gd name="connsiteY2" fmla="*/ 7819 h 619376"/>
              <a:gd name="connsiteX3" fmla="*/ 490375 w 1485071"/>
              <a:gd name="connsiteY3" fmla="*/ 609254 h 619376"/>
              <a:gd name="connsiteX4" fmla="*/ 65216 w 1485071"/>
              <a:gd name="connsiteY4" fmla="*/ 592064 h 619376"/>
              <a:gd name="connsiteX5" fmla="*/ 0 w 1485071"/>
              <a:gd name="connsiteY5" fmla="*/ 578522 h 619376"/>
              <a:gd name="connsiteX6" fmla="*/ 91440 w 1485071"/>
              <a:gd name="connsiteY6" fmla="*/ 98563 h 619376"/>
              <a:gd name="connsiteX0" fmla="*/ 0 w 1485071"/>
              <a:gd name="connsiteY0" fmla="*/ 7123 h 619376"/>
              <a:gd name="connsiteX1" fmla="*/ 1485071 w 1485071"/>
              <a:gd name="connsiteY1" fmla="*/ 0 h 619376"/>
              <a:gd name="connsiteX2" fmla="*/ 1475532 w 1485071"/>
              <a:gd name="connsiteY2" fmla="*/ 7819 h 619376"/>
              <a:gd name="connsiteX3" fmla="*/ 490375 w 1485071"/>
              <a:gd name="connsiteY3" fmla="*/ 609254 h 619376"/>
              <a:gd name="connsiteX4" fmla="*/ 65216 w 1485071"/>
              <a:gd name="connsiteY4" fmla="*/ 592064 h 619376"/>
              <a:gd name="connsiteX5" fmla="*/ 0 w 1485071"/>
              <a:gd name="connsiteY5" fmla="*/ 578522 h 619376"/>
              <a:gd name="connsiteX0" fmla="*/ 1485071 w 1485071"/>
              <a:gd name="connsiteY0" fmla="*/ 0 h 619376"/>
              <a:gd name="connsiteX1" fmla="*/ 1475532 w 1485071"/>
              <a:gd name="connsiteY1" fmla="*/ 7819 h 619376"/>
              <a:gd name="connsiteX2" fmla="*/ 490375 w 1485071"/>
              <a:gd name="connsiteY2" fmla="*/ 609254 h 619376"/>
              <a:gd name="connsiteX3" fmla="*/ 65216 w 1485071"/>
              <a:gd name="connsiteY3" fmla="*/ 592064 h 619376"/>
              <a:gd name="connsiteX4" fmla="*/ 0 w 1485071"/>
              <a:gd name="connsiteY4" fmla="*/ 578522 h 61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5071" h="619376">
                <a:moveTo>
                  <a:pt x="1485071" y="0"/>
                </a:moveTo>
                <a:lnTo>
                  <a:pt x="1475532" y="7819"/>
                </a:lnTo>
                <a:cubicBezTo>
                  <a:pt x="1145937" y="283288"/>
                  <a:pt x="819366" y="558454"/>
                  <a:pt x="490375" y="609254"/>
                </a:cubicBezTo>
                <a:cubicBezTo>
                  <a:pt x="367004" y="628304"/>
                  <a:pt x="221011" y="619289"/>
                  <a:pt x="65216" y="592064"/>
                </a:cubicBezTo>
                <a:lnTo>
                  <a:pt x="0" y="578522"/>
                </a:lnTo>
              </a:path>
            </a:pathLst>
          </a:cu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81" name="椭圆 480"/>
          <p:cNvSpPr/>
          <p:nvPr/>
        </p:nvSpPr>
        <p:spPr>
          <a:xfrm>
            <a:off x="6827347" y="2679391"/>
            <a:ext cx="398276" cy="3982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82" name="椭圆 481"/>
          <p:cNvSpPr/>
          <p:nvPr/>
        </p:nvSpPr>
        <p:spPr>
          <a:xfrm>
            <a:off x="6773890" y="2625928"/>
            <a:ext cx="505190" cy="50519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83" name="椭圆 482"/>
          <p:cNvSpPr/>
          <p:nvPr/>
        </p:nvSpPr>
        <p:spPr>
          <a:xfrm>
            <a:off x="1331639" y="-154111"/>
            <a:ext cx="2857817" cy="2857817"/>
          </a:xfrm>
          <a:prstGeom prst="ellipse">
            <a:avLst/>
          </a:prstGeom>
          <a:gradFill flip="none" rotWithShape="1">
            <a:gsLst>
              <a:gs pos="58000">
                <a:srgbClr val="FDFDFE">
                  <a:alpha val="30000"/>
                </a:srgbClr>
              </a:gs>
              <a:gs pos="100000">
                <a:schemeClr val="bg1">
                  <a:alpha val="0"/>
                </a:schemeClr>
              </a:gs>
              <a:gs pos="0">
                <a:srgbClr val="FCFBFD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1560" y="33950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35196" y="43253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非功能性需求</a:t>
            </a:r>
          </a:p>
        </p:txBody>
      </p:sp>
    </p:spTree>
    <p:extLst>
      <p:ext uri="{BB962C8B-B14F-4D97-AF65-F5344CB8AC3E}">
        <p14:creationId xmlns:p14="http://schemas.microsoft.com/office/powerpoint/2010/main" val="228631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22222E-6 L 0.25717 0.03194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52" y="159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21600000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3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3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28" dur="150" fill="hold"/>
                                        <p:tgtEl>
                                          <p:spTgt spid="222"/>
                                        </p:tgtEl>
                                      </p:cBhvr>
                                      <p:by x="85000" y="8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13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5400000">
                                      <p:cBhvr>
                                        <p:cTn id="30" dur="1477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xit" presetSubtype="1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3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3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2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mph" presetSubtype="0" repeatCount="7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-21600000">
                                      <p:cBhvr>
                                        <p:cTn id="44" dur="2671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22" presetClass="exit" presetSubtype="4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3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7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2" presetClass="exit" presetSubtype="2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8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25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xit" presetSubtype="2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7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xit" presetSubtype="2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0" dur="3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2" presetClass="exit" presetSubtype="4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2" presetClass="entr" presetSubtype="4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18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3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xit" presetSubtype="8" fill="hold" grpId="1" nodeType="withEffect">
                                  <p:stCondLst>
                                    <p:cond delay="18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4" dur="3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8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3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xit" presetSubtype="8" fill="hold" grpId="1" nodeType="withEffect">
                                  <p:stCondLst>
                                    <p:cond delay="188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0" dur="3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188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3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xit" presetSubtype="8" fill="hold" grpId="1" nodeType="withEffect">
                                  <p:stCondLst>
                                    <p:cond delay="191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6" dur="3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3" presetClass="entr" presetSubtype="16" fill="hold" grpId="0" nodeType="withEffect">
                                  <p:stCondLst>
                                    <p:cond delay="19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4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4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6" presetClass="exit" presetSubtype="32" fill="hold" grpId="1" nodeType="withEffect">
                                  <p:stCondLst>
                                    <p:cond delay="1950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03" dur="4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3" presetClass="entr" presetSubtype="16" fill="hold" grpId="0" nodeType="withEffect">
                                  <p:stCondLst>
                                    <p:cond delay="19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4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4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19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4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220" grpId="0" animBg="1"/>
      <p:bldP spid="220" grpId="1" animBg="1"/>
      <p:bldP spid="222" grpId="0" animBg="1"/>
      <p:bldP spid="222" grpId="1" animBg="1"/>
      <p:bldP spid="222" grpId="2" animBg="1"/>
      <p:bldP spid="223" grpId="0" animBg="1"/>
      <p:bldP spid="223" grpId="1" animBg="1"/>
      <p:bldP spid="230" grpId="0" animBg="1"/>
      <p:bldP spid="230" grpId="1" animBg="1"/>
      <p:bldP spid="228" grpId="0" animBg="1"/>
      <p:bldP spid="228" grpId="1" animBg="1"/>
      <p:bldP spid="246" grpId="0" animBg="1"/>
      <p:bldP spid="246" grpId="1" animBg="1"/>
      <p:bldP spid="244" grpId="0" animBg="1"/>
      <p:bldP spid="244" grpId="1" animBg="1"/>
      <p:bldP spid="280" grpId="0" animBg="1"/>
      <p:bldP spid="280" grpId="1" animBg="1"/>
      <p:bldP spid="155" grpId="0"/>
      <p:bldP spid="475" grpId="0" animBg="1"/>
      <p:bldP spid="475" grpId="1" animBg="1"/>
      <p:bldP spid="476" grpId="0" animBg="1"/>
      <p:bldP spid="476" grpId="1" animBg="1"/>
      <p:bldP spid="477" grpId="0" animBg="1"/>
      <p:bldP spid="477" grpId="1" animBg="1"/>
      <p:bldP spid="481" grpId="0" animBg="1"/>
      <p:bldP spid="481" grpId="1" animBg="1"/>
      <p:bldP spid="482" grpId="0" animBg="1"/>
      <p:bldP spid="482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3871913"/>
            <a:ext cx="2968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3871913"/>
            <a:ext cx="2968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3871913"/>
            <a:ext cx="2968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3871913"/>
            <a:ext cx="2968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3871913"/>
            <a:ext cx="2968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3871913"/>
            <a:ext cx="2968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3871913"/>
            <a:ext cx="2968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3871913"/>
            <a:ext cx="2968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3871913"/>
            <a:ext cx="2968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49" y="3871912"/>
            <a:ext cx="2968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1021" name="TextBox 13"/>
          <p:cNvSpPr txBox="1">
            <a:spLocks noChangeArrowheads="1"/>
          </p:cNvSpPr>
          <p:nvPr/>
        </p:nvSpPr>
        <p:spPr bwMode="auto">
          <a:xfrm>
            <a:off x="3752471" y="4367439"/>
            <a:ext cx="17200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18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 谢谢观看</a:t>
            </a:r>
            <a:r>
              <a:rPr lang="en-US" altLang="zh-CN" sz="18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en-US" sz="1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1347788"/>
            <a:ext cx="801687" cy="801687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4923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300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8" presetClass="emph" presetSubtype="0" repeatCount="300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21600000">
                                      <p:cBhvr>
                                        <p:cTn id="1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8" presetClass="emph" presetSubtype="0" repeatCount="300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21600000">
                                      <p:cBhvr>
                                        <p:cTn id="2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3000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21600000">
                                      <p:cBhvr>
                                        <p:cTn id="2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8" presetClass="emph" presetSubtype="0" repeatCount="300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21600000">
                                      <p:cBhvr>
                                        <p:cTn id="3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68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8" presetClass="emph" presetSubtype="0" repeatCount="300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8" presetClass="emph" presetSubtype="0" repeatCount="300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21600000">
                                      <p:cBhvr>
                                        <p:cTn id="4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8" presetClass="emph" presetSubtype="0" repeatCount="300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21600000">
                                      <p:cBhvr>
                                        <p:cTn id="5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8" presetClass="emph" presetSubtype="0" repeatCount="3000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21600000">
                                      <p:cBhvr>
                                        <p:cTn id="6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8" presetClass="emph" presetSubtype="0" repeatCount="300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21600000">
                                      <p:cBhvr>
                                        <p:cTn id="6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4620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4620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4620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4620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4620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4620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1902</TotalTime>
  <Words>817</Words>
  <Application>Microsoft Office PowerPoint</Application>
  <PresentationFormat>全屏显示(16:9)</PresentationFormat>
  <Paragraphs>94</Paragraphs>
  <Slides>19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19</vt:i4>
      </vt:variant>
    </vt:vector>
  </HeadingPairs>
  <TitlesOfParts>
    <vt:vector size="49" baseType="lpstr">
      <vt:lpstr>Arial Unicode MS</vt:lpstr>
      <vt:lpstr>Bodoni MT Black</vt:lpstr>
      <vt:lpstr>Franklin Gothic Book</vt:lpstr>
      <vt:lpstr>方正兰亭超细黑简体</vt:lpstr>
      <vt:lpstr>黑体</vt:lpstr>
      <vt:lpstr>华文隶书</vt:lpstr>
      <vt:lpstr>华文细黑</vt:lpstr>
      <vt:lpstr>华文新魏</vt:lpstr>
      <vt:lpstr>楷体</vt:lpstr>
      <vt:lpstr>宋体</vt:lpstr>
      <vt:lpstr>微软雅黑</vt:lpstr>
      <vt:lpstr>新蒂小丸子小学版</vt:lpstr>
      <vt:lpstr>张海山锐线体简</vt:lpstr>
      <vt:lpstr>Arial</vt:lpstr>
      <vt:lpstr>Calibri</vt:lpstr>
      <vt:lpstr>Calibri Light</vt:lpstr>
      <vt:lpstr>Comic Sans MS</vt:lpstr>
      <vt:lpstr>Franklin Gothic Medium</vt:lpstr>
      <vt:lpstr>Impact</vt:lpstr>
      <vt:lpstr>Wingdings 2</vt:lpstr>
      <vt:lpstr>Office 主题</vt:lpstr>
      <vt:lpstr>1_Default Design</vt:lpstr>
      <vt:lpstr>2_暗香扑面</vt:lpstr>
      <vt:lpstr>默认设计模板</vt:lpstr>
      <vt:lpstr>2_默认设计模板</vt:lpstr>
      <vt:lpstr>1_默认设计模板</vt:lpstr>
      <vt:lpstr>4_Office 主题</vt:lpstr>
      <vt:lpstr>6_Office 主题</vt:lpstr>
      <vt:lpstr>7_Office 主题</vt:lpstr>
      <vt:lpstr>12_Office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仇杰</cp:lastModifiedBy>
  <cp:revision>364</cp:revision>
  <dcterms:modified xsi:type="dcterms:W3CDTF">2017-06-29T12:49:36Z</dcterms:modified>
</cp:coreProperties>
</file>